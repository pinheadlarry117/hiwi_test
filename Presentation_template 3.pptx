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8" r:id="rId1"/>
    <p:sldMasterId id="2147483793" r:id="rId2"/>
  </p:sldMasterIdLst>
  <p:notesMasterIdLst>
    <p:notesMasterId r:id="rId101"/>
  </p:notesMasterIdLst>
  <p:handoutMasterIdLst>
    <p:handoutMasterId r:id="rId102"/>
  </p:handoutMasterIdLst>
  <p:sldIdLst>
    <p:sldId id="309" r:id="rId3"/>
    <p:sldId id="332" r:id="rId4"/>
    <p:sldId id="334" r:id="rId5"/>
    <p:sldId id="333" r:id="rId6"/>
    <p:sldId id="277" r:id="rId7"/>
    <p:sldId id="336" r:id="rId8"/>
    <p:sldId id="400" r:id="rId9"/>
    <p:sldId id="401" r:id="rId10"/>
    <p:sldId id="337" r:id="rId11"/>
    <p:sldId id="402" r:id="rId12"/>
    <p:sldId id="403" r:id="rId13"/>
    <p:sldId id="343" r:id="rId14"/>
    <p:sldId id="404" r:id="rId15"/>
    <p:sldId id="405" r:id="rId16"/>
    <p:sldId id="354" r:id="rId17"/>
    <p:sldId id="353" r:id="rId18"/>
    <p:sldId id="406" r:id="rId19"/>
    <p:sldId id="352" r:id="rId20"/>
    <p:sldId id="407" r:id="rId21"/>
    <p:sldId id="356" r:id="rId22"/>
    <p:sldId id="408" r:id="rId23"/>
    <p:sldId id="344" r:id="rId24"/>
    <p:sldId id="409" r:id="rId25"/>
    <p:sldId id="410" r:id="rId26"/>
    <p:sldId id="358" r:id="rId27"/>
    <p:sldId id="359" r:id="rId28"/>
    <p:sldId id="364" r:id="rId29"/>
    <p:sldId id="369" r:id="rId30"/>
    <p:sldId id="378" r:id="rId31"/>
    <p:sldId id="370" r:id="rId32"/>
    <p:sldId id="379" r:id="rId33"/>
    <p:sldId id="371" r:id="rId34"/>
    <p:sldId id="376" r:id="rId35"/>
    <p:sldId id="372" r:id="rId36"/>
    <p:sldId id="374" r:id="rId37"/>
    <p:sldId id="381" r:id="rId38"/>
    <p:sldId id="382" r:id="rId39"/>
    <p:sldId id="383" r:id="rId40"/>
    <p:sldId id="373" r:id="rId41"/>
    <p:sldId id="375" r:id="rId42"/>
    <p:sldId id="377" r:id="rId43"/>
    <p:sldId id="380" r:id="rId44"/>
    <p:sldId id="350" r:id="rId45"/>
    <p:sldId id="351" r:id="rId46"/>
    <p:sldId id="349" r:id="rId47"/>
    <p:sldId id="355" r:id="rId48"/>
    <p:sldId id="335" r:id="rId49"/>
    <p:sldId id="348" r:id="rId50"/>
    <p:sldId id="347" r:id="rId51"/>
    <p:sldId id="338" r:id="rId52"/>
    <p:sldId id="339" r:id="rId53"/>
    <p:sldId id="341" r:id="rId54"/>
    <p:sldId id="340" r:id="rId55"/>
    <p:sldId id="342" r:id="rId56"/>
    <p:sldId id="345" r:id="rId57"/>
    <p:sldId id="346" r:id="rId58"/>
    <p:sldId id="357" r:id="rId59"/>
    <p:sldId id="360" r:id="rId60"/>
    <p:sldId id="311" r:id="rId61"/>
    <p:sldId id="361" r:id="rId62"/>
    <p:sldId id="362" r:id="rId63"/>
    <p:sldId id="363" r:id="rId64"/>
    <p:sldId id="365" r:id="rId65"/>
    <p:sldId id="367" r:id="rId66"/>
    <p:sldId id="366" r:id="rId67"/>
    <p:sldId id="384" r:id="rId68"/>
    <p:sldId id="385" r:id="rId69"/>
    <p:sldId id="386" r:id="rId70"/>
    <p:sldId id="387" r:id="rId71"/>
    <p:sldId id="388" r:id="rId72"/>
    <p:sldId id="389" r:id="rId73"/>
    <p:sldId id="390" r:id="rId74"/>
    <p:sldId id="391" r:id="rId75"/>
    <p:sldId id="392" r:id="rId76"/>
    <p:sldId id="393" r:id="rId77"/>
    <p:sldId id="394" r:id="rId78"/>
    <p:sldId id="395" r:id="rId79"/>
    <p:sldId id="396" r:id="rId80"/>
    <p:sldId id="397" r:id="rId81"/>
    <p:sldId id="398" r:id="rId82"/>
    <p:sldId id="399" r:id="rId83"/>
    <p:sldId id="312" r:id="rId84"/>
    <p:sldId id="313" r:id="rId85"/>
    <p:sldId id="314" r:id="rId86"/>
    <p:sldId id="321" r:id="rId87"/>
    <p:sldId id="278" r:id="rId88"/>
    <p:sldId id="300" r:id="rId89"/>
    <p:sldId id="301" r:id="rId90"/>
    <p:sldId id="302" r:id="rId91"/>
    <p:sldId id="331" r:id="rId92"/>
    <p:sldId id="296" r:id="rId93"/>
    <p:sldId id="297" r:id="rId94"/>
    <p:sldId id="298" r:id="rId95"/>
    <p:sldId id="326" r:id="rId96"/>
    <p:sldId id="327" r:id="rId97"/>
    <p:sldId id="328" r:id="rId98"/>
    <p:sldId id="329" r:id="rId99"/>
    <p:sldId id="330" r:id="rId100"/>
  </p:sldIdLst>
  <p:sldSz cx="9144000" cy="6858000" type="screen4x3"/>
  <p:notesSz cx="6797675" cy="9856788"/>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726">
          <p15:clr>
            <a:srgbClr val="A4A3A4"/>
          </p15:clr>
        </p15:guide>
        <p15:guide id="4" orient="horz" pos="4194">
          <p15:clr>
            <a:srgbClr val="A4A3A4"/>
          </p15:clr>
        </p15:guide>
        <p15:guide id="5" orient="horz" pos="3306">
          <p15:clr>
            <a:srgbClr val="A4A3A4"/>
          </p15:clr>
        </p15:guide>
        <p15:guide id="6" pos="5580">
          <p15:clr>
            <a:srgbClr val="A4A3A4"/>
          </p15:clr>
        </p15:guide>
        <p15:guide id="7" pos="186">
          <p15:clr>
            <a:srgbClr val="A4A3A4"/>
          </p15:clr>
        </p15:guide>
      </p15:sldGuideLst>
    </p:ext>
    <p:ext uri="{2D200454-40CA-4A62-9FC3-DE9A4176ACB9}">
      <p15:notesGuideLst xmlns:p15="http://schemas.microsoft.com/office/powerpoint/2012/main">
        <p15:guide id="1" orient="horz" pos="3223" userDrawn="1">
          <p15:clr>
            <a:srgbClr val="A4A3A4"/>
          </p15:clr>
        </p15:guide>
        <p15:guide id="2" pos="2235" userDrawn="1">
          <p15:clr>
            <a:srgbClr val="A4A3A4"/>
          </p15:clr>
        </p15:guide>
        <p15:guide id="3" orient="horz" pos="3104" userDrawn="1">
          <p15:clr>
            <a:srgbClr val="A4A3A4"/>
          </p15:clr>
        </p15:guide>
        <p15:guide id="4"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9EA0"/>
    <a:srgbClr val="DD402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31781E-5005-DC99-A25D-B3F89B6680B3}" v="295" dt="2026-09-22T12:11:08.389"/>
    <p1510:client id="{F9C394AA-9A3C-C2FC-8091-445A7575D324}" v="412" dt="2026-09-23T11:41:13.518"/>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 orient="horz" pos="726"/>
        <p:guide orient="horz" pos="4194"/>
        <p:guide orient="horz" pos="3306"/>
        <p:guide pos="5580"/>
        <p:guide pos="186"/>
      </p:guideLst>
    </p:cSldViewPr>
  </p:slideViewPr>
  <p:notesViewPr>
    <p:cSldViewPr snapToGrid="0">
      <p:cViewPr>
        <p:scale>
          <a:sx n="1" d="2"/>
          <a:sy n="1" d="2"/>
        </p:scale>
        <p:origin x="0" y="0"/>
      </p:cViewPr>
      <p:guideLst>
        <p:guide orient="horz" pos="3223"/>
        <p:guide pos="2235"/>
        <p:guide orient="horz" pos="3104"/>
        <p:guide pos="214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microsoft.com/office/2016/11/relationships/changesInfo" Target="changesInfos/changesInfo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handoutMaster" Target="handoutMasters/handout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 Zhang" userId="S::f3xsbp3g2wxfahuw@students.rwth-aachen.de::4bf405b4-1359-4b94-9fe1-872599356d5c" providerId="AD" clId="Web-{9B31781E-5005-DC99-A25D-B3F89B6680B3}"/>
    <pc:docChg chg="addSld modSld">
      <pc:chgData name="Haochen Zhang" userId="S::f3xsbp3g2wxfahuw@students.rwth-aachen.de::4bf405b4-1359-4b94-9fe1-872599356d5c" providerId="AD" clId="Web-{9B31781E-5005-DC99-A25D-B3F89B6680B3}" dt="2026-09-22T12:11:08.092" v="276" actId="20577"/>
      <pc:docMkLst>
        <pc:docMk/>
      </pc:docMkLst>
      <pc:sldChg chg="addSp modSp new">
        <pc:chgData name="Haochen Zhang" userId="S::f3xsbp3g2wxfahuw@students.rwth-aachen.de::4bf405b4-1359-4b94-9fe1-872599356d5c" providerId="AD" clId="Web-{9B31781E-5005-DC99-A25D-B3F89B6680B3}" dt="2026-09-22T12:09:00.150" v="232" actId="20577"/>
        <pc:sldMkLst>
          <pc:docMk/>
          <pc:sldMk cId="928352259" sldId="400"/>
        </pc:sldMkLst>
        <pc:spChg chg="mod">
          <ac:chgData name="Haochen Zhang" userId="S::f3xsbp3g2wxfahuw@students.rwth-aachen.de::4bf405b4-1359-4b94-9fe1-872599356d5c" providerId="AD" clId="Web-{9B31781E-5005-DC99-A25D-B3F89B6680B3}" dt="2026-09-22T12:09:00.150" v="232" actId="20577"/>
          <ac:spMkLst>
            <pc:docMk/>
            <pc:sldMk cId="928352259" sldId="400"/>
            <ac:spMk id="3" creationId="{DAEF5625-1D5A-8368-40B9-9BB86FCA07C5}"/>
          </ac:spMkLst>
        </pc:spChg>
        <pc:graphicFrameChg chg="add mod modGraphic">
          <ac:chgData name="Haochen Zhang" userId="S::f3xsbp3g2wxfahuw@students.rwth-aachen.de::4bf405b4-1359-4b94-9fe1-872599356d5c" providerId="AD" clId="Web-{9B31781E-5005-DC99-A25D-B3F89B6680B3}" dt="2026-09-22T12:05:07.501" v="122" actId="1076"/>
          <ac:graphicFrameMkLst>
            <pc:docMk/>
            <pc:sldMk cId="928352259" sldId="400"/>
            <ac:graphicFrameMk id="4" creationId="{54D6DDA0-38FA-BD37-6906-E8D825B400E8}"/>
          </ac:graphicFrameMkLst>
        </pc:graphicFrameChg>
      </pc:sldChg>
      <pc:sldChg chg="modSp add replId">
        <pc:chgData name="Haochen Zhang" userId="S::f3xsbp3g2wxfahuw@students.rwth-aachen.de::4bf405b4-1359-4b94-9fe1-872599356d5c" providerId="AD" clId="Web-{9B31781E-5005-DC99-A25D-B3F89B6680B3}" dt="2026-09-22T12:11:08.092" v="276" actId="20577"/>
        <pc:sldMkLst>
          <pc:docMk/>
          <pc:sldMk cId="869421437" sldId="401"/>
        </pc:sldMkLst>
        <pc:spChg chg="mod">
          <ac:chgData name="Haochen Zhang" userId="S::f3xsbp3g2wxfahuw@students.rwth-aachen.de::4bf405b4-1359-4b94-9fe1-872599356d5c" providerId="AD" clId="Web-{9B31781E-5005-DC99-A25D-B3F89B6680B3}" dt="2026-09-22T12:11:08.092" v="276" actId="20577"/>
          <ac:spMkLst>
            <pc:docMk/>
            <pc:sldMk cId="869421437" sldId="401"/>
            <ac:spMk id="3" creationId="{2F3E0871-7FB6-CA41-84C5-2185A8D08669}"/>
          </ac:spMkLst>
        </pc:spChg>
        <pc:graphicFrameChg chg="mod modGraphic">
          <ac:chgData name="Haochen Zhang" userId="S::f3xsbp3g2wxfahuw@students.rwth-aachen.de::4bf405b4-1359-4b94-9fe1-872599356d5c" providerId="AD" clId="Web-{9B31781E-5005-DC99-A25D-B3F89B6680B3}" dt="2026-09-22T12:10:00.699" v="261"/>
          <ac:graphicFrameMkLst>
            <pc:docMk/>
            <pc:sldMk cId="869421437" sldId="401"/>
            <ac:graphicFrameMk id="4" creationId="{D21FFE05-279A-D63A-3D80-1EDD5544A30B}"/>
          </ac:graphicFrameMkLst>
        </pc:graphicFrameChg>
      </pc:sldChg>
    </pc:docChg>
  </pc:docChgLst>
  <pc:docChgLst>
    <pc:chgData name="Haochen Zhang" userId="S::f3xsbp3g2wxfahuw@students.rwth-aachen.de::4bf405b4-1359-4b94-9fe1-872599356d5c" providerId="AD" clId="Web-{15D95E9C-D703-E76D-BEEA-7D3888B59436}"/>
    <pc:docChg chg="addSld modSld">
      <pc:chgData name="Haochen Zhang" userId="S::f3xsbp3g2wxfahuw@students.rwth-aachen.de::4bf405b4-1359-4b94-9fe1-872599356d5c" providerId="AD" clId="Web-{15D95E9C-D703-E76D-BEEA-7D3888B59436}" dt="2026-09-15T10:28:44.999" v="34" actId="20577"/>
      <pc:docMkLst>
        <pc:docMk/>
      </pc:docMkLst>
      <pc:sldChg chg="modSp new">
        <pc:chgData name="Haochen Zhang" userId="S::f3xsbp3g2wxfahuw@students.rwth-aachen.de::4bf405b4-1359-4b94-9fe1-872599356d5c" providerId="AD" clId="Web-{15D95E9C-D703-E76D-BEEA-7D3888B59436}" dt="2026-09-15T10:28:44.999" v="34" actId="20577"/>
        <pc:sldMkLst>
          <pc:docMk/>
          <pc:sldMk cId="289907723" sldId="396"/>
        </pc:sldMkLst>
        <pc:spChg chg="mod">
          <ac:chgData name="Haochen Zhang" userId="S::f3xsbp3g2wxfahuw@students.rwth-aachen.de::4bf405b4-1359-4b94-9fe1-872599356d5c" providerId="AD" clId="Web-{15D95E9C-D703-E76D-BEEA-7D3888B59436}" dt="2026-09-15T10:14:37.516" v="6" actId="20577"/>
          <ac:spMkLst>
            <pc:docMk/>
            <pc:sldMk cId="289907723" sldId="396"/>
            <ac:spMk id="2" creationId="{DC4925D5-0C9E-B70E-7694-0C12E4571C29}"/>
          </ac:spMkLst>
        </pc:spChg>
        <pc:spChg chg="mod">
          <ac:chgData name="Haochen Zhang" userId="S::f3xsbp3g2wxfahuw@students.rwth-aachen.de::4bf405b4-1359-4b94-9fe1-872599356d5c" providerId="AD" clId="Web-{15D95E9C-D703-E76D-BEEA-7D3888B59436}" dt="2026-09-15T10:28:44.999" v="34" actId="20577"/>
          <ac:spMkLst>
            <pc:docMk/>
            <pc:sldMk cId="289907723" sldId="396"/>
            <ac:spMk id="3" creationId="{62CE58E3-E57A-46DB-BF6C-7CED2038D581}"/>
          </ac:spMkLst>
        </pc:spChg>
      </pc:sldChg>
    </pc:docChg>
  </pc:docChgLst>
  <pc:docChgLst>
    <pc:chgData name="Haochen Zhang" userId="S::f3xsbp3g2wxfahuw@students.rwth-aachen.de::4bf405b4-1359-4b94-9fe1-872599356d5c" providerId="AD" clId="Web-{990234BE-890E-EFF4-6722-233D2C215113}"/>
    <pc:docChg chg="addSld delSld modSld sldOrd">
      <pc:chgData name="Haochen Zhang" userId="S::f3xsbp3g2wxfahuw@students.rwth-aachen.de::4bf405b4-1359-4b94-9fe1-872599356d5c" providerId="AD" clId="Web-{990234BE-890E-EFF4-6722-233D2C215113}" dt="2026-09-16T12:40:59.250" v="546"/>
      <pc:docMkLst>
        <pc:docMk/>
      </pc:docMkLst>
      <pc:sldChg chg="addSp modSp new">
        <pc:chgData name="Haochen Zhang" userId="S::f3xsbp3g2wxfahuw@students.rwth-aachen.de::4bf405b4-1359-4b94-9fe1-872599356d5c" providerId="AD" clId="Web-{990234BE-890E-EFF4-6722-233D2C215113}" dt="2026-09-16T12:21:32.381" v="214" actId="20577"/>
        <pc:sldMkLst>
          <pc:docMk/>
          <pc:sldMk cId="646423316" sldId="397"/>
        </pc:sldMkLst>
        <pc:spChg chg="mod">
          <ac:chgData name="Haochen Zhang" userId="S::f3xsbp3g2wxfahuw@students.rwth-aachen.de::4bf405b4-1359-4b94-9fe1-872599356d5c" providerId="AD" clId="Web-{990234BE-890E-EFF4-6722-233D2C215113}" dt="2026-09-16T12:21:32.381" v="214" actId="20577"/>
          <ac:spMkLst>
            <pc:docMk/>
            <pc:sldMk cId="646423316" sldId="397"/>
            <ac:spMk id="3" creationId="{CF2866FC-55D1-8F2B-1424-B1DB886741C4}"/>
          </ac:spMkLst>
        </pc:spChg>
        <pc:picChg chg="add mod">
          <ac:chgData name="Haochen Zhang" userId="S::f3xsbp3g2wxfahuw@students.rwth-aachen.de::4bf405b4-1359-4b94-9fe1-872599356d5c" providerId="AD" clId="Web-{990234BE-890E-EFF4-6722-233D2C215113}" dt="2026-09-16T12:16:27.167" v="139" actId="1076"/>
          <ac:picMkLst>
            <pc:docMk/>
            <pc:sldMk cId="646423316" sldId="397"/>
            <ac:picMk id="4" creationId="{1603EBDF-0C59-60EB-C642-4C62F68157B3}"/>
          </ac:picMkLst>
        </pc:picChg>
      </pc:sldChg>
      <pc:sldChg chg="modSp new ord">
        <pc:chgData name="Haochen Zhang" userId="S::f3xsbp3g2wxfahuw@students.rwth-aachen.de::4bf405b4-1359-4b94-9fe1-872599356d5c" providerId="AD" clId="Web-{990234BE-890E-EFF4-6722-233D2C215113}" dt="2026-09-16T12:40:59.250" v="546"/>
        <pc:sldMkLst>
          <pc:docMk/>
          <pc:sldMk cId="2525130678" sldId="398"/>
        </pc:sldMkLst>
        <pc:spChg chg="mod">
          <ac:chgData name="Haochen Zhang" userId="S::f3xsbp3g2wxfahuw@students.rwth-aachen.de::4bf405b4-1359-4b94-9fe1-872599356d5c" providerId="AD" clId="Web-{990234BE-890E-EFF4-6722-233D2C215113}" dt="2026-09-16T12:21:38.663" v="223" actId="20577"/>
          <ac:spMkLst>
            <pc:docMk/>
            <pc:sldMk cId="2525130678" sldId="398"/>
            <ac:spMk id="2" creationId="{8F73045F-9AB1-8104-B7DE-73617C4DA779}"/>
          </ac:spMkLst>
        </pc:spChg>
        <pc:spChg chg="mod">
          <ac:chgData name="Haochen Zhang" userId="S::f3xsbp3g2wxfahuw@students.rwth-aachen.de::4bf405b4-1359-4b94-9fe1-872599356d5c" providerId="AD" clId="Web-{990234BE-890E-EFF4-6722-233D2C215113}" dt="2026-09-16T12:38:04.916" v="544" actId="20577"/>
          <ac:spMkLst>
            <pc:docMk/>
            <pc:sldMk cId="2525130678" sldId="398"/>
            <ac:spMk id="3" creationId="{77153F98-BF9E-95AC-575A-F9E82319C8F5}"/>
          </ac:spMkLst>
        </pc:spChg>
      </pc:sldChg>
      <pc:sldChg chg="new">
        <pc:chgData name="Haochen Zhang" userId="S::f3xsbp3g2wxfahuw@students.rwth-aachen.de::4bf405b4-1359-4b94-9fe1-872599356d5c" providerId="AD" clId="Web-{990234BE-890E-EFF4-6722-233D2C215113}" dt="2026-09-16T12:38:55.434" v="545"/>
        <pc:sldMkLst>
          <pc:docMk/>
          <pc:sldMk cId="1523105146" sldId="399"/>
        </pc:sldMkLst>
      </pc:sldChg>
    </pc:docChg>
  </pc:docChgLst>
  <pc:docChgLst>
    <pc:chgData name="Haochen Zhang" userId="S::f3xsbp3g2wxfahuw@students.rwth-aachen.de::4bf405b4-1359-4b94-9fe1-872599356d5c" providerId="AD" clId="Web-{F9C394AA-9A3C-C2FC-8091-445A7575D324}"/>
    <pc:docChg chg="addSld modSld">
      <pc:chgData name="Haochen Zhang" userId="S::f3xsbp3g2wxfahuw@students.rwth-aachen.de::4bf405b4-1359-4b94-9fe1-872599356d5c" providerId="AD" clId="Web-{F9C394AA-9A3C-C2FC-8091-445A7575D324}" dt="2026-09-23T11:41:13.018" v="338" actId="20577"/>
      <pc:docMkLst>
        <pc:docMk/>
      </pc:docMkLst>
      <pc:sldChg chg="modSp">
        <pc:chgData name="Haochen Zhang" userId="S::f3xsbp3g2wxfahuw@students.rwth-aachen.de::4bf405b4-1359-4b94-9fe1-872599356d5c" providerId="AD" clId="Web-{F9C394AA-9A3C-C2FC-8091-445A7575D324}" dt="2026-09-23T11:41:13.018" v="338" actId="20577"/>
        <pc:sldMkLst>
          <pc:docMk/>
          <pc:sldMk cId="928352259" sldId="400"/>
        </pc:sldMkLst>
        <pc:spChg chg="mod">
          <ac:chgData name="Haochen Zhang" userId="S::f3xsbp3g2wxfahuw@students.rwth-aachen.de::4bf405b4-1359-4b94-9fe1-872599356d5c" providerId="AD" clId="Web-{F9C394AA-9A3C-C2FC-8091-445A7575D324}" dt="2026-09-23T11:14:00.279" v="4" actId="20577"/>
          <ac:spMkLst>
            <pc:docMk/>
            <pc:sldMk cId="928352259" sldId="400"/>
            <ac:spMk id="2" creationId="{06C13E8D-8B18-F6B0-109D-B1CCEA676F55}"/>
          </ac:spMkLst>
        </pc:spChg>
        <pc:spChg chg="mod">
          <ac:chgData name="Haochen Zhang" userId="S::f3xsbp3g2wxfahuw@students.rwth-aachen.de::4bf405b4-1359-4b94-9fe1-872599356d5c" providerId="AD" clId="Web-{F9C394AA-9A3C-C2FC-8091-445A7575D324}" dt="2026-09-23T11:41:13.018" v="338" actId="20577"/>
          <ac:spMkLst>
            <pc:docMk/>
            <pc:sldMk cId="928352259" sldId="400"/>
            <ac:spMk id="3" creationId="{DAEF5625-1D5A-8368-40B9-9BB86FCA07C5}"/>
          </ac:spMkLst>
        </pc:spChg>
      </pc:sldChg>
      <pc:sldChg chg="modSp">
        <pc:chgData name="Haochen Zhang" userId="S::f3xsbp3g2wxfahuw@students.rwth-aachen.de::4bf405b4-1359-4b94-9fe1-872599356d5c" providerId="AD" clId="Web-{F9C394AA-9A3C-C2FC-8091-445A7575D324}" dt="2026-09-23T11:14:05.748" v="8" actId="20577"/>
        <pc:sldMkLst>
          <pc:docMk/>
          <pc:sldMk cId="869421437" sldId="401"/>
        </pc:sldMkLst>
        <pc:spChg chg="mod">
          <ac:chgData name="Haochen Zhang" userId="S::f3xsbp3g2wxfahuw@students.rwth-aachen.de::4bf405b4-1359-4b94-9fe1-872599356d5c" providerId="AD" clId="Web-{F9C394AA-9A3C-C2FC-8091-445A7575D324}" dt="2026-09-23T11:14:05.748" v="8" actId="20577"/>
          <ac:spMkLst>
            <pc:docMk/>
            <pc:sldMk cId="869421437" sldId="401"/>
            <ac:spMk id="2" creationId="{70DE4D4A-4512-3E6B-650F-EACAA33966FE}"/>
          </ac:spMkLst>
        </pc:spChg>
      </pc:sldChg>
      <pc:sldChg chg="modSp add replId">
        <pc:chgData name="Haochen Zhang" userId="S::f3xsbp3g2wxfahuw@students.rwth-aachen.de::4bf405b4-1359-4b94-9fe1-872599356d5c" providerId="AD" clId="Web-{F9C394AA-9A3C-C2FC-8091-445A7575D324}" dt="2026-09-23T11:41:08.690" v="337" actId="20577"/>
        <pc:sldMkLst>
          <pc:docMk/>
          <pc:sldMk cId="699881911" sldId="402"/>
        </pc:sldMkLst>
        <pc:spChg chg="mod">
          <ac:chgData name="Haochen Zhang" userId="S::f3xsbp3g2wxfahuw@students.rwth-aachen.de::4bf405b4-1359-4b94-9fe1-872599356d5c" providerId="AD" clId="Web-{F9C394AA-9A3C-C2FC-8091-445A7575D324}" dt="2026-09-23T11:14:11.811" v="14" actId="20577"/>
          <ac:spMkLst>
            <pc:docMk/>
            <pc:sldMk cId="699881911" sldId="402"/>
            <ac:spMk id="2" creationId="{DD1A9EFC-F9D5-14C4-B37D-808DF9CFEB1D}"/>
          </ac:spMkLst>
        </pc:spChg>
        <pc:spChg chg="mod">
          <ac:chgData name="Haochen Zhang" userId="S::f3xsbp3g2wxfahuw@students.rwth-aachen.de::4bf405b4-1359-4b94-9fe1-872599356d5c" providerId="AD" clId="Web-{F9C394AA-9A3C-C2FC-8091-445A7575D324}" dt="2026-09-23T11:41:08.690" v="337" actId="20577"/>
          <ac:spMkLst>
            <pc:docMk/>
            <pc:sldMk cId="699881911" sldId="402"/>
            <ac:spMk id="3" creationId="{E020DE8F-88F0-16F2-7FC4-5F47DEBF8903}"/>
          </ac:spMkLst>
        </pc:spChg>
        <pc:graphicFrameChg chg="mod modGraphic">
          <ac:chgData name="Haochen Zhang" userId="S::f3xsbp3g2wxfahuw@students.rwth-aachen.de::4bf405b4-1359-4b94-9fe1-872599356d5c" providerId="AD" clId="Web-{F9C394AA-9A3C-C2FC-8091-445A7575D324}" dt="2026-09-23T11:16:01.472" v="22"/>
          <ac:graphicFrameMkLst>
            <pc:docMk/>
            <pc:sldMk cId="699881911" sldId="402"/>
            <ac:graphicFrameMk id="4" creationId="{86D54B06-953B-46D8-08E4-49FBDCF3B054}"/>
          </ac:graphicFrameMkLst>
        </pc:graphicFrameChg>
      </pc:sldChg>
      <pc:sldChg chg="modSp add replId">
        <pc:chgData name="Haochen Zhang" userId="S::f3xsbp3g2wxfahuw@students.rwth-aachen.de::4bf405b4-1359-4b94-9fe1-872599356d5c" providerId="AD" clId="Web-{F9C394AA-9A3C-C2FC-8091-445A7575D324}" dt="2026-09-23T11:41:05.752" v="336" actId="20577"/>
        <pc:sldMkLst>
          <pc:docMk/>
          <pc:sldMk cId="370597555" sldId="403"/>
        </pc:sldMkLst>
        <pc:spChg chg="mod">
          <ac:chgData name="Haochen Zhang" userId="S::f3xsbp3g2wxfahuw@students.rwth-aachen.de::4bf405b4-1359-4b94-9fe1-872599356d5c" providerId="AD" clId="Web-{F9C394AA-9A3C-C2FC-8091-445A7575D324}" dt="2026-09-23T11:41:05.752" v="336" actId="20577"/>
          <ac:spMkLst>
            <pc:docMk/>
            <pc:sldMk cId="370597555" sldId="403"/>
            <ac:spMk id="3" creationId="{77274B5D-209F-13A6-D243-FDA3C5B71F7E}"/>
          </ac:spMkLst>
        </pc:spChg>
        <pc:graphicFrameChg chg="mod modGraphic">
          <ac:chgData name="Haochen Zhang" userId="S::f3xsbp3g2wxfahuw@students.rwth-aachen.de::4bf405b4-1359-4b94-9fe1-872599356d5c" providerId="AD" clId="Web-{F9C394AA-9A3C-C2FC-8091-445A7575D324}" dt="2026-09-23T11:29:28.630" v="151"/>
          <ac:graphicFrameMkLst>
            <pc:docMk/>
            <pc:sldMk cId="370597555" sldId="403"/>
            <ac:graphicFrameMk id="4" creationId="{A8A365C5-6D80-4191-D6F6-4E00AB1B1893}"/>
          </ac:graphicFrameMkLst>
        </pc:graphicFrameChg>
      </pc:sldChg>
      <pc:sldChg chg="modSp add replId">
        <pc:chgData name="Haochen Zhang" userId="S::f3xsbp3g2wxfahuw@students.rwth-aachen.de::4bf405b4-1359-4b94-9fe1-872599356d5c" providerId="AD" clId="Web-{F9C394AA-9A3C-C2FC-8091-445A7575D324}" dt="2026-09-23T11:41:02.393" v="335" actId="20577"/>
        <pc:sldMkLst>
          <pc:docMk/>
          <pc:sldMk cId="1205403446" sldId="404"/>
        </pc:sldMkLst>
        <pc:spChg chg="mod">
          <ac:chgData name="Haochen Zhang" userId="S::f3xsbp3g2wxfahuw@students.rwth-aachen.de::4bf405b4-1359-4b94-9fe1-872599356d5c" providerId="AD" clId="Web-{F9C394AA-9A3C-C2FC-8091-445A7575D324}" dt="2026-09-23T11:19:36.699" v="78" actId="20577"/>
          <ac:spMkLst>
            <pc:docMk/>
            <pc:sldMk cId="1205403446" sldId="404"/>
            <ac:spMk id="2" creationId="{203E6FB0-CC5B-B424-7DD1-568B783E9347}"/>
          </ac:spMkLst>
        </pc:spChg>
        <pc:spChg chg="mod">
          <ac:chgData name="Haochen Zhang" userId="S::f3xsbp3g2wxfahuw@students.rwth-aachen.de::4bf405b4-1359-4b94-9fe1-872599356d5c" providerId="AD" clId="Web-{F9C394AA-9A3C-C2FC-8091-445A7575D324}" dt="2026-09-23T11:41:02.393" v="335" actId="20577"/>
          <ac:spMkLst>
            <pc:docMk/>
            <pc:sldMk cId="1205403446" sldId="404"/>
            <ac:spMk id="3" creationId="{5025FAEE-130B-EA54-9FB3-F40AFF12A832}"/>
          </ac:spMkLst>
        </pc:spChg>
        <pc:graphicFrameChg chg="mod modGraphic">
          <ac:chgData name="Haochen Zhang" userId="S::f3xsbp3g2wxfahuw@students.rwth-aachen.de::4bf405b4-1359-4b94-9fe1-872599356d5c" providerId="AD" clId="Web-{F9C394AA-9A3C-C2FC-8091-445A7575D324}" dt="2026-09-23T11:28:10.829" v="94"/>
          <ac:graphicFrameMkLst>
            <pc:docMk/>
            <pc:sldMk cId="1205403446" sldId="404"/>
            <ac:graphicFrameMk id="4" creationId="{1DE45158-A2D7-DD08-4F72-D92AFA4DB6F0}"/>
          </ac:graphicFrameMkLst>
        </pc:graphicFrameChg>
      </pc:sldChg>
      <pc:sldChg chg="modSp add replId">
        <pc:chgData name="Haochen Zhang" userId="S::f3xsbp3g2wxfahuw@students.rwth-aachen.de::4bf405b4-1359-4b94-9fe1-872599356d5c" providerId="AD" clId="Web-{F9C394AA-9A3C-C2FC-8091-445A7575D324}" dt="2026-09-23T11:41:00.205" v="334" actId="20577"/>
        <pc:sldMkLst>
          <pc:docMk/>
          <pc:sldMk cId="1758268545" sldId="405"/>
        </pc:sldMkLst>
        <pc:spChg chg="mod">
          <ac:chgData name="Haochen Zhang" userId="S::f3xsbp3g2wxfahuw@students.rwth-aachen.de::4bf405b4-1359-4b94-9fe1-872599356d5c" providerId="AD" clId="Web-{F9C394AA-9A3C-C2FC-8091-445A7575D324}" dt="2026-09-23T11:41:00.205" v="334" actId="20577"/>
          <ac:spMkLst>
            <pc:docMk/>
            <pc:sldMk cId="1758268545" sldId="405"/>
            <ac:spMk id="3" creationId="{1D453670-0BBB-427B-7869-034A47DE8D25}"/>
          </ac:spMkLst>
        </pc:spChg>
        <pc:graphicFrameChg chg="mod modGraphic">
          <ac:chgData name="Haochen Zhang" userId="S::f3xsbp3g2wxfahuw@students.rwth-aachen.de::4bf405b4-1359-4b94-9fe1-872599356d5c" providerId="AD" clId="Web-{F9C394AA-9A3C-C2FC-8091-445A7575D324}" dt="2026-09-23T11:29:55.599" v="167"/>
          <ac:graphicFrameMkLst>
            <pc:docMk/>
            <pc:sldMk cId="1758268545" sldId="405"/>
            <ac:graphicFrameMk id="4" creationId="{CDD7226D-258B-0925-C42F-E05F3E64615C}"/>
          </ac:graphicFrameMkLst>
        </pc:graphicFrameChg>
      </pc:sldChg>
      <pc:sldChg chg="modSp add replId">
        <pc:chgData name="Haochen Zhang" userId="S::f3xsbp3g2wxfahuw@students.rwth-aachen.de::4bf405b4-1359-4b94-9fe1-872599356d5c" providerId="AD" clId="Web-{F9C394AA-9A3C-C2FC-8091-445A7575D324}" dt="2026-09-23T11:40:56.595" v="333" actId="20577"/>
        <pc:sldMkLst>
          <pc:docMk/>
          <pc:sldMk cId="3604814395" sldId="406"/>
        </pc:sldMkLst>
        <pc:spChg chg="mod">
          <ac:chgData name="Haochen Zhang" userId="S::f3xsbp3g2wxfahuw@students.rwth-aachen.de::4bf405b4-1359-4b94-9fe1-872599356d5c" providerId="AD" clId="Web-{F9C394AA-9A3C-C2FC-8091-445A7575D324}" dt="2026-09-23T11:32:36.294" v="187" actId="20577"/>
          <ac:spMkLst>
            <pc:docMk/>
            <pc:sldMk cId="3604814395" sldId="406"/>
            <ac:spMk id="2" creationId="{3CA8C79E-AFD7-0793-C7B9-040DDAA81459}"/>
          </ac:spMkLst>
        </pc:spChg>
        <pc:spChg chg="mod">
          <ac:chgData name="Haochen Zhang" userId="S::f3xsbp3g2wxfahuw@students.rwth-aachen.de::4bf405b4-1359-4b94-9fe1-872599356d5c" providerId="AD" clId="Web-{F9C394AA-9A3C-C2FC-8091-445A7575D324}" dt="2026-09-23T11:40:56.595" v="333" actId="20577"/>
          <ac:spMkLst>
            <pc:docMk/>
            <pc:sldMk cId="3604814395" sldId="406"/>
            <ac:spMk id="3" creationId="{31F273E8-9F2D-2126-4497-12C4643F2C1E}"/>
          </ac:spMkLst>
        </pc:spChg>
        <pc:graphicFrameChg chg="mod modGraphic">
          <ac:chgData name="Haochen Zhang" userId="S::f3xsbp3g2wxfahuw@students.rwth-aachen.de::4bf405b4-1359-4b94-9fe1-872599356d5c" providerId="AD" clId="Web-{F9C394AA-9A3C-C2FC-8091-445A7575D324}" dt="2026-09-23T11:32:57.451" v="191"/>
          <ac:graphicFrameMkLst>
            <pc:docMk/>
            <pc:sldMk cId="3604814395" sldId="406"/>
            <ac:graphicFrameMk id="4" creationId="{DB22697F-2940-D854-F1F8-AB181135B4EF}"/>
          </ac:graphicFrameMkLst>
        </pc:graphicFrameChg>
      </pc:sldChg>
      <pc:sldChg chg="modSp add replId">
        <pc:chgData name="Haochen Zhang" userId="S::f3xsbp3g2wxfahuw@students.rwth-aachen.de::4bf405b4-1359-4b94-9fe1-872599356d5c" providerId="AD" clId="Web-{F9C394AA-9A3C-C2FC-8091-445A7575D324}" dt="2026-09-23T11:40:52.033" v="331" actId="20577"/>
        <pc:sldMkLst>
          <pc:docMk/>
          <pc:sldMk cId="3723309832" sldId="407"/>
        </pc:sldMkLst>
        <pc:spChg chg="mod">
          <ac:chgData name="Haochen Zhang" userId="S::f3xsbp3g2wxfahuw@students.rwth-aachen.de::4bf405b4-1359-4b94-9fe1-872599356d5c" providerId="AD" clId="Web-{F9C394AA-9A3C-C2FC-8091-445A7575D324}" dt="2026-09-23T11:33:36.921" v="199" actId="20577"/>
          <ac:spMkLst>
            <pc:docMk/>
            <pc:sldMk cId="3723309832" sldId="407"/>
            <ac:spMk id="2" creationId="{900F68C6-8F6E-3864-3BF1-6C6F9841F04E}"/>
          </ac:spMkLst>
        </pc:spChg>
        <pc:spChg chg="mod">
          <ac:chgData name="Haochen Zhang" userId="S::f3xsbp3g2wxfahuw@students.rwth-aachen.de::4bf405b4-1359-4b94-9fe1-872599356d5c" providerId="AD" clId="Web-{F9C394AA-9A3C-C2FC-8091-445A7575D324}" dt="2026-09-23T11:40:52.033" v="331" actId="20577"/>
          <ac:spMkLst>
            <pc:docMk/>
            <pc:sldMk cId="3723309832" sldId="407"/>
            <ac:spMk id="3" creationId="{CC4AE457-A9F2-7101-003E-C238D146FF2E}"/>
          </ac:spMkLst>
        </pc:spChg>
      </pc:sldChg>
      <pc:sldChg chg="modSp add replId">
        <pc:chgData name="Haochen Zhang" userId="S::f3xsbp3g2wxfahuw@students.rwth-aachen.de::4bf405b4-1359-4b94-9fe1-872599356d5c" providerId="AD" clId="Web-{F9C394AA-9A3C-C2FC-8091-445A7575D324}" dt="2026-09-23T11:40:47.861" v="330" actId="20577"/>
        <pc:sldMkLst>
          <pc:docMk/>
          <pc:sldMk cId="2388977420" sldId="408"/>
        </pc:sldMkLst>
        <pc:spChg chg="mod">
          <ac:chgData name="Haochen Zhang" userId="S::f3xsbp3g2wxfahuw@students.rwth-aachen.de::4bf405b4-1359-4b94-9fe1-872599356d5c" providerId="AD" clId="Web-{F9C394AA-9A3C-C2FC-8091-445A7575D324}" dt="2026-09-23T11:35:15.269" v="213" actId="20577"/>
          <ac:spMkLst>
            <pc:docMk/>
            <pc:sldMk cId="2388977420" sldId="408"/>
            <ac:spMk id="2" creationId="{893C6129-4CAF-BFAA-F1CE-6A0CF0D4EFA9}"/>
          </ac:spMkLst>
        </pc:spChg>
        <pc:spChg chg="mod">
          <ac:chgData name="Haochen Zhang" userId="S::f3xsbp3g2wxfahuw@students.rwth-aachen.de::4bf405b4-1359-4b94-9fe1-872599356d5c" providerId="AD" clId="Web-{F9C394AA-9A3C-C2FC-8091-445A7575D324}" dt="2026-09-23T11:40:47.861" v="330" actId="20577"/>
          <ac:spMkLst>
            <pc:docMk/>
            <pc:sldMk cId="2388977420" sldId="408"/>
            <ac:spMk id="3" creationId="{2C365A27-EF77-2A32-8DFE-60E0352EACE9}"/>
          </ac:spMkLst>
        </pc:spChg>
        <pc:graphicFrameChg chg="mod modGraphic">
          <ac:chgData name="Haochen Zhang" userId="S::f3xsbp3g2wxfahuw@students.rwth-aachen.de::4bf405b4-1359-4b94-9fe1-872599356d5c" providerId="AD" clId="Web-{F9C394AA-9A3C-C2FC-8091-445A7575D324}" dt="2026-09-23T11:35:25.676" v="221"/>
          <ac:graphicFrameMkLst>
            <pc:docMk/>
            <pc:sldMk cId="2388977420" sldId="408"/>
            <ac:graphicFrameMk id="4" creationId="{C4CAB486-02D4-3607-1571-42109A3BC95E}"/>
          </ac:graphicFrameMkLst>
        </pc:graphicFrameChg>
      </pc:sldChg>
      <pc:sldChg chg="modSp add replId">
        <pc:chgData name="Haochen Zhang" userId="S::f3xsbp3g2wxfahuw@students.rwth-aachen.de::4bf405b4-1359-4b94-9fe1-872599356d5c" providerId="AD" clId="Web-{F9C394AA-9A3C-C2FC-8091-445A7575D324}" dt="2026-09-23T11:40:38.220" v="328" actId="20577"/>
        <pc:sldMkLst>
          <pc:docMk/>
          <pc:sldMk cId="3341408517" sldId="409"/>
        </pc:sldMkLst>
        <pc:spChg chg="mod">
          <ac:chgData name="Haochen Zhang" userId="S::f3xsbp3g2wxfahuw@students.rwth-aachen.de::4bf405b4-1359-4b94-9fe1-872599356d5c" providerId="AD" clId="Web-{F9C394AA-9A3C-C2FC-8091-445A7575D324}" dt="2026-09-23T11:37:12.211" v="245" actId="20577"/>
          <ac:spMkLst>
            <pc:docMk/>
            <pc:sldMk cId="3341408517" sldId="409"/>
            <ac:spMk id="2" creationId="{EA3691F1-275F-DEA9-2A42-1CF5CCD5F83D}"/>
          </ac:spMkLst>
        </pc:spChg>
        <pc:spChg chg="mod">
          <ac:chgData name="Haochen Zhang" userId="S::f3xsbp3g2wxfahuw@students.rwth-aachen.de::4bf405b4-1359-4b94-9fe1-872599356d5c" providerId="AD" clId="Web-{F9C394AA-9A3C-C2FC-8091-445A7575D324}" dt="2026-09-23T11:40:38.220" v="328" actId="20577"/>
          <ac:spMkLst>
            <pc:docMk/>
            <pc:sldMk cId="3341408517" sldId="409"/>
            <ac:spMk id="3" creationId="{DB86B6ED-1BD3-C90B-7C7A-6A60C497031E}"/>
          </ac:spMkLst>
        </pc:spChg>
        <pc:graphicFrameChg chg="mod modGraphic">
          <ac:chgData name="Haochen Zhang" userId="S::f3xsbp3g2wxfahuw@students.rwth-aachen.de::4bf405b4-1359-4b94-9fe1-872599356d5c" providerId="AD" clId="Web-{F9C394AA-9A3C-C2FC-8091-445A7575D324}" dt="2026-09-23T11:37:38.494" v="259"/>
          <ac:graphicFrameMkLst>
            <pc:docMk/>
            <pc:sldMk cId="3341408517" sldId="409"/>
            <ac:graphicFrameMk id="4" creationId="{B28531DC-EA48-640C-F67A-FE47CAF17911}"/>
          </ac:graphicFrameMkLst>
        </pc:graphicFrameChg>
      </pc:sldChg>
      <pc:sldChg chg="modSp add replId">
        <pc:chgData name="Haochen Zhang" userId="S::f3xsbp3g2wxfahuw@students.rwth-aachen.de::4bf405b4-1359-4b94-9fe1-872599356d5c" providerId="AD" clId="Web-{F9C394AA-9A3C-C2FC-8091-445A7575D324}" dt="2026-09-23T11:40:43.142" v="329" actId="20577"/>
        <pc:sldMkLst>
          <pc:docMk/>
          <pc:sldMk cId="913807379" sldId="410"/>
        </pc:sldMkLst>
        <pc:spChg chg="mod">
          <ac:chgData name="Haochen Zhang" userId="S::f3xsbp3g2wxfahuw@students.rwth-aachen.de::4bf405b4-1359-4b94-9fe1-872599356d5c" providerId="AD" clId="Web-{F9C394AA-9A3C-C2FC-8091-445A7575D324}" dt="2026-09-23T11:40:43.142" v="329" actId="20577"/>
          <ac:spMkLst>
            <pc:docMk/>
            <pc:sldMk cId="913807379" sldId="410"/>
            <ac:spMk id="3" creationId="{9195B969-233A-8785-EC23-C679739C7C3A}"/>
          </ac:spMkLst>
        </pc:spChg>
        <pc:graphicFrameChg chg="mod modGraphic">
          <ac:chgData name="Haochen Zhang" userId="S::f3xsbp3g2wxfahuw@students.rwth-aachen.de::4bf405b4-1359-4b94-9fe1-872599356d5c" providerId="AD" clId="Web-{F9C394AA-9A3C-C2FC-8091-445A7575D324}" dt="2026-09-23T11:40:33.673" v="326"/>
          <ac:graphicFrameMkLst>
            <pc:docMk/>
            <pc:sldMk cId="913807379" sldId="410"/>
            <ac:graphicFrameMk id="4" creationId="{6151ABCD-BAEC-267F-E891-3EBC8F1381C3}"/>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6.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studentsrwthaachende-my.sharepoint.com/personal/f3xsbp3g2wxfahuw_students_rwth-aachen_de/Documents/Presentation_template%203_LineMarkers%205.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_128_585A2E4F.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_129_1D285F11.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_12A_74C866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GPT-OSS:120b</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0.85</c:v>
                </c:pt>
                <c:pt idx="1">
                  <c:v>0.85</c:v>
                </c:pt>
                <c:pt idx="2">
                  <c:v>0.98</c:v>
                </c:pt>
                <c:pt idx="3">
                  <c:v>0.6</c:v>
                </c:pt>
                <c:pt idx="4">
                  <c:v>0.55000000000000004</c:v>
                </c:pt>
                <c:pt idx="5">
                  <c:v>0.1</c:v>
                </c:pt>
                <c:pt idx="6">
                  <c:v>0.1</c:v>
                </c:pt>
                <c:pt idx="7">
                  <c:v>0.1</c:v>
                </c:pt>
                <c:pt idx="8">
                  <c:v>0.1</c:v>
                </c:pt>
                <c:pt idx="9">
                  <c:v>0.1</c:v>
                </c:pt>
                <c:pt idx="10">
                  <c:v>0.3</c:v>
                </c:pt>
                <c:pt idx="11">
                  <c:v>0.1</c:v>
                </c:pt>
                <c:pt idx="12">
                  <c:v>0.1</c:v>
                </c:pt>
                <c:pt idx="13">
                  <c:v>0.3</c:v>
                </c:pt>
                <c:pt idx="14">
                  <c:v>0.3</c:v>
                </c:pt>
                <c:pt idx="15">
                  <c:v>0.1</c:v>
                </c:pt>
                <c:pt idx="16">
                  <c:v>0.05</c:v>
                </c:pt>
                <c:pt idx="17">
                  <c:v>0.05</c:v>
                </c:pt>
                <c:pt idx="18">
                  <c:v>0.05</c:v>
                </c:pt>
                <c:pt idx="19">
                  <c:v>0.05</c:v>
                </c:pt>
                <c:pt idx="20">
                  <c:v>0.05</c:v>
                </c:pt>
                <c:pt idx="21">
                  <c:v>0.05</c:v>
                </c:pt>
                <c:pt idx="22">
                  <c:v>0.05</c:v>
                </c:pt>
              </c:numCache>
            </c:numRef>
          </c:val>
          <c:smooth val="0"/>
          <c:extLst>
            <c:ext xmlns:c16="http://schemas.microsoft.com/office/drawing/2014/chart" uri="{C3380CC4-5D6E-409C-BE32-E72D297353CC}">
              <c16:uniqueId val="{00000000-97F8-485D-B696-E17299FBED65}"/>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0.8</c:v>
                </c:pt>
                <c:pt idx="1">
                  <c:v>0.8</c:v>
                </c:pt>
                <c:pt idx="2">
                  <c:v>0.95</c:v>
                </c:pt>
                <c:pt idx="3">
                  <c:v>0.6</c:v>
                </c:pt>
                <c:pt idx="4">
                  <c:v>0.55000000000000004</c:v>
                </c:pt>
                <c:pt idx="5">
                  <c:v>0.1</c:v>
                </c:pt>
                <c:pt idx="6">
                  <c:v>0.1</c:v>
                </c:pt>
                <c:pt idx="7">
                  <c:v>0.1</c:v>
                </c:pt>
                <c:pt idx="8">
                  <c:v>0.1</c:v>
                </c:pt>
                <c:pt idx="9">
                  <c:v>0.1</c:v>
                </c:pt>
                <c:pt idx="10">
                  <c:v>0.3</c:v>
                </c:pt>
                <c:pt idx="11">
                  <c:v>0.1</c:v>
                </c:pt>
                <c:pt idx="12">
                  <c:v>0.1</c:v>
                </c:pt>
                <c:pt idx="13">
                  <c:v>0.3</c:v>
                </c:pt>
                <c:pt idx="14">
                  <c:v>0.25</c:v>
                </c:pt>
                <c:pt idx="15">
                  <c:v>0.1</c:v>
                </c:pt>
                <c:pt idx="16">
                  <c:v>0.1</c:v>
                </c:pt>
                <c:pt idx="17">
                  <c:v>0.1</c:v>
                </c:pt>
                <c:pt idx="18">
                  <c:v>0.1</c:v>
                </c:pt>
                <c:pt idx="19">
                  <c:v>0.1</c:v>
                </c:pt>
                <c:pt idx="20">
                  <c:v>0.1</c:v>
                </c:pt>
                <c:pt idx="21">
                  <c:v>0.1</c:v>
                </c:pt>
                <c:pt idx="22">
                  <c:v>0.1</c:v>
                </c:pt>
              </c:numCache>
            </c:numRef>
          </c:val>
          <c:smooth val="0"/>
          <c:extLst>
            <c:ext xmlns:c16="http://schemas.microsoft.com/office/drawing/2014/chart" uri="{C3380CC4-5D6E-409C-BE32-E72D297353CC}">
              <c16:uniqueId val="{00000001-97F8-485D-B696-E17299FBED65}"/>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0.65</c:v>
                </c:pt>
                <c:pt idx="1">
                  <c:v>0.6</c:v>
                </c:pt>
                <c:pt idx="2">
                  <c:v>0.9</c:v>
                </c:pt>
                <c:pt idx="3">
                  <c:v>0.3</c:v>
                </c:pt>
                <c:pt idx="4">
                  <c:v>0.25</c:v>
                </c:pt>
                <c:pt idx="5">
                  <c:v>0.1</c:v>
                </c:pt>
                <c:pt idx="6">
                  <c:v>0.1</c:v>
                </c:pt>
                <c:pt idx="7">
                  <c:v>0.1</c:v>
                </c:pt>
                <c:pt idx="8">
                  <c:v>0.1</c:v>
                </c:pt>
                <c:pt idx="9">
                  <c:v>0.1</c:v>
                </c:pt>
                <c:pt idx="10">
                  <c:v>0.1</c:v>
                </c:pt>
                <c:pt idx="11">
                  <c:v>0.1</c:v>
                </c:pt>
                <c:pt idx="12">
                  <c:v>0.1</c:v>
                </c:pt>
                <c:pt idx="13">
                  <c:v>0.1</c:v>
                </c:pt>
                <c:pt idx="14">
                  <c:v>0.1</c:v>
                </c:pt>
                <c:pt idx="15">
                  <c:v>0.1</c:v>
                </c:pt>
                <c:pt idx="16">
                  <c:v>0.1</c:v>
                </c:pt>
                <c:pt idx="17">
                  <c:v>0.1</c:v>
                </c:pt>
                <c:pt idx="18">
                  <c:v>0.1</c:v>
                </c:pt>
                <c:pt idx="19">
                  <c:v>0.1</c:v>
                </c:pt>
                <c:pt idx="20">
                  <c:v>0.1</c:v>
                </c:pt>
                <c:pt idx="21">
                  <c:v>0.1</c:v>
                </c:pt>
                <c:pt idx="22">
                  <c:v>0.1</c:v>
                </c:pt>
              </c:numCache>
            </c:numRef>
          </c:val>
          <c:smooth val="0"/>
          <c:extLst>
            <c:ext xmlns:c16="http://schemas.microsoft.com/office/drawing/2014/chart" uri="{C3380CC4-5D6E-409C-BE32-E72D297353CC}">
              <c16:uniqueId val="{00000002-97F8-485D-B696-E17299FBED65}"/>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0.78</c:v>
                </c:pt>
                <c:pt idx="1">
                  <c:v>0.78</c:v>
                </c:pt>
                <c:pt idx="2">
                  <c:v>0.92</c:v>
                </c:pt>
                <c:pt idx="3">
                  <c:v>0.35</c:v>
                </c:pt>
                <c:pt idx="4">
                  <c:v>0.3</c:v>
                </c:pt>
                <c:pt idx="5">
                  <c:v>0.1</c:v>
                </c:pt>
                <c:pt idx="6">
                  <c:v>0.05</c:v>
                </c:pt>
                <c:pt idx="7">
                  <c:v>0.05</c:v>
                </c:pt>
                <c:pt idx="8">
                  <c:v>0.05</c:v>
                </c:pt>
                <c:pt idx="9">
                  <c:v>0.05</c:v>
                </c:pt>
                <c:pt idx="10">
                  <c:v>0.05</c:v>
                </c:pt>
                <c:pt idx="11">
                  <c:v>0.05</c:v>
                </c:pt>
                <c:pt idx="12">
                  <c:v>0.05</c:v>
                </c:pt>
                <c:pt idx="13">
                  <c:v>0.05</c:v>
                </c:pt>
                <c:pt idx="14">
                  <c:v>0.05</c:v>
                </c:pt>
                <c:pt idx="15">
                  <c:v>0.05</c:v>
                </c:pt>
                <c:pt idx="16">
                  <c:v>0.15</c:v>
                </c:pt>
                <c:pt idx="17">
                  <c:v>0.15</c:v>
                </c:pt>
                <c:pt idx="18">
                  <c:v>0.15</c:v>
                </c:pt>
                <c:pt idx="19">
                  <c:v>0.15</c:v>
                </c:pt>
                <c:pt idx="20">
                  <c:v>0.15</c:v>
                </c:pt>
                <c:pt idx="21">
                  <c:v>0.15</c:v>
                </c:pt>
                <c:pt idx="22">
                  <c:v>0.15</c:v>
                </c:pt>
              </c:numCache>
            </c:numRef>
          </c:val>
          <c:smooth val="0"/>
          <c:extLst>
            <c:ext xmlns:c16="http://schemas.microsoft.com/office/drawing/2014/chart" uri="{C3380CC4-5D6E-409C-BE32-E72D297353CC}">
              <c16:uniqueId val="{00000003-97F8-485D-B696-E17299FBED65}"/>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0.9</c:v>
                </c:pt>
                <c:pt idx="1">
                  <c:v>0.7</c:v>
                </c:pt>
                <c:pt idx="2">
                  <c:v>0.7</c:v>
                </c:pt>
                <c:pt idx="3">
                  <c:v>0.3</c:v>
                </c:pt>
                <c:pt idx="4">
                  <c:v>0.3</c:v>
                </c:pt>
                <c:pt idx="5">
                  <c:v>0.05</c:v>
                </c:pt>
                <c:pt idx="6">
                  <c:v>0.05</c:v>
                </c:pt>
                <c:pt idx="7">
                  <c:v>0.05</c:v>
                </c:pt>
                <c:pt idx="8">
                  <c:v>0.05</c:v>
                </c:pt>
                <c:pt idx="9">
                  <c:v>0.05</c:v>
                </c:pt>
                <c:pt idx="10">
                  <c:v>0.05</c:v>
                </c:pt>
                <c:pt idx="11">
                  <c:v>0.05</c:v>
                </c:pt>
                <c:pt idx="12">
                  <c:v>0.05</c:v>
                </c:pt>
                <c:pt idx="13">
                  <c:v>0.05</c:v>
                </c:pt>
                <c:pt idx="14">
                  <c:v>0.05</c:v>
                </c:pt>
                <c:pt idx="15">
                  <c:v>0.05</c:v>
                </c:pt>
                <c:pt idx="16">
                  <c:v>0.2</c:v>
                </c:pt>
                <c:pt idx="17">
                  <c:v>0.2</c:v>
                </c:pt>
                <c:pt idx="18">
                  <c:v>0.2</c:v>
                </c:pt>
                <c:pt idx="19">
                  <c:v>0.2</c:v>
                </c:pt>
                <c:pt idx="20">
                  <c:v>0.2</c:v>
                </c:pt>
                <c:pt idx="21">
                  <c:v>0.2</c:v>
                </c:pt>
                <c:pt idx="22">
                  <c:v>0.2</c:v>
                </c:pt>
              </c:numCache>
            </c:numRef>
          </c:val>
          <c:smooth val="0"/>
          <c:extLst>
            <c:ext xmlns:c16="http://schemas.microsoft.com/office/drawing/2014/chart" uri="{C3380CC4-5D6E-409C-BE32-E72D297353CC}">
              <c16:uniqueId val="{00000004-97F8-485D-B696-E17299FBED65}"/>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c:v>
                </c:pt>
                <c:pt idx="1">
                  <c:v>0.8</c:v>
                </c:pt>
                <c:pt idx="2">
                  <c:v>0.95</c:v>
                </c:pt>
                <c:pt idx="3">
                  <c:v>0.6</c:v>
                </c:pt>
                <c:pt idx="4">
                  <c:v>0.55000000000000004</c:v>
                </c:pt>
                <c:pt idx="5">
                  <c:v>0.2</c:v>
                </c:pt>
                <c:pt idx="6">
                  <c:v>0.2</c:v>
                </c:pt>
                <c:pt idx="7">
                  <c:v>0.2</c:v>
                </c:pt>
                <c:pt idx="8">
                  <c:v>0.2</c:v>
                </c:pt>
                <c:pt idx="9">
                  <c:v>0.2</c:v>
                </c:pt>
                <c:pt idx="10">
                  <c:v>0.2</c:v>
                </c:pt>
                <c:pt idx="11">
                  <c:v>0.2</c:v>
                </c:pt>
                <c:pt idx="12">
                  <c:v>0.2</c:v>
                </c:pt>
                <c:pt idx="13">
                  <c:v>0.2</c:v>
                </c:pt>
                <c:pt idx="14">
                  <c:v>0.2</c:v>
                </c:pt>
                <c:pt idx="15">
                  <c:v>0.2</c:v>
                </c:pt>
                <c:pt idx="16">
                  <c:v>0.4</c:v>
                </c:pt>
                <c:pt idx="17">
                  <c:v>0.4</c:v>
                </c:pt>
                <c:pt idx="18">
                  <c:v>0.4</c:v>
                </c:pt>
                <c:pt idx="19">
                  <c:v>0.4</c:v>
                </c:pt>
                <c:pt idx="20">
                  <c:v>0.4</c:v>
                </c:pt>
                <c:pt idx="21">
                  <c:v>0.4</c:v>
                </c:pt>
                <c:pt idx="22">
                  <c:v>0.4</c:v>
                </c:pt>
              </c:numCache>
            </c:numRef>
          </c:val>
          <c:smooth val="0"/>
          <c:extLst>
            <c:ext xmlns:c16="http://schemas.microsoft.com/office/drawing/2014/chart" uri="{C3380CC4-5D6E-409C-BE32-E72D297353CC}">
              <c16:uniqueId val="{00000005-97F8-485D-B696-E17299FBED65}"/>
            </c:ext>
          </c:extLst>
        </c:ser>
        <c:dLbls>
          <c:showLegendKey val="0"/>
          <c:showVal val="0"/>
          <c:showCatName val="0"/>
          <c:showSerName val="0"/>
          <c:showPercent val="0"/>
          <c:showBubbleSize val="0"/>
        </c:dLbls>
        <c:marker val="1"/>
        <c:smooth val="0"/>
        <c:axId val="1064156336"/>
        <c:axId val="1064145296"/>
      </c:lineChart>
      <c:catAx>
        <c:axId val="106415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64145296"/>
        <c:crosses val="autoZero"/>
        <c:auto val="1"/>
        <c:lblAlgn val="ctr"/>
        <c:lblOffset val="100"/>
        <c:noMultiLvlLbl val="0"/>
      </c:catAx>
      <c:valAx>
        <c:axId val="1064145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641563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GPT-OSS:20b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0.95</c:v>
                </c:pt>
                <c:pt idx="1">
                  <c:v>0.93</c:v>
                </c:pt>
                <c:pt idx="2">
                  <c:v>0.35</c:v>
                </c:pt>
                <c:pt idx="3">
                  <c:v>0.15</c:v>
                </c:pt>
                <c:pt idx="4">
                  <c:v>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numCache>
            </c:numRef>
          </c:val>
          <c:smooth val="0"/>
          <c:extLst>
            <c:ext xmlns:c16="http://schemas.microsoft.com/office/drawing/2014/chart" uri="{C3380CC4-5D6E-409C-BE32-E72D297353CC}">
              <c16:uniqueId val="{00000000-8629-4CC1-9C46-7605A9F8F940}"/>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0.95</c:v>
                </c:pt>
                <c:pt idx="1">
                  <c:v>0.93</c:v>
                </c:pt>
                <c:pt idx="2">
                  <c:v>0.88</c:v>
                </c:pt>
                <c:pt idx="3">
                  <c:v>0.75</c:v>
                </c:pt>
                <c:pt idx="4">
                  <c:v>0.7</c:v>
                </c:pt>
                <c:pt idx="5">
                  <c:v>0.3</c:v>
                </c:pt>
                <c:pt idx="6">
                  <c:v>0.28000000000000003</c:v>
                </c:pt>
                <c:pt idx="7">
                  <c:v>0.25</c:v>
                </c:pt>
                <c:pt idx="8">
                  <c:v>0.2</c:v>
                </c:pt>
                <c:pt idx="9">
                  <c:v>0.18</c:v>
                </c:pt>
                <c:pt idx="10">
                  <c:v>0.15</c:v>
                </c:pt>
                <c:pt idx="11">
                  <c:v>0.12</c:v>
                </c:pt>
                <c:pt idx="12">
                  <c:v>0.1</c:v>
                </c:pt>
                <c:pt idx="13">
                  <c:v>0.08</c:v>
                </c:pt>
                <c:pt idx="14">
                  <c:v>0.05</c:v>
                </c:pt>
                <c:pt idx="15">
                  <c:v>0.04</c:v>
                </c:pt>
                <c:pt idx="16">
                  <c:v>0.04</c:v>
                </c:pt>
                <c:pt idx="17">
                  <c:v>0.55000000000000004</c:v>
                </c:pt>
                <c:pt idx="18">
                  <c:v>0.52</c:v>
                </c:pt>
                <c:pt idx="19">
                  <c:v>0.48</c:v>
                </c:pt>
                <c:pt idx="20">
                  <c:v>0.45</c:v>
                </c:pt>
                <c:pt idx="21">
                  <c:v>0.42</c:v>
                </c:pt>
                <c:pt idx="22">
                  <c:v>0.4</c:v>
                </c:pt>
              </c:numCache>
            </c:numRef>
          </c:val>
          <c:smooth val="0"/>
          <c:extLst>
            <c:ext xmlns:c16="http://schemas.microsoft.com/office/drawing/2014/chart" uri="{C3380CC4-5D6E-409C-BE32-E72D297353CC}">
              <c16:uniqueId val="{00000001-8629-4CC1-9C46-7605A9F8F940}"/>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0.95</c:v>
                </c:pt>
                <c:pt idx="1">
                  <c:v>0.92</c:v>
                </c:pt>
                <c:pt idx="2">
                  <c:v>0.88</c:v>
                </c:pt>
                <c:pt idx="3">
                  <c:v>0.88</c:v>
                </c:pt>
                <c:pt idx="4">
                  <c:v>0.86</c:v>
                </c:pt>
                <c:pt idx="5">
                  <c:v>0.55000000000000004</c:v>
                </c:pt>
                <c:pt idx="6">
                  <c:v>0.5</c:v>
                </c:pt>
                <c:pt idx="7">
                  <c:v>0.45</c:v>
                </c:pt>
                <c:pt idx="8">
                  <c:v>0.4</c:v>
                </c:pt>
                <c:pt idx="9">
                  <c:v>0.38</c:v>
                </c:pt>
                <c:pt idx="10">
                  <c:v>0.7</c:v>
                </c:pt>
                <c:pt idx="11">
                  <c:v>0.35</c:v>
                </c:pt>
                <c:pt idx="12">
                  <c:v>0.3</c:v>
                </c:pt>
                <c:pt idx="13">
                  <c:v>0.25</c:v>
                </c:pt>
                <c:pt idx="14">
                  <c:v>0.2</c:v>
                </c:pt>
                <c:pt idx="15">
                  <c:v>0.15</c:v>
                </c:pt>
                <c:pt idx="16">
                  <c:v>0.15</c:v>
                </c:pt>
                <c:pt idx="17">
                  <c:v>0.1</c:v>
                </c:pt>
                <c:pt idx="18">
                  <c:v>0.06</c:v>
                </c:pt>
                <c:pt idx="19">
                  <c:v>0.05</c:v>
                </c:pt>
                <c:pt idx="20">
                  <c:v>0.03</c:v>
                </c:pt>
                <c:pt idx="21">
                  <c:v>0.01</c:v>
                </c:pt>
                <c:pt idx="22">
                  <c:v>0.02</c:v>
                </c:pt>
              </c:numCache>
            </c:numRef>
          </c:val>
          <c:smooth val="0"/>
          <c:extLst>
            <c:ext xmlns:c16="http://schemas.microsoft.com/office/drawing/2014/chart" uri="{C3380CC4-5D6E-409C-BE32-E72D297353CC}">
              <c16:uniqueId val="{00000002-8629-4CC1-9C46-7605A9F8F940}"/>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0.95</c:v>
                </c:pt>
                <c:pt idx="1">
                  <c:v>0.9</c:v>
                </c:pt>
                <c:pt idx="2">
                  <c:v>0.7</c:v>
                </c:pt>
                <c:pt idx="3">
                  <c:v>0.85</c:v>
                </c:pt>
                <c:pt idx="4">
                  <c:v>0.6</c:v>
                </c:pt>
                <c:pt idx="5">
                  <c:v>0.8</c:v>
                </c:pt>
                <c:pt idx="6">
                  <c:v>0.8</c:v>
                </c:pt>
                <c:pt idx="7">
                  <c:v>0.8</c:v>
                </c:pt>
                <c:pt idx="8">
                  <c:v>0.8</c:v>
                </c:pt>
                <c:pt idx="9">
                  <c:v>0.8</c:v>
                </c:pt>
                <c:pt idx="10">
                  <c:v>0.5</c:v>
                </c:pt>
                <c:pt idx="11">
                  <c:v>0.75</c:v>
                </c:pt>
                <c:pt idx="12">
                  <c:v>0.75</c:v>
                </c:pt>
                <c:pt idx="13">
                  <c:v>0.75</c:v>
                </c:pt>
                <c:pt idx="14">
                  <c:v>0.75</c:v>
                </c:pt>
                <c:pt idx="15">
                  <c:v>0.75</c:v>
                </c:pt>
                <c:pt idx="16">
                  <c:v>0.75</c:v>
                </c:pt>
                <c:pt idx="17">
                  <c:v>0.7</c:v>
                </c:pt>
                <c:pt idx="18">
                  <c:v>0.7</c:v>
                </c:pt>
                <c:pt idx="19">
                  <c:v>0.7</c:v>
                </c:pt>
                <c:pt idx="20">
                  <c:v>0.7</c:v>
                </c:pt>
                <c:pt idx="21">
                  <c:v>0.7</c:v>
                </c:pt>
                <c:pt idx="22">
                  <c:v>0.7</c:v>
                </c:pt>
              </c:numCache>
            </c:numRef>
          </c:val>
          <c:smooth val="0"/>
          <c:extLst>
            <c:ext xmlns:c16="http://schemas.microsoft.com/office/drawing/2014/chart" uri="{C3380CC4-5D6E-409C-BE32-E72D297353CC}">
              <c16:uniqueId val="{00000001-E7F8-4026-B5AC-7D63BB5EBA1D}"/>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0.95</c:v>
                </c:pt>
                <c:pt idx="1">
                  <c:v>0.9</c:v>
                </c:pt>
                <c:pt idx="2">
                  <c:v>0.7</c:v>
                </c:pt>
                <c:pt idx="3">
                  <c:v>0.45</c:v>
                </c:pt>
                <c:pt idx="4">
                  <c:v>0.4</c:v>
                </c:pt>
                <c:pt idx="5">
                  <c:v>0.35</c:v>
                </c:pt>
                <c:pt idx="6">
                  <c:v>0.3</c:v>
                </c:pt>
                <c:pt idx="7">
                  <c:v>0.25</c:v>
                </c:pt>
                <c:pt idx="8">
                  <c:v>0.2</c:v>
                </c:pt>
                <c:pt idx="9">
                  <c:v>0.2</c:v>
                </c:pt>
                <c:pt idx="10">
                  <c:v>0.15</c:v>
                </c:pt>
                <c:pt idx="11">
                  <c:v>0.1</c:v>
                </c:pt>
                <c:pt idx="12">
                  <c:v>0.1</c:v>
                </c:pt>
                <c:pt idx="13">
                  <c:v>0.05</c:v>
                </c:pt>
                <c:pt idx="14">
                  <c:v>0.2</c:v>
                </c:pt>
                <c:pt idx="15">
                  <c:v>0.25</c:v>
                </c:pt>
                <c:pt idx="16">
                  <c:v>0.25</c:v>
                </c:pt>
                <c:pt idx="17">
                  <c:v>0.15</c:v>
                </c:pt>
                <c:pt idx="18">
                  <c:v>0.18</c:v>
                </c:pt>
                <c:pt idx="19">
                  <c:v>0.08</c:v>
                </c:pt>
                <c:pt idx="20">
                  <c:v>0.12</c:v>
                </c:pt>
                <c:pt idx="21">
                  <c:v>0.09</c:v>
                </c:pt>
                <c:pt idx="22">
                  <c:v>0.11</c:v>
                </c:pt>
              </c:numCache>
            </c:numRef>
          </c:val>
          <c:smooth val="0"/>
          <c:extLst>
            <c:ext xmlns:c16="http://schemas.microsoft.com/office/drawing/2014/chart" uri="{C3380CC4-5D6E-409C-BE32-E72D297353CC}">
              <c16:uniqueId val="{00000002-E7F8-4026-B5AC-7D63BB5EBA1D}"/>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0.9</c:v>
                </c:pt>
                <c:pt idx="1">
                  <c:v>0.85</c:v>
                </c:pt>
                <c:pt idx="2">
                  <c:v>0.55000000000000004</c:v>
                </c:pt>
                <c:pt idx="3">
                  <c:v>0.2</c:v>
                </c:pt>
                <c:pt idx="4">
                  <c:v>0.2</c:v>
                </c:pt>
                <c:pt idx="5">
                  <c:v>0.2</c:v>
                </c:pt>
                <c:pt idx="6">
                  <c:v>0.2</c:v>
                </c:pt>
                <c:pt idx="7">
                  <c:v>0.2</c:v>
                </c:pt>
                <c:pt idx="8">
                  <c:v>0.2</c:v>
                </c:pt>
                <c:pt idx="9">
                  <c:v>0.2</c:v>
                </c:pt>
                <c:pt idx="10">
                  <c:v>0.2</c:v>
                </c:pt>
                <c:pt idx="11">
                  <c:v>0.2</c:v>
                </c:pt>
                <c:pt idx="12">
                  <c:v>0.2</c:v>
                </c:pt>
                <c:pt idx="13">
                  <c:v>0.2</c:v>
                </c:pt>
                <c:pt idx="14">
                  <c:v>0.2</c:v>
                </c:pt>
                <c:pt idx="15">
                  <c:v>0.2</c:v>
                </c:pt>
                <c:pt idx="16">
                  <c:v>0.2</c:v>
                </c:pt>
                <c:pt idx="17">
                  <c:v>0.2</c:v>
                </c:pt>
                <c:pt idx="18">
                  <c:v>0.2</c:v>
                </c:pt>
                <c:pt idx="19">
                  <c:v>0.2</c:v>
                </c:pt>
                <c:pt idx="20">
                  <c:v>0.2</c:v>
                </c:pt>
                <c:pt idx="21">
                  <c:v>0.2</c:v>
                </c:pt>
                <c:pt idx="22">
                  <c:v>0.2</c:v>
                </c:pt>
              </c:numCache>
            </c:numRef>
          </c:val>
          <c:smooth val="0"/>
          <c:extLst>
            <c:ext xmlns:c16="http://schemas.microsoft.com/office/drawing/2014/chart" uri="{C3380CC4-5D6E-409C-BE32-E72D297353CC}">
              <c16:uniqueId val="{00000003-E7F8-4026-B5AC-7D63BB5EBA1D}"/>
            </c:ext>
          </c:extLst>
        </c:ser>
        <c:dLbls>
          <c:showLegendKey val="0"/>
          <c:showVal val="0"/>
          <c:showCatName val="0"/>
          <c:showSerName val="0"/>
          <c:showPercent val="0"/>
          <c:showBubbleSize val="0"/>
        </c:dLbls>
        <c:marker val="1"/>
        <c:smooth val="0"/>
        <c:axId val="1085835040"/>
        <c:axId val="1085836000"/>
      </c:lineChart>
      <c:catAx>
        <c:axId val="1085835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85836000"/>
        <c:crosses val="autoZero"/>
        <c:auto val="1"/>
        <c:lblAlgn val="ctr"/>
        <c:lblOffset val="100"/>
        <c:noMultiLvlLbl val="0"/>
      </c:catAx>
      <c:valAx>
        <c:axId val="10858360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85835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mistral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0.95</c:v>
                </c:pt>
                <c:pt idx="1">
                  <c:v>0.95</c:v>
                </c:pt>
                <c:pt idx="2">
                  <c:v>0.8</c:v>
                </c:pt>
                <c:pt idx="3">
                  <c:v>0.7</c:v>
                </c:pt>
                <c:pt idx="4">
                  <c:v>0.6</c:v>
                </c:pt>
                <c:pt idx="5">
                  <c:v>0.5</c:v>
                </c:pt>
                <c:pt idx="6">
                  <c:v>0.5</c:v>
                </c:pt>
                <c:pt idx="7">
                  <c:v>0.5</c:v>
                </c:pt>
                <c:pt idx="8">
                  <c:v>0.5</c:v>
                </c:pt>
                <c:pt idx="9">
                  <c:v>0.5</c:v>
                </c:pt>
                <c:pt idx="10">
                  <c:v>0.5</c:v>
                </c:pt>
                <c:pt idx="11">
                  <c:v>0.5</c:v>
                </c:pt>
                <c:pt idx="12">
                  <c:v>0.5</c:v>
                </c:pt>
                <c:pt idx="13">
                  <c:v>0.5</c:v>
                </c:pt>
                <c:pt idx="14">
                  <c:v>0.5</c:v>
                </c:pt>
                <c:pt idx="15">
                  <c:v>0.5</c:v>
                </c:pt>
                <c:pt idx="16">
                  <c:v>0.6</c:v>
                </c:pt>
                <c:pt idx="17">
                  <c:v>0.6</c:v>
                </c:pt>
                <c:pt idx="18">
                  <c:v>0.6</c:v>
                </c:pt>
                <c:pt idx="19">
                  <c:v>0.6</c:v>
                </c:pt>
                <c:pt idx="20">
                  <c:v>0.6</c:v>
                </c:pt>
                <c:pt idx="21">
                  <c:v>0.6</c:v>
                </c:pt>
                <c:pt idx="22">
                  <c:v>0.6</c:v>
                </c:pt>
              </c:numCache>
            </c:numRef>
          </c:val>
          <c:smooth val="0"/>
          <c:extLst>
            <c:ext xmlns:c16="http://schemas.microsoft.com/office/drawing/2014/chart" uri="{C3380CC4-5D6E-409C-BE32-E72D297353CC}">
              <c16:uniqueId val="{00000000-4A1A-4F41-A4EF-693C4582D5DD}"/>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1</c:v>
                </c:pt>
                <c:pt idx="1">
                  <c:v>1</c:v>
                </c:pt>
                <c:pt idx="2">
                  <c:v>0.95</c:v>
                </c:pt>
                <c:pt idx="3">
                  <c:v>0.8</c:v>
                </c:pt>
                <c:pt idx="4">
                  <c:v>0.85</c:v>
                </c:pt>
                <c:pt idx="5">
                  <c:v>0.7</c:v>
                </c:pt>
                <c:pt idx="6">
                  <c:v>0.7</c:v>
                </c:pt>
                <c:pt idx="7">
                  <c:v>0.7</c:v>
                </c:pt>
                <c:pt idx="8">
                  <c:v>0.7</c:v>
                </c:pt>
                <c:pt idx="9">
                  <c:v>0.7</c:v>
                </c:pt>
                <c:pt idx="10">
                  <c:v>0.7</c:v>
                </c:pt>
                <c:pt idx="11">
                  <c:v>0.7</c:v>
                </c:pt>
                <c:pt idx="12">
                  <c:v>0.7</c:v>
                </c:pt>
                <c:pt idx="13">
                  <c:v>0.7</c:v>
                </c:pt>
                <c:pt idx="14">
                  <c:v>0.7</c:v>
                </c:pt>
                <c:pt idx="15">
                  <c:v>0.7</c:v>
                </c:pt>
                <c:pt idx="16">
                  <c:v>0.6</c:v>
                </c:pt>
                <c:pt idx="17">
                  <c:v>0.6</c:v>
                </c:pt>
                <c:pt idx="18">
                  <c:v>0.6</c:v>
                </c:pt>
                <c:pt idx="19">
                  <c:v>0.6</c:v>
                </c:pt>
                <c:pt idx="20">
                  <c:v>0.6</c:v>
                </c:pt>
                <c:pt idx="21">
                  <c:v>0.6</c:v>
                </c:pt>
                <c:pt idx="22">
                  <c:v>0.6</c:v>
                </c:pt>
              </c:numCache>
            </c:numRef>
          </c:val>
          <c:smooth val="0"/>
          <c:extLst>
            <c:ext xmlns:c16="http://schemas.microsoft.com/office/drawing/2014/chart" uri="{C3380CC4-5D6E-409C-BE32-E72D297353CC}">
              <c16:uniqueId val="{00000001-4A1A-4F41-A4EF-693C4582D5DD}"/>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0.8</c:v>
                </c:pt>
                <c:pt idx="17">
                  <c:v>0.8</c:v>
                </c:pt>
                <c:pt idx="18">
                  <c:v>0.8</c:v>
                </c:pt>
                <c:pt idx="19">
                  <c:v>0.8</c:v>
                </c:pt>
                <c:pt idx="20">
                  <c:v>0.9</c:v>
                </c:pt>
                <c:pt idx="21">
                  <c:v>0.8</c:v>
                </c:pt>
                <c:pt idx="22">
                  <c:v>0.8</c:v>
                </c:pt>
              </c:numCache>
            </c:numRef>
          </c:val>
          <c:smooth val="0"/>
          <c:extLst>
            <c:ext xmlns:c16="http://schemas.microsoft.com/office/drawing/2014/chart" uri="{C3380CC4-5D6E-409C-BE32-E72D297353CC}">
              <c16:uniqueId val="{00000002-4A1A-4F41-A4EF-693C4582D5DD}"/>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numCache>
            </c:numRef>
          </c:val>
          <c:smooth val="0"/>
          <c:extLst>
            <c:ext xmlns:c16="http://schemas.microsoft.com/office/drawing/2014/chart" uri="{C3380CC4-5D6E-409C-BE32-E72D297353CC}">
              <c16:uniqueId val="{00000001-6BBB-442B-8D8B-F6DF44E9F38E}"/>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0.9</c:v>
                </c:pt>
                <c:pt idx="21">
                  <c:v>0.9</c:v>
                </c:pt>
                <c:pt idx="22">
                  <c:v>0</c:v>
                </c:pt>
              </c:numCache>
            </c:numRef>
          </c:val>
          <c:smooth val="0"/>
          <c:extLst>
            <c:ext xmlns:c16="http://schemas.microsoft.com/office/drawing/2014/chart" uri="{C3380CC4-5D6E-409C-BE32-E72D297353CC}">
              <c16:uniqueId val="{00000003-6BBB-442B-8D8B-F6DF44E9F38E}"/>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c:v>
                </c:pt>
                <c:pt idx="1">
                  <c:v>0</c:v>
                </c:pt>
                <c:pt idx="2">
                  <c:v>0</c:v>
                </c:pt>
                <c:pt idx="3">
                  <c:v>0.3</c:v>
                </c:pt>
                <c:pt idx="4">
                  <c:v>0.3</c:v>
                </c:pt>
                <c:pt idx="5">
                  <c:v>0.5</c:v>
                </c:pt>
                <c:pt idx="6">
                  <c:v>0.5</c:v>
                </c:pt>
                <c:pt idx="7">
                  <c:v>0.5</c:v>
                </c:pt>
                <c:pt idx="8">
                  <c:v>0.5</c:v>
                </c:pt>
                <c:pt idx="9">
                  <c:v>0.5</c:v>
                </c:pt>
                <c:pt idx="10">
                  <c:v>0.5</c:v>
                </c:pt>
                <c:pt idx="11">
                  <c:v>0.5</c:v>
                </c:pt>
                <c:pt idx="12">
                  <c:v>0.5</c:v>
                </c:pt>
                <c:pt idx="13">
                  <c:v>0.5</c:v>
                </c:pt>
                <c:pt idx="14">
                  <c:v>0.5</c:v>
                </c:pt>
                <c:pt idx="15">
                  <c:v>0.5</c:v>
                </c:pt>
                <c:pt idx="16">
                  <c:v>0.7</c:v>
                </c:pt>
                <c:pt idx="17">
                  <c:v>0.7</c:v>
                </c:pt>
                <c:pt idx="18">
                  <c:v>0.7</c:v>
                </c:pt>
                <c:pt idx="19">
                  <c:v>0.7</c:v>
                </c:pt>
                <c:pt idx="20">
                  <c:v>0.8</c:v>
                </c:pt>
                <c:pt idx="21">
                  <c:v>0.8</c:v>
                </c:pt>
                <c:pt idx="22">
                  <c:v>0.7</c:v>
                </c:pt>
              </c:numCache>
            </c:numRef>
          </c:val>
          <c:smooth val="0"/>
          <c:extLst>
            <c:ext xmlns:c16="http://schemas.microsoft.com/office/drawing/2014/chart" uri="{C3380CC4-5D6E-409C-BE32-E72D297353CC}">
              <c16:uniqueId val="{00000005-6BBB-442B-8D8B-F6DF44E9F38E}"/>
            </c:ext>
          </c:extLst>
        </c:ser>
        <c:dLbls>
          <c:showLegendKey val="0"/>
          <c:showVal val="0"/>
          <c:showCatName val="0"/>
          <c:showSerName val="0"/>
          <c:showPercent val="0"/>
          <c:showBubbleSize val="0"/>
        </c:dLbls>
        <c:marker val="1"/>
        <c:smooth val="0"/>
        <c:axId val="755015071"/>
        <c:axId val="755025631"/>
      </c:lineChart>
      <c:catAx>
        <c:axId val="7550150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5025631"/>
        <c:crosses val="autoZero"/>
        <c:auto val="1"/>
        <c:lblAlgn val="ctr"/>
        <c:lblOffset val="100"/>
        <c:noMultiLvlLbl val="0"/>
      </c:catAx>
      <c:valAx>
        <c:axId val="75502563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501507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GPT-5.4-mini </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0.85</c:v>
                </c:pt>
                <c:pt idx="1">
                  <c:v>0.9</c:v>
                </c:pt>
                <c:pt idx="2">
                  <c:v>0.7</c:v>
                </c:pt>
                <c:pt idx="3">
                  <c:v>0.8</c:v>
                </c:pt>
                <c:pt idx="4">
                  <c:v>0.8</c:v>
                </c:pt>
                <c:pt idx="5">
                  <c:v>0.75</c:v>
                </c:pt>
                <c:pt idx="6">
                  <c:v>0.75</c:v>
                </c:pt>
                <c:pt idx="7">
                  <c:v>0.75</c:v>
                </c:pt>
                <c:pt idx="8">
                  <c:v>0.75</c:v>
                </c:pt>
                <c:pt idx="9">
                  <c:v>0.75</c:v>
                </c:pt>
                <c:pt idx="10">
                  <c:v>0.85</c:v>
                </c:pt>
                <c:pt idx="11">
                  <c:v>0.6</c:v>
                </c:pt>
                <c:pt idx="12">
                  <c:v>0.7</c:v>
                </c:pt>
                <c:pt idx="13">
                  <c:v>0.8</c:v>
                </c:pt>
                <c:pt idx="14">
                  <c:v>0.8</c:v>
                </c:pt>
                <c:pt idx="15">
                  <c:v>0.8</c:v>
                </c:pt>
                <c:pt idx="16">
                  <c:v>0.65</c:v>
                </c:pt>
                <c:pt idx="17">
                  <c:v>0.7</c:v>
                </c:pt>
                <c:pt idx="18">
                  <c:v>0.7</c:v>
                </c:pt>
                <c:pt idx="19">
                  <c:v>0.7</c:v>
                </c:pt>
                <c:pt idx="20">
                  <c:v>0.75</c:v>
                </c:pt>
                <c:pt idx="21">
                  <c:v>0.75</c:v>
                </c:pt>
                <c:pt idx="22">
                  <c:v>0.7</c:v>
                </c:pt>
              </c:numCache>
            </c:numRef>
          </c:val>
          <c:smooth val="0"/>
          <c:extLst>
            <c:ext xmlns:c16="http://schemas.microsoft.com/office/drawing/2014/chart" uri="{C3380CC4-5D6E-409C-BE32-E72D297353CC}">
              <c16:uniqueId val="{00000000-1CC1-43CA-B8ED-C9719B3543D4}"/>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0.55000000000000004</c:v>
                </c:pt>
                <c:pt idx="12">
                  <c:v>0.6</c:v>
                </c:pt>
                <c:pt idx="13">
                  <c:v>0.8</c:v>
                </c:pt>
                <c:pt idx="14">
                  <c:v>0.8</c:v>
                </c:pt>
                <c:pt idx="15">
                  <c:v>0.75</c:v>
                </c:pt>
                <c:pt idx="16">
                  <c:v>0.6</c:v>
                </c:pt>
                <c:pt idx="17">
                  <c:v>0.6</c:v>
                </c:pt>
                <c:pt idx="18">
                  <c:v>0.6</c:v>
                </c:pt>
                <c:pt idx="19">
                  <c:v>0.6</c:v>
                </c:pt>
                <c:pt idx="20">
                  <c:v>0.75</c:v>
                </c:pt>
                <c:pt idx="21">
                  <c:v>0.8</c:v>
                </c:pt>
                <c:pt idx="22">
                  <c:v>0.6</c:v>
                </c:pt>
              </c:numCache>
            </c:numRef>
          </c:val>
          <c:smooth val="0"/>
          <c:extLst>
            <c:ext xmlns:c16="http://schemas.microsoft.com/office/drawing/2014/chart" uri="{C3380CC4-5D6E-409C-BE32-E72D297353CC}">
              <c16:uniqueId val="{00000001-1CC1-43CA-B8ED-C9719B3543D4}"/>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0.85</c:v>
                </c:pt>
                <c:pt idx="14">
                  <c:v>0.85</c:v>
                </c:pt>
                <c:pt idx="15">
                  <c:v>0.8</c:v>
                </c:pt>
                <c:pt idx="16">
                  <c:v>0.65</c:v>
                </c:pt>
                <c:pt idx="17">
                  <c:v>0.65</c:v>
                </c:pt>
                <c:pt idx="18">
                  <c:v>0.65</c:v>
                </c:pt>
                <c:pt idx="19">
                  <c:v>0.65</c:v>
                </c:pt>
                <c:pt idx="20">
                  <c:v>0.8</c:v>
                </c:pt>
                <c:pt idx="21">
                  <c:v>0.85</c:v>
                </c:pt>
                <c:pt idx="22">
                  <c:v>0.65</c:v>
                </c:pt>
              </c:numCache>
            </c:numRef>
          </c:val>
          <c:smooth val="0"/>
          <c:extLst>
            <c:ext xmlns:c16="http://schemas.microsoft.com/office/drawing/2014/chart" uri="{C3380CC4-5D6E-409C-BE32-E72D297353CC}">
              <c16:uniqueId val="{00000002-1CC1-43CA-B8ED-C9719B3543D4}"/>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c:v>
                </c:pt>
                <c:pt idx="14">
                  <c:v>0.8</c:v>
                </c:pt>
                <c:pt idx="15">
                  <c:v>0.65</c:v>
                </c:pt>
                <c:pt idx="16">
                  <c:v>0.65</c:v>
                </c:pt>
                <c:pt idx="17">
                  <c:v>0.65</c:v>
                </c:pt>
                <c:pt idx="18">
                  <c:v>0.65</c:v>
                </c:pt>
                <c:pt idx="19">
                  <c:v>0.65</c:v>
                </c:pt>
                <c:pt idx="20">
                  <c:v>0.75</c:v>
                </c:pt>
                <c:pt idx="21">
                  <c:v>0.85</c:v>
                </c:pt>
                <c:pt idx="22">
                  <c:v>0.65</c:v>
                </c:pt>
              </c:numCache>
            </c:numRef>
          </c:val>
          <c:smooth val="0"/>
          <c:extLst>
            <c:ext xmlns:c16="http://schemas.microsoft.com/office/drawing/2014/chart" uri="{C3380CC4-5D6E-409C-BE32-E72D297353CC}">
              <c16:uniqueId val="{00000001-9C8D-478F-8215-3C6B3AD69390}"/>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c:v>
                </c:pt>
                <c:pt idx="14">
                  <c:v>0.8</c:v>
                </c:pt>
                <c:pt idx="15">
                  <c:v>0.75</c:v>
                </c:pt>
                <c:pt idx="16">
                  <c:v>0.65</c:v>
                </c:pt>
                <c:pt idx="17">
                  <c:v>0.65</c:v>
                </c:pt>
                <c:pt idx="18">
                  <c:v>0.7</c:v>
                </c:pt>
                <c:pt idx="19">
                  <c:v>0.6</c:v>
                </c:pt>
                <c:pt idx="20">
                  <c:v>0.85</c:v>
                </c:pt>
                <c:pt idx="21">
                  <c:v>0.9</c:v>
                </c:pt>
                <c:pt idx="22">
                  <c:v>0.65</c:v>
                </c:pt>
              </c:numCache>
            </c:numRef>
          </c:val>
          <c:smooth val="0"/>
          <c:extLst>
            <c:ext xmlns:c16="http://schemas.microsoft.com/office/drawing/2014/chart" uri="{C3380CC4-5D6E-409C-BE32-E72D297353CC}">
              <c16:uniqueId val="{00000003-9C8D-478F-8215-3C6B3AD69390}"/>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0.85</c:v>
                </c:pt>
                <c:pt idx="1">
                  <c:v>0.9</c:v>
                </c:pt>
                <c:pt idx="2">
                  <c:v>0.75</c:v>
                </c:pt>
                <c:pt idx="3">
                  <c:v>0.8</c:v>
                </c:pt>
                <c:pt idx="4">
                  <c:v>0.8</c:v>
                </c:pt>
                <c:pt idx="5">
                  <c:v>0.7</c:v>
                </c:pt>
                <c:pt idx="6">
                  <c:v>0.7</c:v>
                </c:pt>
                <c:pt idx="7">
                  <c:v>0.7</c:v>
                </c:pt>
                <c:pt idx="8">
                  <c:v>0.65</c:v>
                </c:pt>
                <c:pt idx="9">
                  <c:v>0.7</c:v>
                </c:pt>
                <c:pt idx="10">
                  <c:v>0.85</c:v>
                </c:pt>
                <c:pt idx="11">
                  <c:v>0.6</c:v>
                </c:pt>
                <c:pt idx="12">
                  <c:v>0.75</c:v>
                </c:pt>
                <c:pt idx="13">
                  <c:v>0.85</c:v>
                </c:pt>
                <c:pt idx="14">
                  <c:v>0.85</c:v>
                </c:pt>
                <c:pt idx="15">
                  <c:v>0.8</c:v>
                </c:pt>
                <c:pt idx="16">
                  <c:v>0.65</c:v>
                </c:pt>
                <c:pt idx="17">
                  <c:v>0.7</c:v>
                </c:pt>
                <c:pt idx="18">
                  <c:v>0.75</c:v>
                </c:pt>
                <c:pt idx="19">
                  <c:v>0.7</c:v>
                </c:pt>
                <c:pt idx="20">
                  <c:v>0.85</c:v>
                </c:pt>
                <c:pt idx="21">
                  <c:v>0.85</c:v>
                </c:pt>
                <c:pt idx="22">
                  <c:v>0.75</c:v>
                </c:pt>
              </c:numCache>
            </c:numRef>
          </c:val>
          <c:smooth val="0"/>
          <c:extLst>
            <c:ext xmlns:c16="http://schemas.microsoft.com/office/drawing/2014/chart" uri="{C3380CC4-5D6E-409C-BE32-E72D297353CC}">
              <c16:uniqueId val="{00000005-9C8D-478F-8215-3C6B3AD69390}"/>
            </c:ext>
          </c:extLst>
        </c:ser>
        <c:dLbls>
          <c:showLegendKey val="0"/>
          <c:showVal val="0"/>
          <c:showCatName val="0"/>
          <c:showSerName val="0"/>
          <c:showPercent val="0"/>
          <c:showBubbleSize val="0"/>
        </c:dLbls>
        <c:marker val="1"/>
        <c:smooth val="0"/>
        <c:axId val="567753104"/>
        <c:axId val="634215824"/>
      </c:lineChart>
      <c:catAx>
        <c:axId val="567753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34215824"/>
        <c:crosses val="autoZero"/>
        <c:auto val="1"/>
        <c:lblAlgn val="ctr"/>
        <c:lblOffset val="100"/>
        <c:noMultiLvlLbl val="0"/>
      </c:catAx>
      <c:valAx>
        <c:axId val="6342158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7753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GPT-5.4</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0.75</c:v>
                </c:pt>
                <c:pt idx="1">
                  <c:v>0.8</c:v>
                </c:pt>
                <c:pt idx="2">
                  <c:v>0.85</c:v>
                </c:pt>
                <c:pt idx="3">
                  <c:v>0.7</c:v>
                </c:pt>
                <c:pt idx="4">
                  <c:v>0.7</c:v>
                </c:pt>
                <c:pt idx="5">
                  <c:v>0.65</c:v>
                </c:pt>
                <c:pt idx="6">
                  <c:v>0.65</c:v>
                </c:pt>
                <c:pt idx="7">
                  <c:v>0.65</c:v>
                </c:pt>
                <c:pt idx="8">
                  <c:v>0.6</c:v>
                </c:pt>
                <c:pt idx="9">
                  <c:v>0.6</c:v>
                </c:pt>
                <c:pt idx="10">
                  <c:v>0.9</c:v>
                </c:pt>
                <c:pt idx="11">
                  <c:v>0.5</c:v>
                </c:pt>
                <c:pt idx="12">
                  <c:v>0.55000000000000004</c:v>
                </c:pt>
                <c:pt idx="13">
                  <c:v>0.85</c:v>
                </c:pt>
                <c:pt idx="14">
                  <c:v>0.85</c:v>
                </c:pt>
                <c:pt idx="15">
                  <c:v>0.75</c:v>
                </c:pt>
                <c:pt idx="16">
                  <c:v>0.6</c:v>
                </c:pt>
                <c:pt idx="17">
                  <c:v>0.8</c:v>
                </c:pt>
                <c:pt idx="18">
                  <c:v>0.85</c:v>
                </c:pt>
                <c:pt idx="19">
                  <c:v>0.7</c:v>
                </c:pt>
                <c:pt idx="20">
                  <c:v>0.9</c:v>
                </c:pt>
                <c:pt idx="21">
                  <c:v>0.9</c:v>
                </c:pt>
                <c:pt idx="22">
                  <c:v>0.8</c:v>
                </c:pt>
              </c:numCache>
            </c:numRef>
          </c:val>
          <c:smooth val="0"/>
          <c:extLst>
            <c:ext xmlns:c16="http://schemas.microsoft.com/office/drawing/2014/chart" uri="{C3380CC4-5D6E-409C-BE32-E72D297353CC}">
              <c16:uniqueId val="{00000000-B786-4786-AAFB-1349BDFD19DD}"/>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0.85</c:v>
                </c:pt>
                <c:pt idx="1">
                  <c:v>0.9</c:v>
                </c:pt>
                <c:pt idx="2">
                  <c:v>0.75</c:v>
                </c:pt>
                <c:pt idx="3">
                  <c:v>0.8</c:v>
                </c:pt>
                <c:pt idx="4">
                  <c:v>0.8</c:v>
                </c:pt>
                <c:pt idx="5">
                  <c:v>0.7</c:v>
                </c:pt>
                <c:pt idx="6">
                  <c:v>0.7</c:v>
                </c:pt>
                <c:pt idx="7">
                  <c:v>0.7</c:v>
                </c:pt>
                <c:pt idx="8">
                  <c:v>0.7</c:v>
                </c:pt>
                <c:pt idx="9">
                  <c:v>0.7</c:v>
                </c:pt>
                <c:pt idx="10">
                  <c:v>0.75</c:v>
                </c:pt>
                <c:pt idx="11">
                  <c:v>0.4</c:v>
                </c:pt>
                <c:pt idx="12">
                  <c:v>0.75</c:v>
                </c:pt>
                <c:pt idx="13">
                  <c:v>0.8</c:v>
                </c:pt>
                <c:pt idx="14">
                  <c:v>0.8</c:v>
                </c:pt>
                <c:pt idx="15">
                  <c:v>0.75</c:v>
                </c:pt>
                <c:pt idx="16">
                  <c:v>0.5</c:v>
                </c:pt>
                <c:pt idx="17">
                  <c:v>0.5</c:v>
                </c:pt>
                <c:pt idx="18">
                  <c:v>0.55000000000000004</c:v>
                </c:pt>
                <c:pt idx="19">
                  <c:v>0.45</c:v>
                </c:pt>
                <c:pt idx="20">
                  <c:v>0.85</c:v>
                </c:pt>
                <c:pt idx="21">
                  <c:v>0.85</c:v>
                </c:pt>
                <c:pt idx="22">
                  <c:v>0.55000000000000004</c:v>
                </c:pt>
              </c:numCache>
            </c:numRef>
          </c:val>
          <c:smooth val="0"/>
          <c:extLst>
            <c:ext xmlns:c16="http://schemas.microsoft.com/office/drawing/2014/chart" uri="{C3380CC4-5D6E-409C-BE32-E72D297353CC}">
              <c16:uniqueId val="{00000001-B786-4786-AAFB-1349BDFD19DD}"/>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0.64</c:v>
                </c:pt>
                <c:pt idx="1">
                  <c:v>0.7</c:v>
                </c:pt>
                <c:pt idx="2">
                  <c:v>0.6</c:v>
                </c:pt>
                <c:pt idx="3">
                  <c:v>0.85</c:v>
                </c:pt>
                <c:pt idx="4">
                  <c:v>0.85</c:v>
                </c:pt>
                <c:pt idx="5">
                  <c:v>0.8</c:v>
                </c:pt>
                <c:pt idx="6">
                  <c:v>0.8</c:v>
                </c:pt>
                <c:pt idx="7">
                  <c:v>0.75</c:v>
                </c:pt>
                <c:pt idx="8">
                  <c:v>0.75</c:v>
                </c:pt>
                <c:pt idx="9">
                  <c:v>0.75</c:v>
                </c:pt>
                <c:pt idx="10">
                  <c:v>0.9</c:v>
                </c:pt>
                <c:pt idx="11">
                  <c:v>0.7</c:v>
                </c:pt>
                <c:pt idx="12">
                  <c:v>0.7</c:v>
                </c:pt>
                <c:pt idx="13">
                  <c:v>0.88</c:v>
                </c:pt>
                <c:pt idx="14">
                  <c:v>0.88</c:v>
                </c:pt>
                <c:pt idx="15">
                  <c:v>0.9</c:v>
                </c:pt>
                <c:pt idx="16">
                  <c:v>0.55000000000000004</c:v>
                </c:pt>
                <c:pt idx="17">
                  <c:v>0.55000000000000004</c:v>
                </c:pt>
                <c:pt idx="18">
                  <c:v>0.55000000000000004</c:v>
                </c:pt>
                <c:pt idx="19">
                  <c:v>0.55000000000000004</c:v>
                </c:pt>
                <c:pt idx="20">
                  <c:v>0.8</c:v>
                </c:pt>
                <c:pt idx="21">
                  <c:v>0.9</c:v>
                </c:pt>
                <c:pt idx="22">
                  <c:v>0.55000000000000004</c:v>
                </c:pt>
              </c:numCache>
            </c:numRef>
          </c:val>
          <c:smooth val="0"/>
          <c:extLst>
            <c:ext xmlns:c16="http://schemas.microsoft.com/office/drawing/2014/chart" uri="{C3380CC4-5D6E-409C-BE32-E72D297353CC}">
              <c16:uniqueId val="{00000002-B786-4786-AAFB-1349BDFD19DD}"/>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0.95</c:v>
                </c:pt>
                <c:pt idx="1">
                  <c:v>0.8</c:v>
                </c:pt>
                <c:pt idx="2">
                  <c:v>0.8</c:v>
                </c:pt>
                <c:pt idx="3">
                  <c:v>0.85</c:v>
                </c:pt>
                <c:pt idx="4">
                  <c:v>0.85</c:v>
                </c:pt>
                <c:pt idx="5">
                  <c:v>0.7</c:v>
                </c:pt>
                <c:pt idx="6">
                  <c:v>0.7</c:v>
                </c:pt>
                <c:pt idx="7">
                  <c:v>0.7</c:v>
                </c:pt>
                <c:pt idx="8">
                  <c:v>0.7</c:v>
                </c:pt>
                <c:pt idx="9">
                  <c:v>0.7</c:v>
                </c:pt>
                <c:pt idx="10">
                  <c:v>0.75</c:v>
                </c:pt>
                <c:pt idx="11">
                  <c:v>0.6</c:v>
                </c:pt>
                <c:pt idx="12">
                  <c:v>0.75</c:v>
                </c:pt>
                <c:pt idx="13">
                  <c:v>0.8</c:v>
                </c:pt>
                <c:pt idx="14">
                  <c:v>0.8</c:v>
                </c:pt>
                <c:pt idx="15">
                  <c:v>0.8</c:v>
                </c:pt>
                <c:pt idx="16">
                  <c:v>0.75</c:v>
                </c:pt>
                <c:pt idx="17">
                  <c:v>0.85</c:v>
                </c:pt>
                <c:pt idx="18">
                  <c:v>0.9</c:v>
                </c:pt>
                <c:pt idx="19">
                  <c:v>0.8</c:v>
                </c:pt>
                <c:pt idx="20">
                  <c:v>0.95</c:v>
                </c:pt>
                <c:pt idx="21">
                  <c:v>0.95</c:v>
                </c:pt>
                <c:pt idx="22">
                  <c:v>0.85</c:v>
                </c:pt>
              </c:numCache>
            </c:numRef>
          </c:val>
          <c:smooth val="0"/>
          <c:extLst>
            <c:ext xmlns:c16="http://schemas.microsoft.com/office/drawing/2014/chart" uri="{C3380CC4-5D6E-409C-BE32-E72D297353CC}">
              <c16:uniqueId val="{00000001-7E27-4E9C-AF94-510451A30372}"/>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0.65</c:v>
                </c:pt>
                <c:pt idx="1">
                  <c:v>0.75</c:v>
                </c:pt>
                <c:pt idx="2">
                  <c:v>0.85</c:v>
                </c:pt>
                <c:pt idx="3">
                  <c:v>0.7</c:v>
                </c:pt>
                <c:pt idx="4">
                  <c:v>0.7</c:v>
                </c:pt>
                <c:pt idx="5">
                  <c:v>0.55000000000000004</c:v>
                </c:pt>
                <c:pt idx="6">
                  <c:v>0.55000000000000004</c:v>
                </c:pt>
                <c:pt idx="7">
                  <c:v>0.55000000000000004</c:v>
                </c:pt>
                <c:pt idx="8">
                  <c:v>0.55000000000000004</c:v>
                </c:pt>
                <c:pt idx="9">
                  <c:v>0.55000000000000004</c:v>
                </c:pt>
                <c:pt idx="10">
                  <c:v>0.75</c:v>
                </c:pt>
                <c:pt idx="11">
                  <c:v>0.4</c:v>
                </c:pt>
                <c:pt idx="12">
                  <c:v>0.6</c:v>
                </c:pt>
                <c:pt idx="13">
                  <c:v>0.75</c:v>
                </c:pt>
                <c:pt idx="14">
                  <c:v>0.75</c:v>
                </c:pt>
                <c:pt idx="15">
                  <c:v>0.75</c:v>
                </c:pt>
                <c:pt idx="16">
                  <c:v>0.5</c:v>
                </c:pt>
                <c:pt idx="17">
                  <c:v>0.6</c:v>
                </c:pt>
                <c:pt idx="18">
                  <c:v>0.6</c:v>
                </c:pt>
                <c:pt idx="19">
                  <c:v>0.55000000000000004</c:v>
                </c:pt>
                <c:pt idx="20">
                  <c:v>0.8</c:v>
                </c:pt>
                <c:pt idx="21">
                  <c:v>0.8</c:v>
                </c:pt>
                <c:pt idx="22">
                  <c:v>0.6</c:v>
                </c:pt>
              </c:numCache>
            </c:numRef>
          </c:val>
          <c:smooth val="0"/>
          <c:extLst>
            <c:ext xmlns:c16="http://schemas.microsoft.com/office/drawing/2014/chart" uri="{C3380CC4-5D6E-409C-BE32-E72D297353CC}">
              <c16:uniqueId val="{00000003-7E27-4E9C-AF94-510451A30372}"/>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0.85</c:v>
                </c:pt>
                <c:pt idx="1">
                  <c:v>0.95</c:v>
                </c:pt>
                <c:pt idx="2">
                  <c:v>0.8</c:v>
                </c:pt>
                <c:pt idx="3">
                  <c:v>0.7</c:v>
                </c:pt>
                <c:pt idx="4">
                  <c:v>0.7</c:v>
                </c:pt>
                <c:pt idx="5">
                  <c:v>0.75</c:v>
                </c:pt>
                <c:pt idx="6">
                  <c:v>0.75</c:v>
                </c:pt>
                <c:pt idx="7">
                  <c:v>0.75</c:v>
                </c:pt>
                <c:pt idx="8">
                  <c:v>0.75</c:v>
                </c:pt>
                <c:pt idx="9">
                  <c:v>0.75</c:v>
                </c:pt>
                <c:pt idx="10">
                  <c:v>0.9</c:v>
                </c:pt>
                <c:pt idx="11">
                  <c:v>0.6</c:v>
                </c:pt>
                <c:pt idx="12">
                  <c:v>0.65</c:v>
                </c:pt>
                <c:pt idx="13">
                  <c:v>0.9</c:v>
                </c:pt>
                <c:pt idx="14">
                  <c:v>0.9</c:v>
                </c:pt>
                <c:pt idx="15">
                  <c:v>0.85</c:v>
                </c:pt>
                <c:pt idx="16">
                  <c:v>0.6</c:v>
                </c:pt>
                <c:pt idx="17">
                  <c:v>0.6</c:v>
                </c:pt>
                <c:pt idx="18">
                  <c:v>0.6</c:v>
                </c:pt>
                <c:pt idx="19">
                  <c:v>0.55000000000000004</c:v>
                </c:pt>
                <c:pt idx="20">
                  <c:v>0.75</c:v>
                </c:pt>
                <c:pt idx="21">
                  <c:v>0.85</c:v>
                </c:pt>
                <c:pt idx="22">
                  <c:v>0.6</c:v>
                </c:pt>
              </c:numCache>
            </c:numRef>
          </c:val>
          <c:smooth val="0"/>
          <c:extLst>
            <c:ext xmlns:c16="http://schemas.microsoft.com/office/drawing/2014/chart" uri="{C3380CC4-5D6E-409C-BE32-E72D297353CC}">
              <c16:uniqueId val="{00000005-7E27-4E9C-AF94-510451A30372}"/>
            </c:ext>
          </c:extLst>
        </c:ser>
        <c:dLbls>
          <c:showLegendKey val="0"/>
          <c:showVal val="0"/>
          <c:showCatName val="0"/>
          <c:showSerName val="0"/>
          <c:showPercent val="0"/>
          <c:showBubbleSize val="0"/>
        </c:dLbls>
        <c:marker val="1"/>
        <c:smooth val="0"/>
        <c:axId val="1019268720"/>
        <c:axId val="1019275920"/>
      </c:lineChart>
      <c:catAx>
        <c:axId val="10192687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75920"/>
        <c:crosses val="autoZero"/>
        <c:auto val="1"/>
        <c:lblAlgn val="ctr"/>
        <c:lblOffset val="100"/>
        <c:noMultiLvlLbl val="0"/>
      </c:catAx>
      <c:valAx>
        <c:axId val="10192759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68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GPT-5.2</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0.7</c:v>
                </c:pt>
                <c:pt idx="1">
                  <c:v>0.8</c:v>
                </c:pt>
                <c:pt idx="2">
                  <c:v>0.6</c:v>
                </c:pt>
                <c:pt idx="3">
                  <c:v>0.55000000000000004</c:v>
                </c:pt>
                <c:pt idx="4">
                  <c:v>0.6</c:v>
                </c:pt>
                <c:pt idx="5">
                  <c:v>0.5</c:v>
                </c:pt>
                <c:pt idx="6">
                  <c:v>0.5</c:v>
                </c:pt>
                <c:pt idx="7">
                  <c:v>0.45</c:v>
                </c:pt>
                <c:pt idx="8">
                  <c:v>0.45</c:v>
                </c:pt>
                <c:pt idx="9">
                  <c:v>0.45</c:v>
                </c:pt>
                <c:pt idx="10">
                  <c:v>0.55000000000000004</c:v>
                </c:pt>
                <c:pt idx="11">
                  <c:v>0.35</c:v>
                </c:pt>
                <c:pt idx="12">
                  <c:v>0.45</c:v>
                </c:pt>
                <c:pt idx="13">
                  <c:v>0.55000000000000004</c:v>
                </c:pt>
                <c:pt idx="14">
                  <c:v>0.55000000000000004</c:v>
                </c:pt>
                <c:pt idx="15">
                  <c:v>0.55000000000000004</c:v>
                </c:pt>
                <c:pt idx="16">
                  <c:v>0.5</c:v>
                </c:pt>
                <c:pt idx="17">
                  <c:v>0.55000000000000004</c:v>
                </c:pt>
                <c:pt idx="18">
                  <c:v>0.55000000000000004</c:v>
                </c:pt>
                <c:pt idx="19">
                  <c:v>0.45</c:v>
                </c:pt>
                <c:pt idx="20">
                  <c:v>0.65</c:v>
                </c:pt>
                <c:pt idx="21">
                  <c:v>0.65</c:v>
                </c:pt>
                <c:pt idx="22">
                  <c:v>0.45</c:v>
                </c:pt>
              </c:numCache>
            </c:numRef>
          </c:val>
          <c:smooth val="0"/>
          <c:extLst>
            <c:ext xmlns:c16="http://schemas.microsoft.com/office/drawing/2014/chart" uri="{C3380CC4-5D6E-409C-BE32-E72D297353CC}">
              <c16:uniqueId val="{00000000-A400-4986-A459-2221DFBD0251}"/>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0.7</c:v>
                </c:pt>
                <c:pt idx="1">
                  <c:v>0.75</c:v>
                </c:pt>
                <c:pt idx="2">
                  <c:v>0.6</c:v>
                </c:pt>
                <c:pt idx="3">
                  <c:v>0.35</c:v>
                </c:pt>
                <c:pt idx="4">
                  <c:v>0.35</c:v>
                </c:pt>
                <c:pt idx="5">
                  <c:v>0.45</c:v>
                </c:pt>
                <c:pt idx="6">
                  <c:v>0.45</c:v>
                </c:pt>
                <c:pt idx="7">
                  <c:v>0.45</c:v>
                </c:pt>
                <c:pt idx="8">
                  <c:v>0.45</c:v>
                </c:pt>
                <c:pt idx="9">
                  <c:v>0.45</c:v>
                </c:pt>
                <c:pt idx="10">
                  <c:v>0.45</c:v>
                </c:pt>
                <c:pt idx="11">
                  <c:v>0.3</c:v>
                </c:pt>
                <c:pt idx="12">
                  <c:v>0.45</c:v>
                </c:pt>
                <c:pt idx="13">
                  <c:v>0.45</c:v>
                </c:pt>
                <c:pt idx="14">
                  <c:v>0.45</c:v>
                </c:pt>
                <c:pt idx="15">
                  <c:v>0.45</c:v>
                </c:pt>
                <c:pt idx="16">
                  <c:v>0.55000000000000004</c:v>
                </c:pt>
                <c:pt idx="17">
                  <c:v>0.55000000000000004</c:v>
                </c:pt>
                <c:pt idx="18">
                  <c:v>0.55000000000000004</c:v>
                </c:pt>
                <c:pt idx="19">
                  <c:v>0.55000000000000004</c:v>
                </c:pt>
                <c:pt idx="20">
                  <c:v>0.6</c:v>
                </c:pt>
                <c:pt idx="21">
                  <c:v>0.6</c:v>
                </c:pt>
                <c:pt idx="22">
                  <c:v>0.55000000000000004</c:v>
                </c:pt>
              </c:numCache>
            </c:numRef>
          </c:val>
          <c:smooth val="0"/>
          <c:extLst>
            <c:ext xmlns:c16="http://schemas.microsoft.com/office/drawing/2014/chart" uri="{C3380CC4-5D6E-409C-BE32-E72D297353CC}">
              <c16:uniqueId val="{00000001-A400-4986-A459-2221DFBD0251}"/>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0.55000000000000004</c:v>
                </c:pt>
                <c:pt idx="1">
                  <c:v>0.65</c:v>
                </c:pt>
                <c:pt idx="2">
                  <c:v>0.6</c:v>
                </c:pt>
                <c:pt idx="3">
                  <c:v>0.45</c:v>
                </c:pt>
                <c:pt idx="4">
                  <c:v>0.55000000000000004</c:v>
                </c:pt>
                <c:pt idx="5">
                  <c:v>0.4</c:v>
                </c:pt>
                <c:pt idx="6">
                  <c:v>0.45</c:v>
                </c:pt>
                <c:pt idx="7">
                  <c:v>0.4</c:v>
                </c:pt>
                <c:pt idx="8">
                  <c:v>0.4</c:v>
                </c:pt>
                <c:pt idx="9">
                  <c:v>0.4</c:v>
                </c:pt>
                <c:pt idx="10">
                  <c:v>0.45</c:v>
                </c:pt>
                <c:pt idx="11">
                  <c:v>0.35</c:v>
                </c:pt>
                <c:pt idx="12">
                  <c:v>0.45</c:v>
                </c:pt>
                <c:pt idx="13">
                  <c:v>0.45</c:v>
                </c:pt>
                <c:pt idx="14">
                  <c:v>0.45</c:v>
                </c:pt>
                <c:pt idx="15">
                  <c:v>0.5</c:v>
                </c:pt>
                <c:pt idx="16">
                  <c:v>0.5</c:v>
                </c:pt>
                <c:pt idx="17">
                  <c:v>0.55000000000000004</c:v>
                </c:pt>
                <c:pt idx="18">
                  <c:v>0.55000000000000004</c:v>
                </c:pt>
                <c:pt idx="19">
                  <c:v>0.5</c:v>
                </c:pt>
                <c:pt idx="20">
                  <c:v>0.6</c:v>
                </c:pt>
                <c:pt idx="21">
                  <c:v>0.6</c:v>
                </c:pt>
                <c:pt idx="22">
                  <c:v>0.5</c:v>
                </c:pt>
              </c:numCache>
            </c:numRef>
          </c:val>
          <c:smooth val="0"/>
          <c:extLst>
            <c:ext xmlns:c16="http://schemas.microsoft.com/office/drawing/2014/chart" uri="{C3380CC4-5D6E-409C-BE32-E72D297353CC}">
              <c16:uniqueId val="{00000002-A400-4986-A459-2221DFBD0251}"/>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0.55000000000000004</c:v>
                </c:pt>
                <c:pt idx="1">
                  <c:v>0.65</c:v>
                </c:pt>
                <c:pt idx="2">
                  <c:v>0.6</c:v>
                </c:pt>
                <c:pt idx="3">
                  <c:v>0.45</c:v>
                </c:pt>
                <c:pt idx="4">
                  <c:v>0.5</c:v>
                </c:pt>
                <c:pt idx="5">
                  <c:v>0.4</c:v>
                </c:pt>
                <c:pt idx="6">
                  <c:v>0.4</c:v>
                </c:pt>
                <c:pt idx="7">
                  <c:v>0.4</c:v>
                </c:pt>
                <c:pt idx="8">
                  <c:v>0.4</c:v>
                </c:pt>
                <c:pt idx="9">
                  <c:v>0.4</c:v>
                </c:pt>
                <c:pt idx="10">
                  <c:v>0.35</c:v>
                </c:pt>
                <c:pt idx="11">
                  <c:v>0.35</c:v>
                </c:pt>
                <c:pt idx="12">
                  <c:v>0.45</c:v>
                </c:pt>
                <c:pt idx="13">
                  <c:v>0.35</c:v>
                </c:pt>
                <c:pt idx="14">
                  <c:v>0.35</c:v>
                </c:pt>
                <c:pt idx="15">
                  <c:v>0.45</c:v>
                </c:pt>
                <c:pt idx="16">
                  <c:v>0.5</c:v>
                </c:pt>
                <c:pt idx="17">
                  <c:v>0.55000000000000004</c:v>
                </c:pt>
                <c:pt idx="18">
                  <c:v>0.55000000000000004</c:v>
                </c:pt>
                <c:pt idx="19">
                  <c:v>0.45</c:v>
                </c:pt>
                <c:pt idx="20">
                  <c:v>0.7</c:v>
                </c:pt>
                <c:pt idx="21">
                  <c:v>0.65</c:v>
                </c:pt>
                <c:pt idx="22">
                  <c:v>0.5</c:v>
                </c:pt>
              </c:numCache>
            </c:numRef>
          </c:val>
          <c:smooth val="0"/>
          <c:extLst>
            <c:ext xmlns:c16="http://schemas.microsoft.com/office/drawing/2014/chart" uri="{C3380CC4-5D6E-409C-BE32-E72D297353CC}">
              <c16:uniqueId val="{00000001-9654-4A52-AF5A-F1981EB65826}"/>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0.55000000000000004</c:v>
                </c:pt>
                <c:pt idx="1">
                  <c:v>0.6</c:v>
                </c:pt>
                <c:pt idx="2">
                  <c:v>0.65</c:v>
                </c:pt>
                <c:pt idx="3">
                  <c:v>0.25</c:v>
                </c:pt>
                <c:pt idx="4">
                  <c:v>0.3</c:v>
                </c:pt>
                <c:pt idx="5">
                  <c:v>0.45</c:v>
                </c:pt>
                <c:pt idx="6">
                  <c:v>0.45</c:v>
                </c:pt>
                <c:pt idx="7">
                  <c:v>0.4</c:v>
                </c:pt>
                <c:pt idx="8">
                  <c:v>0.4</c:v>
                </c:pt>
                <c:pt idx="9">
                  <c:v>0.4</c:v>
                </c:pt>
                <c:pt idx="10">
                  <c:v>0.45</c:v>
                </c:pt>
                <c:pt idx="11">
                  <c:v>0.2</c:v>
                </c:pt>
                <c:pt idx="12">
                  <c:v>0.4</c:v>
                </c:pt>
                <c:pt idx="13">
                  <c:v>0.45</c:v>
                </c:pt>
                <c:pt idx="14">
                  <c:v>0.45</c:v>
                </c:pt>
                <c:pt idx="15">
                  <c:v>0.45</c:v>
                </c:pt>
                <c:pt idx="16">
                  <c:v>0.5</c:v>
                </c:pt>
                <c:pt idx="17">
                  <c:v>0.55000000000000004</c:v>
                </c:pt>
                <c:pt idx="18">
                  <c:v>0.55000000000000004</c:v>
                </c:pt>
                <c:pt idx="19">
                  <c:v>0.45</c:v>
                </c:pt>
                <c:pt idx="20">
                  <c:v>0.6</c:v>
                </c:pt>
                <c:pt idx="21">
                  <c:v>0.55000000000000004</c:v>
                </c:pt>
                <c:pt idx="22">
                  <c:v>0.5</c:v>
                </c:pt>
              </c:numCache>
            </c:numRef>
          </c:val>
          <c:smooth val="0"/>
          <c:extLst>
            <c:ext xmlns:c16="http://schemas.microsoft.com/office/drawing/2014/chart" uri="{C3380CC4-5D6E-409C-BE32-E72D297353CC}">
              <c16:uniqueId val="{00000003-9654-4A52-AF5A-F1981EB65826}"/>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0.85</c:v>
                </c:pt>
                <c:pt idx="1">
                  <c:v>0.9</c:v>
                </c:pt>
                <c:pt idx="2">
                  <c:v>0.7</c:v>
                </c:pt>
                <c:pt idx="3">
                  <c:v>0.55000000000000004</c:v>
                </c:pt>
                <c:pt idx="4">
                  <c:v>0.6</c:v>
                </c:pt>
                <c:pt idx="5">
                  <c:v>0.45</c:v>
                </c:pt>
                <c:pt idx="6">
                  <c:v>0.45</c:v>
                </c:pt>
                <c:pt idx="7">
                  <c:v>0.4</c:v>
                </c:pt>
                <c:pt idx="8">
                  <c:v>0.4</c:v>
                </c:pt>
                <c:pt idx="9">
                  <c:v>0.4</c:v>
                </c:pt>
                <c:pt idx="10">
                  <c:v>0.5</c:v>
                </c:pt>
                <c:pt idx="11">
                  <c:v>0.35</c:v>
                </c:pt>
                <c:pt idx="12">
                  <c:v>0.4</c:v>
                </c:pt>
                <c:pt idx="13">
                  <c:v>0.5</c:v>
                </c:pt>
                <c:pt idx="14">
                  <c:v>0.5</c:v>
                </c:pt>
                <c:pt idx="15">
                  <c:v>0.55000000000000004</c:v>
                </c:pt>
                <c:pt idx="16">
                  <c:v>0.45</c:v>
                </c:pt>
                <c:pt idx="17">
                  <c:v>0.45</c:v>
                </c:pt>
                <c:pt idx="18">
                  <c:v>0.45</c:v>
                </c:pt>
                <c:pt idx="19">
                  <c:v>0.4</c:v>
                </c:pt>
                <c:pt idx="20">
                  <c:v>0.55000000000000004</c:v>
                </c:pt>
                <c:pt idx="21">
                  <c:v>0.55000000000000004</c:v>
                </c:pt>
                <c:pt idx="22">
                  <c:v>0.45</c:v>
                </c:pt>
              </c:numCache>
            </c:numRef>
          </c:val>
          <c:smooth val="0"/>
          <c:extLst>
            <c:ext xmlns:c16="http://schemas.microsoft.com/office/drawing/2014/chart" uri="{C3380CC4-5D6E-409C-BE32-E72D297353CC}">
              <c16:uniqueId val="{00000005-9654-4A52-AF5A-F1981EB65826}"/>
            </c:ext>
          </c:extLst>
        </c:ser>
        <c:dLbls>
          <c:showLegendKey val="0"/>
          <c:showVal val="0"/>
          <c:showCatName val="0"/>
          <c:showSerName val="0"/>
          <c:showPercent val="0"/>
          <c:showBubbleSize val="0"/>
        </c:dLbls>
        <c:marker val="1"/>
        <c:smooth val="0"/>
        <c:axId val="1310318832"/>
        <c:axId val="1310324592"/>
      </c:lineChart>
      <c:catAx>
        <c:axId val="1310318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0324592"/>
        <c:crosses val="autoZero"/>
        <c:auto val="1"/>
        <c:lblAlgn val="ctr"/>
        <c:lblOffset val="100"/>
        <c:noMultiLvlLbl val="0"/>
      </c:catAx>
      <c:valAx>
        <c:axId val="13103245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31031883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Sheet1!$B$2:$B$24</c:f>
              <c:numCache>
                <c:formatCode>General</c:formatCode>
                <c:ptCount val="23"/>
                <c:pt idx="0">
                  <c:v>0.9</c:v>
                </c:pt>
                <c:pt idx="1">
                  <c:v>0.9</c:v>
                </c:pt>
                <c:pt idx="2">
                  <c:v>0.85</c:v>
                </c:pt>
                <c:pt idx="3">
                  <c:v>0.7</c:v>
                </c:pt>
                <c:pt idx="4">
                  <c:v>0.75</c:v>
                </c:pt>
                <c:pt idx="5">
                  <c:v>0.65</c:v>
                </c:pt>
                <c:pt idx="6">
                  <c:v>0.7</c:v>
                </c:pt>
                <c:pt idx="7">
                  <c:v>0.65</c:v>
                </c:pt>
                <c:pt idx="8">
                  <c:v>0.65</c:v>
                </c:pt>
                <c:pt idx="9">
                  <c:v>0.65</c:v>
                </c:pt>
                <c:pt idx="10">
                  <c:v>0.75</c:v>
                </c:pt>
                <c:pt idx="11">
                  <c:v>0.45</c:v>
                </c:pt>
                <c:pt idx="12">
                  <c:v>0.6</c:v>
                </c:pt>
                <c:pt idx="13">
                  <c:v>0.7</c:v>
                </c:pt>
                <c:pt idx="14">
                  <c:v>0.7</c:v>
                </c:pt>
                <c:pt idx="15">
                  <c:v>0.75</c:v>
                </c:pt>
                <c:pt idx="16">
                  <c:v>0.75</c:v>
                </c:pt>
                <c:pt idx="17">
                  <c:v>0.8</c:v>
                </c:pt>
                <c:pt idx="18">
                  <c:v>0.8</c:v>
                </c:pt>
                <c:pt idx="19">
                  <c:v>0.65</c:v>
                </c:pt>
                <c:pt idx="20">
                  <c:v>0.85</c:v>
                </c:pt>
                <c:pt idx="21">
                  <c:v>0.85</c:v>
                </c:pt>
                <c:pt idx="22">
                  <c:v>0.75</c:v>
                </c:pt>
              </c:numCache>
            </c:numRef>
          </c:val>
          <c:smooth val="0"/>
          <c:extLst>
            <c:ext xmlns:c16="http://schemas.microsoft.com/office/drawing/2014/chart" uri="{C3380CC4-5D6E-409C-BE32-E72D297353CC}">
              <c16:uniqueId val="{00000000-13AD-47EB-9A38-5F703C518A52}"/>
            </c:ext>
          </c:extLst>
        </c:ser>
        <c:ser>
          <c:idx val="1"/>
          <c:order val="1"/>
          <c:tx>
            <c:strRef>
              <c:f>Sheet1!$C$1</c:f>
              <c:strCache>
                <c:ptCount val="1"/>
                <c:pt idx="0">
                  <c:v>2</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Sheet1!$C$2:$C$24</c:f>
              <c:numCache>
                <c:formatCode>General</c:formatCode>
                <c:ptCount val="23"/>
                <c:pt idx="0">
                  <c:v>0.95</c:v>
                </c:pt>
                <c:pt idx="1">
                  <c:v>0.95</c:v>
                </c:pt>
                <c:pt idx="2">
                  <c:v>0.85</c:v>
                </c:pt>
                <c:pt idx="3">
                  <c:v>0.7</c:v>
                </c:pt>
                <c:pt idx="4">
                  <c:v>0.75</c:v>
                </c:pt>
                <c:pt idx="5">
                  <c:v>0.8</c:v>
                </c:pt>
                <c:pt idx="6">
                  <c:v>0.78</c:v>
                </c:pt>
                <c:pt idx="7">
                  <c:v>0.75</c:v>
                </c:pt>
                <c:pt idx="8">
                  <c:v>0.75</c:v>
                </c:pt>
                <c:pt idx="9">
                  <c:v>0.78</c:v>
                </c:pt>
                <c:pt idx="10">
                  <c:v>0.82</c:v>
                </c:pt>
                <c:pt idx="11">
                  <c:v>0.45</c:v>
                </c:pt>
                <c:pt idx="12">
                  <c:v>0.7</c:v>
                </c:pt>
                <c:pt idx="13">
                  <c:v>0.75</c:v>
                </c:pt>
                <c:pt idx="14">
                  <c:v>0.75</c:v>
                </c:pt>
                <c:pt idx="15">
                  <c:v>0.7</c:v>
                </c:pt>
                <c:pt idx="16">
                  <c:v>0.8</c:v>
                </c:pt>
                <c:pt idx="17">
                  <c:v>0.82</c:v>
                </c:pt>
                <c:pt idx="18">
                  <c:v>0.83</c:v>
                </c:pt>
                <c:pt idx="19">
                  <c:v>0.7</c:v>
                </c:pt>
                <c:pt idx="20">
                  <c:v>0.9</c:v>
                </c:pt>
                <c:pt idx="21">
                  <c:v>0.92</c:v>
                </c:pt>
                <c:pt idx="22">
                  <c:v>0.78</c:v>
                </c:pt>
              </c:numCache>
            </c:numRef>
          </c:val>
          <c:smooth val="0"/>
          <c:extLst>
            <c:ext xmlns:c16="http://schemas.microsoft.com/office/drawing/2014/chart" uri="{C3380CC4-5D6E-409C-BE32-E72D297353CC}">
              <c16:uniqueId val="{00000001-13AD-47EB-9A38-5F703C518A52}"/>
            </c:ext>
          </c:extLst>
        </c:ser>
        <c:ser>
          <c:idx val="2"/>
          <c:order val="2"/>
          <c:tx>
            <c:strRef>
              <c:f>Sheet1!$D$1</c:f>
              <c:strCache>
                <c:ptCount val="1"/>
                <c:pt idx="0">
                  <c:v>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Sheet1!$D$2:$D$24</c:f>
              <c:numCache>
                <c:formatCode>General</c:formatCode>
                <c:ptCount val="23"/>
                <c:pt idx="0">
                  <c:v>0.95</c:v>
                </c:pt>
                <c:pt idx="1">
                  <c:v>0.95</c:v>
                </c:pt>
                <c:pt idx="2">
                  <c:v>0.85</c:v>
                </c:pt>
                <c:pt idx="3">
                  <c:v>0.7</c:v>
                </c:pt>
                <c:pt idx="4">
                  <c:v>0.8</c:v>
                </c:pt>
                <c:pt idx="5">
                  <c:v>0.68</c:v>
                </c:pt>
                <c:pt idx="6">
                  <c:v>0.72</c:v>
                </c:pt>
                <c:pt idx="7">
                  <c:v>0.62</c:v>
                </c:pt>
                <c:pt idx="8">
                  <c:v>0.62</c:v>
                </c:pt>
                <c:pt idx="9">
                  <c:v>0.62</c:v>
                </c:pt>
                <c:pt idx="10">
                  <c:v>0.75</c:v>
                </c:pt>
                <c:pt idx="11">
                  <c:v>0.45</c:v>
                </c:pt>
                <c:pt idx="12">
                  <c:v>0.6</c:v>
                </c:pt>
                <c:pt idx="13">
                  <c:v>0.7</c:v>
                </c:pt>
                <c:pt idx="14">
                  <c:v>0.7</c:v>
                </c:pt>
                <c:pt idx="15">
                  <c:v>0.75</c:v>
                </c:pt>
                <c:pt idx="16">
                  <c:v>0.82</c:v>
                </c:pt>
                <c:pt idx="17">
                  <c:v>0.85</c:v>
                </c:pt>
                <c:pt idx="18">
                  <c:v>0.88</c:v>
                </c:pt>
                <c:pt idx="19">
                  <c:v>0.65</c:v>
                </c:pt>
                <c:pt idx="20">
                  <c:v>0.9</c:v>
                </c:pt>
                <c:pt idx="21">
                  <c:v>0.9</c:v>
                </c:pt>
                <c:pt idx="22">
                  <c:v>0.8</c:v>
                </c:pt>
              </c:numCache>
            </c:numRef>
          </c:val>
          <c:smooth val="0"/>
          <c:extLst>
            <c:ext xmlns:c16="http://schemas.microsoft.com/office/drawing/2014/chart" uri="{C3380CC4-5D6E-409C-BE32-E72D297353CC}">
              <c16:uniqueId val="{00000002-13AD-47EB-9A38-5F703C518A52}"/>
            </c:ext>
          </c:extLst>
        </c:ser>
        <c:ser>
          <c:idx val="3"/>
          <c:order val="3"/>
          <c:tx>
            <c:strRef>
              <c:f>Sheet1!$E$1</c:f>
              <c:strCache>
                <c:ptCount val="1"/>
                <c:pt idx="0">
                  <c:v>4</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Sheet1!$E$2:$E$24</c:f>
              <c:numCache>
                <c:formatCode>General</c:formatCode>
                <c:ptCount val="23"/>
                <c:pt idx="0">
                  <c:v>0.95</c:v>
                </c:pt>
                <c:pt idx="1">
                  <c:v>0.95</c:v>
                </c:pt>
                <c:pt idx="2">
                  <c:v>0.9</c:v>
                </c:pt>
                <c:pt idx="3">
                  <c:v>0.75</c:v>
                </c:pt>
                <c:pt idx="4">
                  <c:v>0.8</c:v>
                </c:pt>
                <c:pt idx="5">
                  <c:v>0.85</c:v>
                </c:pt>
                <c:pt idx="6">
                  <c:v>0.85</c:v>
                </c:pt>
                <c:pt idx="7">
                  <c:v>0.8</c:v>
                </c:pt>
                <c:pt idx="8">
                  <c:v>0.8</c:v>
                </c:pt>
                <c:pt idx="9">
                  <c:v>0.8</c:v>
                </c:pt>
                <c:pt idx="10">
                  <c:v>0.9</c:v>
                </c:pt>
                <c:pt idx="11">
                  <c:v>0.55000000000000004</c:v>
                </c:pt>
                <c:pt idx="12">
                  <c:v>0.75</c:v>
                </c:pt>
                <c:pt idx="13">
                  <c:v>0.9</c:v>
                </c:pt>
                <c:pt idx="14">
                  <c:v>0.9</c:v>
                </c:pt>
                <c:pt idx="15">
                  <c:v>0.85</c:v>
                </c:pt>
                <c:pt idx="16">
                  <c:v>0.85</c:v>
                </c:pt>
                <c:pt idx="17">
                  <c:v>0.9</c:v>
                </c:pt>
                <c:pt idx="18">
                  <c:v>0.9</c:v>
                </c:pt>
                <c:pt idx="19">
                  <c:v>0.75</c:v>
                </c:pt>
                <c:pt idx="20">
                  <c:v>0.95</c:v>
                </c:pt>
                <c:pt idx="21">
                  <c:v>0.95</c:v>
                </c:pt>
                <c:pt idx="22">
                  <c:v>0.85</c:v>
                </c:pt>
              </c:numCache>
            </c:numRef>
          </c:val>
          <c:smooth val="0"/>
          <c:extLst>
            <c:ext xmlns:c16="http://schemas.microsoft.com/office/drawing/2014/chart" uri="{C3380CC4-5D6E-409C-BE32-E72D297353CC}">
              <c16:uniqueId val="{00000001-AC7A-4832-AE53-D80AD521A564}"/>
            </c:ext>
          </c:extLst>
        </c:ser>
        <c:ser>
          <c:idx val="4"/>
          <c:order val="4"/>
          <c:tx>
            <c:strRef>
              <c:f>Sheet1!$F$1</c:f>
              <c:strCache>
                <c:ptCount val="1"/>
                <c:pt idx="0">
                  <c:v>5</c:v>
                </c:pt>
              </c:strCache>
            </c:strRef>
          </c:tx>
          <c:spPr>
            <a:ln w="28575" cap="rnd">
              <a:solidFill>
                <a:schemeClr val="accent5"/>
              </a:solidFill>
              <a:round/>
            </a:ln>
            <a:effectLst/>
          </c:spPr>
          <c:marker>
            <c:symbol val="circle"/>
            <c:size val="5"/>
            <c:spPr>
              <a:solidFill>
                <a:schemeClr val="accent5"/>
              </a:solidFill>
              <a:ln w="9525">
                <a:solidFill>
                  <a:schemeClr val="accent5"/>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Sheet1!$F$2:$F$24</c:f>
              <c:numCache>
                <c:formatCode>General</c:formatCode>
                <c:ptCount val="23"/>
                <c:pt idx="0">
                  <c:v>0.95</c:v>
                </c:pt>
                <c:pt idx="1">
                  <c:v>0.95</c:v>
                </c:pt>
                <c:pt idx="2">
                  <c:v>0.85</c:v>
                </c:pt>
                <c:pt idx="3">
                  <c:v>0.75</c:v>
                </c:pt>
                <c:pt idx="4">
                  <c:v>0.8</c:v>
                </c:pt>
                <c:pt idx="5">
                  <c:v>0.8</c:v>
                </c:pt>
                <c:pt idx="6">
                  <c:v>0.8</c:v>
                </c:pt>
                <c:pt idx="7">
                  <c:v>0.75</c:v>
                </c:pt>
                <c:pt idx="8">
                  <c:v>0.75</c:v>
                </c:pt>
                <c:pt idx="9">
                  <c:v>0.75</c:v>
                </c:pt>
                <c:pt idx="10">
                  <c:v>0.85</c:v>
                </c:pt>
                <c:pt idx="11">
                  <c:v>0.45</c:v>
                </c:pt>
                <c:pt idx="12">
                  <c:v>0.7</c:v>
                </c:pt>
                <c:pt idx="13">
                  <c:v>0.8</c:v>
                </c:pt>
                <c:pt idx="14">
                  <c:v>0.8</c:v>
                </c:pt>
                <c:pt idx="15">
                  <c:v>0.75</c:v>
                </c:pt>
                <c:pt idx="16">
                  <c:v>0.85</c:v>
                </c:pt>
                <c:pt idx="17">
                  <c:v>0.9</c:v>
                </c:pt>
                <c:pt idx="18">
                  <c:v>0.9</c:v>
                </c:pt>
                <c:pt idx="19">
                  <c:v>0.7</c:v>
                </c:pt>
                <c:pt idx="20">
                  <c:v>0.9</c:v>
                </c:pt>
                <c:pt idx="21">
                  <c:v>0.9</c:v>
                </c:pt>
                <c:pt idx="22">
                  <c:v>0.85</c:v>
                </c:pt>
              </c:numCache>
            </c:numRef>
          </c:val>
          <c:smooth val="0"/>
          <c:extLst>
            <c:ext xmlns:c16="http://schemas.microsoft.com/office/drawing/2014/chart" uri="{C3380CC4-5D6E-409C-BE32-E72D297353CC}">
              <c16:uniqueId val="{00000002-AC7A-4832-AE53-D80AD521A564}"/>
            </c:ext>
          </c:extLst>
        </c:ser>
        <c:ser>
          <c:idx val="5"/>
          <c:order val="5"/>
          <c:tx>
            <c:strRef>
              <c:f>Sheet1!$G$1</c:f>
              <c:strCache>
                <c:ptCount val="1"/>
                <c:pt idx="0">
                  <c:v>6</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Sheet1!$A$2:$A$24</c:f>
              <c:strCache>
                <c:ptCount val="23"/>
                <c:pt idx="0">
                  <c:v>feeder</c:v>
                </c:pt>
                <c:pt idx="1">
                  <c:v>substation</c:v>
                </c:pt>
                <c:pt idx="2">
                  <c:v>date</c:v>
                </c:pt>
                <c:pt idx="3">
                  <c:v>housing_units_count</c:v>
                </c:pt>
                <c:pt idx="4">
                  <c:v>industry_and_commerce_count</c:v>
                </c:pt>
                <c:pt idx="5">
                  <c:v>storage_heaters_kW</c:v>
                </c:pt>
                <c:pt idx="6">
                  <c:v>heat_pumps_kW</c:v>
                </c:pt>
                <c:pt idx="7">
                  <c:v>electric_heaters_kW</c:v>
                </c:pt>
                <c:pt idx="8">
                  <c:v>hot_water_tanks_kW</c:v>
                </c:pt>
                <c:pt idx="9">
                  <c:v>flow-type_heaters_kW</c:v>
                </c:pt>
                <c:pt idx="10">
                  <c:v>EV_chargers_kW</c:v>
                </c:pt>
                <c:pt idx="11">
                  <c:v>public_lighting_kW</c:v>
                </c:pt>
                <c:pt idx="12">
                  <c:v>other_consumers_kW</c:v>
                </c:pt>
                <c:pt idx="13">
                  <c:v>batteries_kW</c:v>
                </c:pt>
                <c:pt idx="14">
                  <c:v>PV_systems_kW</c:v>
                </c:pt>
                <c:pt idx="15">
                  <c:v>chp_kW</c:v>
                </c:pt>
                <c:pt idx="16">
                  <c:v>g0_general_kWh</c:v>
                </c:pt>
                <c:pt idx="17">
                  <c:v>g1_workdays_kWh</c:v>
                </c:pt>
                <c:pt idx="18">
                  <c:v>g2_evening_kWh</c:v>
                </c:pt>
                <c:pt idx="19">
                  <c:v>g3_continuous_kWh</c:v>
                </c:pt>
                <c:pt idx="20">
                  <c:v>g4_shop_hairdresser_kWh</c:v>
                </c:pt>
                <c:pt idx="21">
                  <c:v>g5_bakery_kWh</c:v>
                </c:pt>
                <c:pt idx="22">
                  <c:v>g6_weekend_kWh</c:v>
                </c:pt>
              </c:strCache>
            </c:strRef>
          </c:cat>
          <c:val>
            <c:numRef>
              <c:f>Sheet1!$G$2:$G$24</c:f>
              <c:numCache>
                <c:formatCode>General</c:formatCode>
                <c:ptCount val="23"/>
                <c:pt idx="0">
                  <c:v>0.95</c:v>
                </c:pt>
                <c:pt idx="1">
                  <c:v>0.95</c:v>
                </c:pt>
                <c:pt idx="2">
                  <c:v>0.8</c:v>
                </c:pt>
                <c:pt idx="3">
                  <c:v>0.65</c:v>
                </c:pt>
                <c:pt idx="4">
                  <c:v>0.75</c:v>
                </c:pt>
                <c:pt idx="5">
                  <c:v>0.7</c:v>
                </c:pt>
                <c:pt idx="6">
                  <c:v>0.7</c:v>
                </c:pt>
                <c:pt idx="7">
                  <c:v>0.65</c:v>
                </c:pt>
                <c:pt idx="8">
                  <c:v>0.65</c:v>
                </c:pt>
                <c:pt idx="9">
                  <c:v>0.65</c:v>
                </c:pt>
                <c:pt idx="10">
                  <c:v>0.8</c:v>
                </c:pt>
                <c:pt idx="11">
                  <c:v>0.35</c:v>
                </c:pt>
                <c:pt idx="12">
                  <c:v>0.6</c:v>
                </c:pt>
                <c:pt idx="13">
                  <c:v>0.75</c:v>
                </c:pt>
                <c:pt idx="14">
                  <c:v>0.75</c:v>
                </c:pt>
                <c:pt idx="15">
                  <c:v>0.7</c:v>
                </c:pt>
                <c:pt idx="16">
                  <c:v>0.65</c:v>
                </c:pt>
                <c:pt idx="17">
                  <c:v>0.7</c:v>
                </c:pt>
                <c:pt idx="18">
                  <c:v>0.75</c:v>
                </c:pt>
                <c:pt idx="19">
                  <c:v>0.6</c:v>
                </c:pt>
                <c:pt idx="20">
                  <c:v>0.85</c:v>
                </c:pt>
                <c:pt idx="21">
                  <c:v>0.85</c:v>
                </c:pt>
                <c:pt idx="22">
                  <c:v>0.7</c:v>
                </c:pt>
              </c:numCache>
            </c:numRef>
          </c:val>
          <c:smooth val="0"/>
          <c:extLst>
            <c:ext xmlns:c16="http://schemas.microsoft.com/office/drawing/2014/chart" uri="{C3380CC4-5D6E-409C-BE32-E72D297353CC}">
              <c16:uniqueId val="{00000003-AC7A-4832-AE53-D80AD521A564}"/>
            </c:ext>
          </c:extLst>
        </c:ser>
        <c:dLbls>
          <c:showLegendKey val="0"/>
          <c:showVal val="0"/>
          <c:showCatName val="0"/>
          <c:showSerName val="0"/>
          <c:showPercent val="0"/>
          <c:showBubbleSize val="0"/>
        </c:dLbls>
        <c:marker val="1"/>
        <c:smooth val="0"/>
        <c:axId val="1019268240"/>
        <c:axId val="1019264880"/>
      </c:lineChart>
      <c:catAx>
        <c:axId val="1019268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64880"/>
        <c:crosses val="autoZero"/>
        <c:auto val="1"/>
        <c:lblAlgn val="ctr"/>
        <c:lblOffset val="100"/>
        <c:noMultiLvlLbl val="0"/>
      </c:catAx>
      <c:valAx>
        <c:axId val="10192648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0192682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1475139523824805"/>
          <c:y val="7.4400793650793648E-2"/>
          <c:w val="0.86894627056390084"/>
          <c:h val="0.83858767951625091"/>
        </c:manualLayout>
      </c:layout>
      <c:barChart>
        <c:barDir val="bar"/>
        <c:grouping val="clustered"/>
        <c:varyColors val="0"/>
        <c:ser>
          <c:idx val="0"/>
          <c:order val="0"/>
          <c:tx>
            <c:strRef>
              <c:f>Tabelle1!$B$1</c:f>
              <c:strCache>
                <c:ptCount val="1"/>
                <c:pt idx="0">
                  <c:v>Data Series 1</c:v>
                </c:pt>
              </c:strCache>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A526-4A62-850B-D52557CF2F1F}"/>
            </c:ext>
          </c:extLst>
        </c:ser>
        <c:ser>
          <c:idx val="1"/>
          <c:order val="1"/>
          <c:tx>
            <c:strRef>
              <c:f>Tabelle1!$C$1</c:f>
              <c:strCache>
                <c:ptCount val="1"/>
                <c:pt idx="0">
                  <c:v>Data Series 2</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A526-4A62-850B-D52557CF2F1F}"/>
            </c:ext>
          </c:extLst>
        </c:ser>
        <c:ser>
          <c:idx val="2"/>
          <c:order val="2"/>
          <c:tx>
            <c:strRef>
              <c:f>Tabelle1!$D$1</c:f>
              <c:strCache>
                <c:ptCount val="1"/>
                <c:pt idx="0">
                  <c:v>Data 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Tabelle1!$D$2:$D$5</c:f>
              <c:numCache>
                <c:formatCode>General</c:formatCode>
                <c:ptCount val="4"/>
              </c:numCache>
            </c:numRef>
          </c:val>
          <c:extLst>
            <c:ext xmlns:c16="http://schemas.microsoft.com/office/drawing/2014/chart" uri="{C3380CC4-5D6E-409C-BE32-E72D297353CC}">
              <c16:uniqueId val="{00000002-A526-4A62-850B-D52557CF2F1F}"/>
            </c:ext>
          </c:extLst>
        </c:ser>
        <c:dLbls>
          <c:showLegendKey val="0"/>
          <c:showVal val="0"/>
          <c:showCatName val="0"/>
          <c:showSerName val="0"/>
          <c:showPercent val="0"/>
          <c:showBubbleSize val="0"/>
        </c:dLbls>
        <c:gapWidth val="0"/>
        <c:axId val="5937792"/>
        <c:axId val="5833088"/>
      </c:barChart>
      <c:catAx>
        <c:axId val="5937792"/>
        <c:scaling>
          <c:orientation val="minMax"/>
        </c:scaling>
        <c:delete val="0"/>
        <c:axPos val="l"/>
        <c:numFmt formatCode="@" sourceLinked="0"/>
        <c:majorTickMark val="none"/>
        <c:minorTickMark val="none"/>
        <c:tickLblPos val="nextTo"/>
        <c:spPr>
          <a:noFill/>
          <a:ln w="6341" cap="flat" cmpd="sng" algn="ctr">
            <a:solidFill>
              <a:schemeClr val="tx1"/>
            </a:solidFill>
            <a:round/>
          </a:ln>
          <a:effectLst/>
        </c:spPr>
        <c:txPr>
          <a:bodyPr rot="0" spcFirstLastPara="1" vertOverflow="ellipsis" wrap="square" anchor="ctr" anchorCtr="0"/>
          <a:lstStyle/>
          <a:p>
            <a:pPr algn="just">
              <a:defRPr sz="1198" b="0" i="0" u="none" strike="noStrike" kern="1200" baseline="0">
                <a:solidFill>
                  <a:schemeClr val="tx1">
                    <a:lumMod val="75000"/>
                    <a:lumOff val="25000"/>
                  </a:schemeClr>
                </a:solidFill>
                <a:latin typeface="+mn-lt"/>
                <a:ea typeface="+mn-ea"/>
                <a:cs typeface="+mn-cs"/>
              </a:defRPr>
            </a:pPr>
            <a:endParaRPr lang="en-US"/>
          </a:p>
        </c:txPr>
        <c:crossAx val="5833088"/>
        <c:crosses val="autoZero"/>
        <c:auto val="1"/>
        <c:lblAlgn val="ctr"/>
        <c:lblOffset val="80"/>
        <c:tickLblSkip val="1"/>
        <c:noMultiLvlLbl val="0"/>
      </c:catAx>
      <c:valAx>
        <c:axId val="5833088"/>
        <c:scaling>
          <c:orientation val="minMax"/>
        </c:scaling>
        <c:delete val="1"/>
        <c:axPos val="b"/>
        <c:numFmt formatCode="General" sourceLinked="1"/>
        <c:majorTickMark val="out"/>
        <c:minorTickMark val="none"/>
        <c:tickLblPos val="none"/>
        <c:crossAx val="5937792"/>
        <c:crosses val="autoZero"/>
        <c:crossBetween val="between"/>
      </c:valAx>
      <c:spPr>
        <a:noFill/>
        <a:ln w="25365">
          <a:noFill/>
        </a:ln>
      </c:spPr>
    </c:plotArea>
    <c:legend>
      <c:legendPos val="b"/>
      <c:legendEntry>
        <c:idx val="0"/>
        <c:delete val="1"/>
      </c:legendEntry>
      <c:layout>
        <c:manualLayout>
          <c:xMode val="edge"/>
          <c:yMode val="edge"/>
          <c:x val="3.7609542176962683E-2"/>
          <c:y val="0.92101274225967655"/>
          <c:w val="0.30105988511347159"/>
          <c:h val="4.6199924414210121E-2"/>
        </c:manualLayout>
      </c:layout>
      <c:overlay val="0"/>
      <c:spPr>
        <a:noFill/>
        <a:ln>
          <a:noFill/>
        </a:ln>
        <a:effectLst/>
      </c:spPr>
      <c:txPr>
        <a:bodyPr rot="0" spcFirstLastPara="1" vertOverflow="ellipsis" vert="horz" wrap="square" anchor="ctr" anchorCtr="1"/>
        <a:lstStyle/>
        <a:p>
          <a:pPr algn="just">
            <a:defRPr sz="1198" b="0" i="0" u="none" strike="noStrike" kern="1200" baseline="0">
              <a:solidFill>
                <a:schemeClr val="tx1">
                  <a:lumMod val="75000"/>
                  <a:lumOff val="2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98" b="1"/>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4756179745779277E-2"/>
          <c:y val="7.6051706844861511E-2"/>
          <c:w val="0.94894148605636963"/>
          <c:h val="0.79834428781564337"/>
        </c:manualLayout>
      </c:layout>
      <c:barChart>
        <c:barDir val="col"/>
        <c:grouping val="clustered"/>
        <c:varyColors val="0"/>
        <c:ser>
          <c:idx val="0"/>
          <c:order val="0"/>
          <c:tx>
            <c:strRef>
              <c:f>Tabelle1!$B$1</c:f>
              <c:strCache>
                <c:ptCount val="1"/>
                <c:pt idx="0">
                  <c:v>Data Series 1</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26B-4511-87D1-2455F49D260D}"/>
            </c:ext>
          </c:extLst>
        </c:ser>
        <c:ser>
          <c:idx val="1"/>
          <c:order val="1"/>
          <c:tx>
            <c:strRef>
              <c:f>Tabelle1!$C$1</c:f>
              <c:strCache>
                <c:ptCount val="1"/>
                <c:pt idx="0">
                  <c:v>Data Series 2</c:v>
                </c:pt>
              </c:strCache>
            </c:strRef>
          </c:tx>
          <c:spPr>
            <a:solidFill>
              <a:schemeClr val="bg2">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26B-4511-87D1-2455F49D260D}"/>
            </c:ext>
          </c:extLst>
        </c:ser>
        <c:ser>
          <c:idx val="2"/>
          <c:order val="2"/>
          <c:tx>
            <c:strRef>
              <c:f>Tabelle1!$D$1</c:f>
              <c:strCache>
                <c:ptCount val="1"/>
                <c:pt idx="0">
                  <c:v>Data Series 3</c:v>
                </c:pt>
              </c:strCache>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Tabelle1!$D$2:$D$5</c:f>
              <c:numCache>
                <c:formatCode>General</c:formatCode>
                <c:ptCount val="4"/>
                <c:pt idx="0">
                  <c:v>3.4</c:v>
                </c:pt>
                <c:pt idx="1">
                  <c:v>5.4</c:v>
                </c:pt>
                <c:pt idx="2">
                  <c:v>0.5</c:v>
                </c:pt>
                <c:pt idx="3">
                  <c:v>3</c:v>
                </c:pt>
              </c:numCache>
            </c:numRef>
          </c:val>
          <c:extLst>
            <c:ext xmlns:c16="http://schemas.microsoft.com/office/drawing/2014/chart" uri="{C3380CC4-5D6E-409C-BE32-E72D297353CC}">
              <c16:uniqueId val="{00000002-126B-4511-87D1-2455F49D260D}"/>
            </c:ext>
          </c:extLst>
        </c:ser>
        <c:ser>
          <c:idx val="3"/>
          <c:order val="3"/>
          <c:tx>
            <c:strRef>
              <c:f>Tabelle1!$E$1</c:f>
              <c:strCache>
                <c:ptCount val="1"/>
                <c:pt idx="0">
                  <c:v>Data Series 4</c:v>
                </c:pt>
              </c:strCache>
            </c:strRef>
          </c:tx>
          <c:spPr>
            <a:solidFill>
              <a:schemeClr val="bg2">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Tabelle1!$A$2:$A$5</c:f>
              <c:strCache>
                <c:ptCount val="4"/>
                <c:pt idx="0">
                  <c:v>Class 1</c:v>
                </c:pt>
                <c:pt idx="1">
                  <c:v>Class 2</c:v>
                </c:pt>
                <c:pt idx="2">
                  <c:v>Class 3</c:v>
                </c:pt>
                <c:pt idx="3">
                  <c:v>Class 4</c:v>
                </c:pt>
              </c:strCache>
            </c:strRef>
          </c:cat>
          <c:val>
            <c:numRef>
              <c:f>Tabelle1!$E$2:$E$5</c:f>
              <c:numCache>
                <c:formatCode>General</c:formatCode>
                <c:ptCount val="4"/>
                <c:pt idx="0">
                  <c:v>4.2</c:v>
                </c:pt>
                <c:pt idx="1">
                  <c:v>2.2000000000000002</c:v>
                </c:pt>
                <c:pt idx="2">
                  <c:v>1.5</c:v>
                </c:pt>
                <c:pt idx="3">
                  <c:v>3.5</c:v>
                </c:pt>
              </c:numCache>
            </c:numRef>
          </c:val>
          <c:extLst>
            <c:ext xmlns:c16="http://schemas.microsoft.com/office/drawing/2014/chart" uri="{C3380CC4-5D6E-409C-BE32-E72D297353CC}">
              <c16:uniqueId val="{00000003-126B-4511-87D1-2455F49D260D}"/>
            </c:ext>
          </c:extLst>
        </c:ser>
        <c:dLbls>
          <c:showLegendKey val="0"/>
          <c:showVal val="0"/>
          <c:showCatName val="0"/>
          <c:showSerName val="0"/>
          <c:showPercent val="0"/>
          <c:showBubbleSize val="0"/>
        </c:dLbls>
        <c:gapWidth val="100"/>
        <c:axId val="7180672"/>
        <c:axId val="7182208"/>
      </c:barChart>
      <c:catAx>
        <c:axId val="7180672"/>
        <c:scaling>
          <c:orientation val="minMax"/>
        </c:scaling>
        <c:delete val="0"/>
        <c:axPos val="b"/>
        <c:numFmt formatCode="General" sourceLinked="1"/>
        <c:majorTickMark val="none"/>
        <c:minorTickMark val="none"/>
        <c:tickLblPos val="nextTo"/>
        <c:spPr>
          <a:noFill/>
          <a:ln w="6334" cap="flat" cmpd="sng" algn="ctr">
            <a:solidFill>
              <a:schemeClr val="tx1">
                <a:lumMod val="75000"/>
                <a:lumOff val="25000"/>
              </a:schemeClr>
            </a:solidFill>
            <a:round/>
          </a:ln>
          <a:effectLst/>
        </c:spPr>
        <c:txPr>
          <a:bodyPr rot="-60000000" spcFirstLastPara="1" vertOverflow="ellipsis" vert="horz" wrap="square" anchor="ctr" anchorCtr="1"/>
          <a:lstStyle/>
          <a:p>
            <a:pPr algn="just">
              <a:defRPr sz="1197" b="0" i="0" u="none" strike="noStrike" kern="1200" baseline="0">
                <a:solidFill>
                  <a:schemeClr val="tx1">
                    <a:lumMod val="75000"/>
                    <a:lumOff val="25000"/>
                  </a:schemeClr>
                </a:solidFill>
                <a:latin typeface="+mn-lt"/>
                <a:ea typeface="+mn-ea"/>
                <a:cs typeface="+mn-cs"/>
              </a:defRPr>
            </a:pPr>
            <a:endParaRPr lang="en-US"/>
          </a:p>
        </c:txPr>
        <c:crossAx val="7182208"/>
        <c:crosses val="autoZero"/>
        <c:auto val="1"/>
        <c:lblAlgn val="ctr"/>
        <c:lblOffset val="100"/>
        <c:noMultiLvlLbl val="0"/>
      </c:catAx>
      <c:valAx>
        <c:axId val="7182208"/>
        <c:scaling>
          <c:orientation val="minMax"/>
        </c:scaling>
        <c:delete val="0"/>
        <c:axPos val="l"/>
        <c:majorGridlines>
          <c:spPr>
            <a:ln w="6334" cap="flat" cmpd="sng" algn="ctr">
              <a:solidFill>
                <a:schemeClr val="tx1">
                  <a:lumMod val="50000"/>
                  <a:lumOff val="50000"/>
                </a:schemeClr>
              </a:solidFill>
              <a:prstDash val="sysDot"/>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7180672"/>
        <c:crosses val="autoZero"/>
        <c:crossBetween val="between"/>
      </c:valAx>
      <c:spPr>
        <a:noFill/>
        <a:ln w="25336">
          <a:noFill/>
        </a:ln>
      </c:spPr>
    </c:plotArea>
    <c:legend>
      <c:legendPos val="b"/>
      <c:legendEntry>
        <c:idx val="2"/>
        <c:delete val="1"/>
      </c:legendEntry>
      <c:layout>
        <c:manualLayout>
          <c:xMode val="edge"/>
          <c:yMode val="edge"/>
          <c:x val="6.7872459780280975E-2"/>
          <c:y val="0.92101274225967655"/>
          <c:w val="0.88508801454420383"/>
          <c:h val="6.0237142488336559E-2"/>
        </c:manualLayout>
      </c:layout>
      <c:overlay val="0"/>
      <c:spPr>
        <a:noFill/>
        <a:ln>
          <a:noFill/>
        </a:ln>
        <a:effectLst/>
      </c:spPr>
      <c:txPr>
        <a:bodyPr rot="0" spcFirstLastPara="1" vertOverflow="ellipsis" vert="horz" wrap="square" anchor="ctr" anchorCtr="1"/>
        <a:lstStyle/>
        <a:p>
          <a:pPr algn="just">
            <a:defRPr sz="1197" b="0" i="0" u="none" strike="noStrike" kern="1200" baseline="0">
              <a:solidFill>
                <a:schemeClr val="tx1">
                  <a:lumMod val="75000"/>
                  <a:lumOff val="2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197" b="1"/>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Data Series 1</c:v>
                </c:pt>
              </c:strCache>
            </c:strRef>
          </c:tx>
          <c:spPr>
            <a:solidFill>
              <a:schemeClr val="tx2"/>
            </a:solidFill>
          </c:spPr>
          <c:dPt>
            <c:idx val="0"/>
            <c:bubble3D val="0"/>
            <c:spPr>
              <a:solidFill>
                <a:schemeClr val="tx2"/>
              </a:solidFill>
              <a:ln>
                <a:noFill/>
              </a:ln>
              <a:effectLst/>
            </c:spPr>
            <c:extLst>
              <c:ext xmlns:c16="http://schemas.microsoft.com/office/drawing/2014/chart" uri="{C3380CC4-5D6E-409C-BE32-E72D297353CC}">
                <c16:uniqueId val="{00000001-DFB0-4EF3-956E-204E24ADBC0F}"/>
              </c:ext>
            </c:extLst>
          </c:dPt>
          <c:dPt>
            <c:idx val="1"/>
            <c:bubble3D val="0"/>
            <c:spPr>
              <a:solidFill>
                <a:schemeClr val="bg2">
                  <a:lumMod val="75000"/>
                </a:schemeClr>
              </a:solidFill>
              <a:ln>
                <a:noFill/>
              </a:ln>
              <a:effectLst/>
            </c:spPr>
            <c:extLst>
              <c:ext xmlns:c16="http://schemas.microsoft.com/office/drawing/2014/chart" uri="{C3380CC4-5D6E-409C-BE32-E72D297353CC}">
                <c16:uniqueId val="{00000003-DFB0-4EF3-956E-204E24ADBC0F}"/>
              </c:ext>
            </c:extLst>
          </c:dPt>
          <c:dPt>
            <c:idx val="2"/>
            <c:bubble3D val="0"/>
            <c:spPr>
              <a:solidFill>
                <a:schemeClr val="bg2"/>
              </a:solidFill>
              <a:ln>
                <a:noFill/>
              </a:ln>
              <a:effectLst/>
            </c:spPr>
            <c:extLst>
              <c:ext xmlns:c16="http://schemas.microsoft.com/office/drawing/2014/chart" uri="{C3380CC4-5D6E-409C-BE32-E72D297353CC}">
                <c16:uniqueId val="{00000005-DFB0-4EF3-956E-204E24ADBC0F}"/>
              </c:ext>
            </c:extLst>
          </c:dPt>
          <c:dPt>
            <c:idx val="3"/>
            <c:bubble3D val="0"/>
            <c:spPr>
              <a:solidFill>
                <a:schemeClr val="bg2">
                  <a:lumMod val="40000"/>
                  <a:lumOff val="60000"/>
                </a:schemeClr>
              </a:solidFill>
              <a:ln>
                <a:noFill/>
              </a:ln>
              <a:effectLst/>
            </c:spPr>
            <c:extLst>
              <c:ext xmlns:c16="http://schemas.microsoft.com/office/drawing/2014/chart" uri="{C3380CC4-5D6E-409C-BE32-E72D297353CC}">
                <c16:uniqueId val="{00000007-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8-DFB0-4EF3-956E-204E24ADBC0F}"/>
            </c:ext>
          </c:extLst>
        </c:ser>
        <c:ser>
          <c:idx val="1"/>
          <c:order val="1"/>
          <c:tx>
            <c:strRef>
              <c:f>Tabelle1!$C$1</c:f>
              <c:strCache>
                <c:ptCount val="1"/>
                <c:pt idx="0">
                  <c:v>Data Series 2</c:v>
                </c:pt>
              </c:strCache>
            </c:strRef>
          </c:tx>
          <c:spPr>
            <a:solidFill>
              <a:schemeClr val="bg2">
                <a:lumMod val="50000"/>
              </a:schemeClr>
            </a:solidFill>
            <a:effectLst/>
          </c:spPr>
          <c:dPt>
            <c:idx val="0"/>
            <c:bubble3D val="0"/>
            <c:spPr>
              <a:solidFill>
                <a:schemeClr val="bg2">
                  <a:lumMod val="50000"/>
                </a:schemeClr>
              </a:solidFill>
              <a:ln>
                <a:noFill/>
              </a:ln>
              <a:effectLst/>
            </c:spPr>
            <c:extLst>
              <c:ext xmlns:c16="http://schemas.microsoft.com/office/drawing/2014/chart" uri="{C3380CC4-5D6E-409C-BE32-E72D297353CC}">
                <c16:uniqueId val="{0000000A-DFB0-4EF3-956E-204E24ADBC0F}"/>
              </c:ext>
            </c:extLst>
          </c:dPt>
          <c:dPt>
            <c:idx val="1"/>
            <c:bubble3D val="0"/>
            <c:spPr>
              <a:solidFill>
                <a:schemeClr val="bg2">
                  <a:lumMod val="50000"/>
                </a:schemeClr>
              </a:solidFill>
              <a:ln>
                <a:noFill/>
              </a:ln>
              <a:effectLst/>
            </c:spPr>
            <c:extLst>
              <c:ext xmlns:c16="http://schemas.microsoft.com/office/drawing/2014/chart" uri="{C3380CC4-5D6E-409C-BE32-E72D297353CC}">
                <c16:uniqueId val="{0000000C-DFB0-4EF3-956E-204E24ADBC0F}"/>
              </c:ext>
            </c:extLst>
          </c:dPt>
          <c:dPt>
            <c:idx val="2"/>
            <c:bubble3D val="0"/>
            <c:spPr>
              <a:solidFill>
                <a:schemeClr val="bg2">
                  <a:lumMod val="50000"/>
                </a:schemeClr>
              </a:solidFill>
              <a:ln>
                <a:noFill/>
              </a:ln>
              <a:effectLst/>
            </c:spPr>
            <c:extLst>
              <c:ext xmlns:c16="http://schemas.microsoft.com/office/drawing/2014/chart" uri="{C3380CC4-5D6E-409C-BE32-E72D297353CC}">
                <c16:uniqueId val="{0000000E-DFB0-4EF3-956E-204E24ADBC0F}"/>
              </c:ext>
            </c:extLst>
          </c:dPt>
          <c:dPt>
            <c:idx val="3"/>
            <c:bubble3D val="0"/>
            <c:spPr>
              <a:solidFill>
                <a:schemeClr val="bg2">
                  <a:lumMod val="50000"/>
                </a:schemeClr>
              </a:solidFill>
              <a:ln>
                <a:noFill/>
              </a:ln>
              <a:effectLst/>
            </c:spPr>
            <c:extLst>
              <c:ext xmlns:c16="http://schemas.microsoft.com/office/drawing/2014/chart" uri="{C3380CC4-5D6E-409C-BE32-E72D297353CC}">
                <c16:uniqueId val="{00000010-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11-DFB0-4EF3-956E-204E24ADBC0F}"/>
            </c:ext>
          </c:extLst>
        </c:ser>
        <c:ser>
          <c:idx val="2"/>
          <c:order val="2"/>
          <c:tx>
            <c:strRef>
              <c:f>Tabelle1!$D$1</c:f>
              <c:strCache>
                <c:ptCount val="1"/>
                <c:pt idx="0">
                  <c:v>Data Series 3</c:v>
                </c:pt>
              </c:strCache>
            </c:strRef>
          </c:tx>
          <c:spPr>
            <a:solidFill>
              <a:schemeClr val="bg2"/>
            </a:solidFill>
          </c:spPr>
          <c:dPt>
            <c:idx val="0"/>
            <c:bubble3D val="0"/>
            <c:spPr>
              <a:solidFill>
                <a:schemeClr val="bg2"/>
              </a:solidFill>
              <a:ln>
                <a:noFill/>
              </a:ln>
              <a:effectLst/>
            </c:spPr>
            <c:extLst>
              <c:ext xmlns:c16="http://schemas.microsoft.com/office/drawing/2014/chart" uri="{C3380CC4-5D6E-409C-BE32-E72D297353CC}">
                <c16:uniqueId val="{00000013-DFB0-4EF3-956E-204E24ADBC0F}"/>
              </c:ext>
            </c:extLst>
          </c:dPt>
          <c:dPt>
            <c:idx val="1"/>
            <c:bubble3D val="0"/>
            <c:spPr>
              <a:solidFill>
                <a:schemeClr val="bg2"/>
              </a:solidFill>
              <a:ln>
                <a:noFill/>
              </a:ln>
              <a:effectLst/>
            </c:spPr>
            <c:extLst>
              <c:ext xmlns:c16="http://schemas.microsoft.com/office/drawing/2014/chart" uri="{C3380CC4-5D6E-409C-BE32-E72D297353CC}">
                <c16:uniqueId val="{00000015-DFB0-4EF3-956E-204E24ADBC0F}"/>
              </c:ext>
            </c:extLst>
          </c:dPt>
          <c:dPt>
            <c:idx val="2"/>
            <c:bubble3D val="0"/>
            <c:spPr>
              <a:solidFill>
                <a:schemeClr val="bg2"/>
              </a:solidFill>
              <a:ln>
                <a:noFill/>
              </a:ln>
              <a:effectLst/>
            </c:spPr>
            <c:extLst>
              <c:ext xmlns:c16="http://schemas.microsoft.com/office/drawing/2014/chart" uri="{C3380CC4-5D6E-409C-BE32-E72D297353CC}">
                <c16:uniqueId val="{00000017-DFB0-4EF3-956E-204E24ADBC0F}"/>
              </c:ext>
            </c:extLst>
          </c:dPt>
          <c:dPt>
            <c:idx val="3"/>
            <c:bubble3D val="0"/>
            <c:spPr>
              <a:solidFill>
                <a:schemeClr val="bg2"/>
              </a:solidFill>
              <a:ln>
                <a:noFill/>
              </a:ln>
              <a:effectLst/>
            </c:spPr>
            <c:extLst>
              <c:ext xmlns:c16="http://schemas.microsoft.com/office/drawing/2014/chart" uri="{C3380CC4-5D6E-409C-BE32-E72D297353CC}">
                <c16:uniqueId val="{00000019-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Tabelle1!$D$2:$D$5</c:f>
              <c:numCache>
                <c:formatCode>General</c:formatCode>
                <c:ptCount val="4"/>
                <c:pt idx="0">
                  <c:v>3.4</c:v>
                </c:pt>
                <c:pt idx="1">
                  <c:v>5.4</c:v>
                </c:pt>
                <c:pt idx="2">
                  <c:v>0.5</c:v>
                </c:pt>
                <c:pt idx="3">
                  <c:v>3</c:v>
                </c:pt>
              </c:numCache>
            </c:numRef>
          </c:val>
          <c:extLst>
            <c:ext xmlns:c16="http://schemas.microsoft.com/office/drawing/2014/chart" uri="{C3380CC4-5D6E-409C-BE32-E72D297353CC}">
              <c16:uniqueId val="{0000001A-DFB0-4EF3-956E-204E24ADBC0F}"/>
            </c:ext>
          </c:extLst>
        </c:ser>
        <c:ser>
          <c:idx val="3"/>
          <c:order val="3"/>
          <c:tx>
            <c:strRef>
              <c:f>Tabelle1!$E$1</c:f>
              <c:strCache>
                <c:ptCount val="1"/>
                <c:pt idx="0">
                  <c:v>Data Series 4</c:v>
                </c:pt>
              </c:strCache>
            </c:strRef>
          </c:tx>
          <c:spPr>
            <a:solidFill>
              <a:schemeClr val="bg2">
                <a:lumMod val="60000"/>
                <a:lumOff val="40000"/>
              </a:schemeClr>
            </a:solidFill>
          </c:spPr>
          <c:dPt>
            <c:idx val="0"/>
            <c:bubble3D val="0"/>
            <c:spPr>
              <a:solidFill>
                <a:schemeClr val="bg2">
                  <a:lumMod val="60000"/>
                  <a:lumOff val="40000"/>
                </a:schemeClr>
              </a:solidFill>
              <a:ln>
                <a:noFill/>
              </a:ln>
              <a:effectLst/>
            </c:spPr>
            <c:extLst>
              <c:ext xmlns:c16="http://schemas.microsoft.com/office/drawing/2014/chart" uri="{C3380CC4-5D6E-409C-BE32-E72D297353CC}">
                <c16:uniqueId val="{0000001C-DFB0-4EF3-956E-204E24ADBC0F}"/>
              </c:ext>
            </c:extLst>
          </c:dPt>
          <c:dPt>
            <c:idx val="1"/>
            <c:bubble3D val="0"/>
            <c:spPr>
              <a:solidFill>
                <a:schemeClr val="bg2">
                  <a:lumMod val="60000"/>
                  <a:lumOff val="40000"/>
                </a:schemeClr>
              </a:solidFill>
              <a:ln>
                <a:noFill/>
              </a:ln>
              <a:effectLst/>
            </c:spPr>
            <c:extLst>
              <c:ext xmlns:c16="http://schemas.microsoft.com/office/drawing/2014/chart" uri="{C3380CC4-5D6E-409C-BE32-E72D297353CC}">
                <c16:uniqueId val="{0000001E-DFB0-4EF3-956E-204E24ADBC0F}"/>
              </c:ext>
            </c:extLst>
          </c:dPt>
          <c:dPt>
            <c:idx val="2"/>
            <c:bubble3D val="0"/>
            <c:spPr>
              <a:solidFill>
                <a:schemeClr val="bg2">
                  <a:lumMod val="60000"/>
                  <a:lumOff val="40000"/>
                </a:schemeClr>
              </a:solidFill>
              <a:ln>
                <a:noFill/>
              </a:ln>
              <a:effectLst/>
            </c:spPr>
            <c:extLst>
              <c:ext xmlns:c16="http://schemas.microsoft.com/office/drawing/2014/chart" uri="{C3380CC4-5D6E-409C-BE32-E72D297353CC}">
                <c16:uniqueId val="{00000020-DFB0-4EF3-956E-204E24ADBC0F}"/>
              </c:ext>
            </c:extLst>
          </c:dPt>
          <c:dPt>
            <c:idx val="3"/>
            <c:bubble3D val="0"/>
            <c:spPr>
              <a:solidFill>
                <a:schemeClr val="bg2">
                  <a:lumMod val="60000"/>
                  <a:lumOff val="40000"/>
                </a:schemeClr>
              </a:solidFill>
              <a:ln>
                <a:noFill/>
              </a:ln>
              <a:effectLst/>
            </c:spPr>
            <c:extLst>
              <c:ext xmlns:c16="http://schemas.microsoft.com/office/drawing/2014/chart" uri="{C3380CC4-5D6E-409C-BE32-E72D297353CC}">
                <c16:uniqueId val="{00000022-DFB0-4EF3-956E-204E24ADBC0F}"/>
              </c:ext>
            </c:extLst>
          </c:dPt>
          <c:dLbls>
            <c:spPr>
              <a:noFill/>
              <a:ln>
                <a:noFill/>
              </a:ln>
              <a:effectLst/>
            </c:spPr>
            <c:txPr>
              <a:bodyPr rot="0" spcFirstLastPara="1" vertOverflow="ellipsis" vert="horz" wrap="square" lIns="38100" tIns="19050" rIns="38100" bIns="19050" anchor="ctr" anchorCtr="1">
                <a:spAutoFit/>
              </a:bodyPr>
              <a:lstStyle/>
              <a:p>
                <a:pPr>
                  <a:defRPr sz="1198"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12"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Tabelle1!$A$2:$A$5</c:f>
              <c:strCache>
                <c:ptCount val="4"/>
                <c:pt idx="0">
                  <c:v>Class 1</c:v>
                </c:pt>
                <c:pt idx="1">
                  <c:v>Class 2</c:v>
                </c:pt>
                <c:pt idx="2">
                  <c:v>Class 3</c:v>
                </c:pt>
                <c:pt idx="3">
                  <c:v>Class 4</c:v>
                </c:pt>
              </c:strCache>
            </c:strRef>
          </c:cat>
          <c:val>
            <c:numRef>
              <c:f>Tabelle1!$E$2:$E$5</c:f>
              <c:numCache>
                <c:formatCode>General</c:formatCode>
                <c:ptCount val="4"/>
                <c:pt idx="0">
                  <c:v>4.2</c:v>
                </c:pt>
                <c:pt idx="1">
                  <c:v>2.2000000000000002</c:v>
                </c:pt>
                <c:pt idx="2">
                  <c:v>1.5</c:v>
                </c:pt>
                <c:pt idx="3">
                  <c:v>3.5</c:v>
                </c:pt>
              </c:numCache>
            </c:numRef>
          </c:val>
          <c:extLst>
            <c:ext xmlns:c16="http://schemas.microsoft.com/office/drawing/2014/chart" uri="{C3380CC4-5D6E-409C-BE32-E72D297353CC}">
              <c16:uniqueId val="{00000023-DFB0-4EF3-956E-204E24ADBC0F}"/>
            </c:ext>
          </c:extLst>
        </c:ser>
        <c:dLbls>
          <c:showLegendKey val="0"/>
          <c:showVal val="0"/>
          <c:showCatName val="0"/>
          <c:showSerName val="0"/>
          <c:showPercent val="0"/>
          <c:showBubbleSize val="0"/>
          <c:showLeaderLines val="1"/>
        </c:dLbls>
        <c:firstSliceAng val="0"/>
      </c:pieChart>
      <c:spPr>
        <a:noFill/>
        <a:ln w="25365">
          <a:noFill/>
        </a:ln>
      </c:spPr>
    </c:plotArea>
    <c:legend>
      <c:legendPos val="b"/>
      <c:overlay val="0"/>
      <c:spPr>
        <a:noFill/>
        <a:ln>
          <a:noFill/>
        </a:ln>
        <a:effectLst/>
      </c:spPr>
      <c:txPr>
        <a:bodyPr rot="0" spcFirstLastPara="1" vertOverflow="ellipsis" vert="horz" wrap="square" anchor="ctr" anchorCtr="1"/>
        <a:lstStyle/>
        <a:p>
          <a:pPr algn="just">
            <a:defRPr sz="1198" b="0" i="0" u="none" strike="noStrike" kern="1200" baseline="0">
              <a:solidFill>
                <a:schemeClr val="tx1">
                  <a:lumMod val="75000"/>
                  <a:lumOff val="2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sz="1198" b="1"/>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3"/>
            <a:ext cx="2945862" cy="493833"/>
          </a:xfrm>
          <a:prstGeom prst="rect">
            <a:avLst/>
          </a:prstGeom>
        </p:spPr>
        <p:txBody>
          <a:bodyPr vert="horz" lIns="87525" tIns="43763" rIns="87525" bIns="43763" rtlCol="0"/>
          <a:lstStyle>
            <a:lvl1pPr algn="l" eaLnBrk="1" fontAlgn="auto" hangingPunct="1">
              <a:spcBef>
                <a:spcPts val="0"/>
              </a:spcBef>
              <a:spcAft>
                <a:spcPts val="0"/>
              </a:spcAft>
              <a:defRPr sz="1100">
                <a:latin typeface="+mn-lt"/>
              </a:defRPr>
            </a:lvl1pPr>
          </a:lstStyle>
          <a:p>
            <a:pPr>
              <a:defRPr/>
            </a:pPr>
            <a:endParaRPr lang="de-DE" sz="1000">
              <a:latin typeface="Arial" pitchFamily="34" charset="0"/>
              <a:cs typeface="Arial" pitchFamily="34" charset="0"/>
            </a:endParaRPr>
          </a:p>
        </p:txBody>
      </p:sp>
      <p:sp>
        <p:nvSpPr>
          <p:cNvPr id="3" name="Datumsplatzhalter 2"/>
          <p:cNvSpPr>
            <a:spLocks noGrp="1"/>
          </p:cNvSpPr>
          <p:nvPr>
            <p:ph type="dt" sz="quarter" idx="1"/>
          </p:nvPr>
        </p:nvSpPr>
        <p:spPr>
          <a:xfrm>
            <a:off x="3850296" y="3"/>
            <a:ext cx="2945862" cy="493833"/>
          </a:xfrm>
          <a:prstGeom prst="rect">
            <a:avLst/>
          </a:prstGeom>
        </p:spPr>
        <p:txBody>
          <a:bodyPr vert="horz" lIns="87525" tIns="43763" rIns="87525" bIns="43763" rtlCol="0"/>
          <a:lstStyle>
            <a:lvl1pPr algn="r" eaLnBrk="1" fontAlgn="auto" hangingPunct="1">
              <a:spcBef>
                <a:spcPts val="0"/>
              </a:spcBef>
              <a:spcAft>
                <a:spcPts val="0"/>
              </a:spcAft>
              <a:defRPr sz="1100" smtClean="0">
                <a:latin typeface="+mn-lt"/>
              </a:defRPr>
            </a:lvl1pPr>
          </a:lstStyle>
          <a:p>
            <a:pPr>
              <a:defRPr/>
            </a:pPr>
            <a:fld id="{A989147A-E99F-426E-8428-4F7A2B762C1A}" type="datetimeFigureOut">
              <a:rPr lang="de-DE" sz="1000">
                <a:latin typeface="Arial" pitchFamily="34" charset="0"/>
                <a:cs typeface="Arial" pitchFamily="34" charset="0"/>
              </a:rPr>
              <a:pPr>
                <a:defRPr/>
              </a:pPr>
              <a:t>23.09.2026</a:t>
            </a:fld>
            <a:endParaRPr lang="de-DE" sz="1000">
              <a:latin typeface="Arial" pitchFamily="34" charset="0"/>
              <a:cs typeface="Arial" pitchFamily="34" charset="0"/>
            </a:endParaRPr>
          </a:p>
        </p:txBody>
      </p:sp>
      <p:sp>
        <p:nvSpPr>
          <p:cNvPr id="4" name="Fußzeilenplatzhalter 3"/>
          <p:cNvSpPr>
            <a:spLocks noGrp="1"/>
          </p:cNvSpPr>
          <p:nvPr>
            <p:ph type="ftr" sz="quarter" idx="2"/>
          </p:nvPr>
        </p:nvSpPr>
        <p:spPr>
          <a:xfrm>
            <a:off x="1" y="9362957"/>
            <a:ext cx="2945862" cy="493833"/>
          </a:xfrm>
          <a:prstGeom prst="rect">
            <a:avLst/>
          </a:prstGeom>
        </p:spPr>
        <p:txBody>
          <a:bodyPr vert="horz" lIns="87525" tIns="43763" rIns="87525" bIns="43763" rtlCol="0" anchor="b"/>
          <a:lstStyle>
            <a:lvl1pPr algn="l" eaLnBrk="1" fontAlgn="auto" hangingPunct="1">
              <a:spcBef>
                <a:spcPts val="0"/>
              </a:spcBef>
              <a:spcAft>
                <a:spcPts val="0"/>
              </a:spcAft>
              <a:defRPr sz="1100">
                <a:latin typeface="+mn-lt"/>
              </a:defRPr>
            </a:lvl1pPr>
          </a:lstStyle>
          <a:p>
            <a:pPr>
              <a:defRPr/>
            </a:pPr>
            <a:endParaRPr lang="de-DE" sz="1000">
              <a:latin typeface="Arial" pitchFamily="34" charset="0"/>
              <a:cs typeface="Arial" pitchFamily="34" charset="0"/>
            </a:endParaRPr>
          </a:p>
        </p:txBody>
      </p:sp>
      <p:sp>
        <p:nvSpPr>
          <p:cNvPr id="5" name="Foliennummernplatzhalter 4"/>
          <p:cNvSpPr>
            <a:spLocks noGrp="1"/>
          </p:cNvSpPr>
          <p:nvPr>
            <p:ph type="sldNum" sz="quarter" idx="3"/>
          </p:nvPr>
        </p:nvSpPr>
        <p:spPr>
          <a:xfrm>
            <a:off x="3850296" y="9362957"/>
            <a:ext cx="2945862" cy="493833"/>
          </a:xfrm>
          <a:prstGeom prst="rect">
            <a:avLst/>
          </a:prstGeom>
        </p:spPr>
        <p:txBody>
          <a:bodyPr vert="horz" lIns="87525" tIns="43763" rIns="87525" bIns="43763" rtlCol="0" anchor="b"/>
          <a:lstStyle>
            <a:lvl1pPr algn="r" eaLnBrk="1" fontAlgn="auto" hangingPunct="1">
              <a:spcBef>
                <a:spcPts val="0"/>
              </a:spcBef>
              <a:spcAft>
                <a:spcPts val="0"/>
              </a:spcAft>
              <a:defRPr sz="1100" smtClean="0">
                <a:latin typeface="+mn-lt"/>
              </a:defRPr>
            </a:lvl1pPr>
          </a:lstStyle>
          <a:p>
            <a:pPr>
              <a:defRPr/>
            </a:pPr>
            <a:fld id="{1FEB8BDD-D483-4F2A-8149-5CAA22251911}" type="slidenum">
              <a:rPr lang="de-DE" sz="1000">
                <a:latin typeface="Arial" pitchFamily="34" charset="0"/>
                <a:cs typeface="Arial" pitchFamily="34" charset="0"/>
              </a:rPr>
              <a:pPr>
                <a:defRPr/>
              </a:pPr>
              <a:t>‹#›</a:t>
            </a:fld>
            <a:endParaRPr lang="de-DE" sz="1000">
              <a:latin typeface="Arial" pitchFamily="34" charset="0"/>
              <a:cs typeface="Arial" pitchFamily="34" charset="0"/>
            </a:endParaRPr>
          </a:p>
        </p:txBody>
      </p:sp>
    </p:spTree>
    <p:extLst>
      <p:ext uri="{BB962C8B-B14F-4D97-AF65-F5344CB8AC3E}">
        <p14:creationId xmlns:p14="http://schemas.microsoft.com/office/powerpoint/2010/main" val="417062785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3"/>
            <a:ext cx="2945862" cy="493833"/>
          </a:xfrm>
          <a:prstGeom prst="rect">
            <a:avLst/>
          </a:prstGeom>
        </p:spPr>
        <p:txBody>
          <a:bodyPr vert="horz" lIns="87525" tIns="43763" rIns="87525" bIns="43763" rtlCol="0"/>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3" name="Datumsplatzhalter 2"/>
          <p:cNvSpPr>
            <a:spLocks noGrp="1"/>
          </p:cNvSpPr>
          <p:nvPr>
            <p:ph type="dt" idx="1"/>
          </p:nvPr>
        </p:nvSpPr>
        <p:spPr>
          <a:xfrm>
            <a:off x="3850296" y="3"/>
            <a:ext cx="2945862" cy="493833"/>
          </a:xfrm>
          <a:prstGeom prst="rect">
            <a:avLst/>
          </a:prstGeom>
        </p:spPr>
        <p:txBody>
          <a:bodyPr vert="horz" lIns="87525" tIns="43763" rIns="87525" bIns="43763" rtlCol="0"/>
          <a:lstStyle>
            <a:lvl1pPr algn="r" eaLnBrk="1" fontAlgn="auto" hangingPunct="1">
              <a:spcBef>
                <a:spcPts val="0"/>
              </a:spcBef>
              <a:spcAft>
                <a:spcPts val="0"/>
              </a:spcAft>
              <a:defRPr sz="1000" smtClean="0">
                <a:latin typeface="+mn-lt"/>
              </a:defRPr>
            </a:lvl1pPr>
          </a:lstStyle>
          <a:p>
            <a:pPr>
              <a:defRPr/>
            </a:pPr>
            <a:fld id="{E619EF57-6584-4C28-9DE9-68C51C925951}" type="datetimeFigureOut">
              <a:rPr lang="de-DE" smtClean="0"/>
              <a:pPr>
                <a:defRPr/>
              </a:pPr>
              <a:t>23.09.2026</a:t>
            </a:fld>
            <a:endParaRPr lang="de-DE"/>
          </a:p>
        </p:txBody>
      </p:sp>
      <p:sp>
        <p:nvSpPr>
          <p:cNvPr id="4" name="Folienbildplatzhalter 3"/>
          <p:cNvSpPr>
            <a:spLocks noGrp="1" noRot="1" noChangeAspect="1"/>
          </p:cNvSpPr>
          <p:nvPr>
            <p:ph type="sldImg" idx="2"/>
          </p:nvPr>
        </p:nvSpPr>
        <p:spPr>
          <a:xfrm>
            <a:off x="1181100" y="1231900"/>
            <a:ext cx="4435475" cy="3327400"/>
          </a:xfrm>
          <a:prstGeom prst="rect">
            <a:avLst/>
          </a:prstGeom>
          <a:noFill/>
          <a:ln w="12700">
            <a:solidFill>
              <a:prstClr val="black"/>
            </a:solidFill>
          </a:ln>
        </p:spPr>
        <p:txBody>
          <a:bodyPr vert="horz" lIns="87525" tIns="43763" rIns="87525" bIns="43763" rtlCol="0" anchor="ctr"/>
          <a:lstStyle/>
          <a:p>
            <a:pPr lvl="0"/>
            <a:endParaRPr lang="de-DE" noProof="0"/>
          </a:p>
        </p:txBody>
      </p:sp>
      <p:sp>
        <p:nvSpPr>
          <p:cNvPr id="5" name="Notizenplatzhalter 4"/>
          <p:cNvSpPr>
            <a:spLocks noGrp="1"/>
          </p:cNvSpPr>
          <p:nvPr>
            <p:ph type="body" sz="quarter" idx="3"/>
          </p:nvPr>
        </p:nvSpPr>
        <p:spPr>
          <a:xfrm>
            <a:off x="679465" y="4744165"/>
            <a:ext cx="5438748" cy="3880336"/>
          </a:xfrm>
          <a:prstGeom prst="rect">
            <a:avLst/>
          </a:prstGeom>
        </p:spPr>
        <p:txBody>
          <a:bodyPr vert="horz" lIns="87525" tIns="43763" rIns="87525" bIns="43763" rtlCol="0"/>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6" name="Fußzeilenplatzhalter 5"/>
          <p:cNvSpPr>
            <a:spLocks noGrp="1"/>
          </p:cNvSpPr>
          <p:nvPr>
            <p:ph type="ftr" sz="quarter" idx="4"/>
          </p:nvPr>
        </p:nvSpPr>
        <p:spPr>
          <a:xfrm>
            <a:off x="1" y="9362957"/>
            <a:ext cx="2945862" cy="493833"/>
          </a:xfrm>
          <a:prstGeom prst="rect">
            <a:avLst/>
          </a:prstGeom>
        </p:spPr>
        <p:txBody>
          <a:bodyPr vert="horz" lIns="87525" tIns="43763" rIns="87525" bIns="43763" rtlCol="0" anchor="b"/>
          <a:lstStyle>
            <a:lvl1pPr algn="l" eaLnBrk="1" fontAlgn="auto" hangingPunct="1">
              <a:spcBef>
                <a:spcPts val="0"/>
              </a:spcBef>
              <a:spcAft>
                <a:spcPts val="0"/>
              </a:spcAft>
              <a:defRPr sz="1000">
                <a:latin typeface="Arial" pitchFamily="34" charset="0"/>
                <a:cs typeface="Arial" pitchFamily="34" charset="0"/>
              </a:defRPr>
            </a:lvl1pPr>
          </a:lstStyle>
          <a:p>
            <a:pPr>
              <a:defRPr/>
            </a:pPr>
            <a:endParaRPr lang="de-DE"/>
          </a:p>
        </p:txBody>
      </p:sp>
      <p:sp>
        <p:nvSpPr>
          <p:cNvPr id="7" name="Foliennummernplatzhalter 6"/>
          <p:cNvSpPr>
            <a:spLocks noGrp="1"/>
          </p:cNvSpPr>
          <p:nvPr>
            <p:ph type="sldNum" sz="quarter" idx="5"/>
          </p:nvPr>
        </p:nvSpPr>
        <p:spPr>
          <a:xfrm>
            <a:off x="3850296" y="9362957"/>
            <a:ext cx="2945862" cy="493833"/>
          </a:xfrm>
          <a:prstGeom prst="rect">
            <a:avLst/>
          </a:prstGeom>
        </p:spPr>
        <p:txBody>
          <a:bodyPr vert="horz" lIns="87525" tIns="43763" rIns="87525" bIns="43763" rtlCol="0" anchor="b"/>
          <a:lstStyle>
            <a:lvl1pPr algn="r" eaLnBrk="1" fontAlgn="auto" hangingPunct="1">
              <a:spcBef>
                <a:spcPts val="0"/>
              </a:spcBef>
              <a:spcAft>
                <a:spcPts val="0"/>
              </a:spcAft>
              <a:defRPr sz="1000" smtClean="0">
                <a:latin typeface="Arial" pitchFamily="34" charset="0"/>
                <a:cs typeface="Arial" pitchFamily="34" charset="0"/>
              </a:defRPr>
            </a:lvl1pPr>
          </a:lstStyle>
          <a:p>
            <a:pPr>
              <a:defRPr/>
            </a:pPr>
            <a:fld id="{6DB79B9A-35EE-4156-AEAA-A71D25E1C590}" type="slidenum">
              <a:rPr lang="de-DE" smtClean="0"/>
              <a:pPr>
                <a:defRPr/>
              </a:pPr>
              <a:t>‹#›</a:t>
            </a:fld>
            <a:endParaRPr lang="de-DE"/>
          </a:p>
        </p:txBody>
      </p:sp>
    </p:spTree>
    <p:extLst>
      <p:ext uri="{BB962C8B-B14F-4D97-AF65-F5344CB8AC3E}">
        <p14:creationId xmlns:p14="http://schemas.microsoft.com/office/powerpoint/2010/main" val="2304105239"/>
      </p:ext>
    </p:extLst>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000" kern="1200">
        <a:solidFill>
          <a:schemeClr val="tx1"/>
        </a:solidFill>
        <a:latin typeface="Arial" pitchFamily="34" charset="0"/>
        <a:ea typeface="+mn-ea"/>
        <a:cs typeface="Arial" pitchFamily="34" charset="0"/>
      </a:defRPr>
    </a:lvl1pPr>
    <a:lvl2pPr marL="457200" algn="l" rtl="0" fontAlgn="base">
      <a:spcBef>
        <a:spcPct val="30000"/>
      </a:spcBef>
      <a:spcAft>
        <a:spcPct val="0"/>
      </a:spcAft>
      <a:defRPr sz="1000" kern="1200">
        <a:solidFill>
          <a:schemeClr val="tx1"/>
        </a:solidFill>
        <a:latin typeface="Arial" pitchFamily="34" charset="0"/>
        <a:ea typeface="+mn-ea"/>
        <a:cs typeface="Arial" pitchFamily="34" charset="0"/>
      </a:defRPr>
    </a:lvl2pPr>
    <a:lvl3pPr marL="914400" algn="l" rtl="0" fontAlgn="base">
      <a:spcBef>
        <a:spcPct val="30000"/>
      </a:spcBef>
      <a:spcAft>
        <a:spcPct val="0"/>
      </a:spcAft>
      <a:defRPr sz="1000" kern="1200">
        <a:solidFill>
          <a:schemeClr val="tx1"/>
        </a:solidFill>
        <a:latin typeface="Arial" pitchFamily="34" charset="0"/>
        <a:ea typeface="+mn-ea"/>
        <a:cs typeface="Arial" pitchFamily="34" charset="0"/>
      </a:defRPr>
    </a:lvl3pPr>
    <a:lvl4pPr marL="1371600" algn="l" rtl="0" fontAlgn="base">
      <a:spcBef>
        <a:spcPct val="30000"/>
      </a:spcBef>
      <a:spcAft>
        <a:spcPct val="0"/>
      </a:spcAft>
      <a:defRPr sz="1000" kern="1200">
        <a:solidFill>
          <a:schemeClr val="tx1"/>
        </a:solidFill>
        <a:latin typeface="Arial" pitchFamily="34" charset="0"/>
        <a:ea typeface="+mn-ea"/>
        <a:cs typeface="Arial" pitchFamily="34" charset="0"/>
      </a:defRPr>
    </a:lvl4pPr>
    <a:lvl5pPr marL="1828800" algn="l" rtl="0" fontAlgn="base">
      <a:spcBef>
        <a:spcPct val="30000"/>
      </a:spcBef>
      <a:spcAft>
        <a:spcPct val="0"/>
      </a:spcAft>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12" name="Textplatzhalter 11"/>
          <p:cNvSpPr>
            <a:spLocks noGrp="1"/>
          </p:cNvSpPr>
          <p:nvPr>
            <p:ph type="body" sz="quarter" idx="13" hasCustomPrompt="1"/>
          </p:nvPr>
        </p:nvSpPr>
        <p:spPr>
          <a:xfrm>
            <a:off x="287338" y="871200"/>
            <a:ext cx="8569325" cy="5292000"/>
          </a:xfrm>
          <a:prstGeom prst="rect">
            <a:avLst/>
          </a:prstGeom>
        </p:spPr>
        <p:txBody>
          <a:bodyPr lIns="0" tIns="0" rIns="0" bIns="0"/>
          <a:lstStyle>
            <a:lvl1pPr marL="216000" indent="-216000">
              <a:lnSpc>
                <a:spcPct val="100000"/>
              </a:lnSpc>
              <a:spcBef>
                <a:spcPts val="600"/>
              </a:spcBef>
              <a:buSzPct val="115000"/>
              <a:buFont typeface="Arial" panose="020B0604020202020204" pitchFamily="34" charset="0"/>
              <a:buChar char="■"/>
              <a:defRPr lang="de-DE" dirty="0" smtClean="0">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baseline="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a:p>
            <a:pPr lvl="5"/>
            <a:r>
              <a:rPr lang="de-DE" err="1"/>
              <a:t>Sixth</a:t>
            </a:r>
            <a:r>
              <a:rPr lang="de-DE"/>
              <a:t> Level</a:t>
            </a:r>
          </a:p>
          <a:p>
            <a:pPr lvl="6"/>
            <a:r>
              <a:rPr lang="de-DE" err="1"/>
              <a:t>Seventh</a:t>
            </a:r>
            <a:r>
              <a:rPr lang="de-DE"/>
              <a:t> Level</a:t>
            </a:r>
          </a:p>
          <a:p>
            <a:pPr lvl="7"/>
            <a:r>
              <a:rPr lang="de-DE" err="1"/>
              <a:t>Eighth</a:t>
            </a:r>
            <a:r>
              <a:rPr lang="de-DE"/>
              <a:t> Level</a:t>
            </a:r>
          </a:p>
        </p:txBody>
      </p:sp>
    </p:spTree>
    <p:extLst>
      <p:ext uri="{BB962C8B-B14F-4D97-AF65-F5344CB8AC3E}">
        <p14:creationId xmlns:p14="http://schemas.microsoft.com/office/powerpoint/2010/main" val="381497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7" name="Textplatzhalter 6"/>
          <p:cNvSpPr>
            <a:spLocks noGrp="1"/>
          </p:cNvSpPr>
          <p:nvPr>
            <p:ph type="body" sz="quarter" idx="12" hasCustomPrompt="1"/>
          </p:nvPr>
        </p:nvSpPr>
        <p:spPr>
          <a:xfrm>
            <a:off x="287338" y="871200"/>
            <a:ext cx="8569325" cy="5292000"/>
          </a:xfrm>
          <a:prstGeom prst="rect">
            <a:avLst/>
          </a:prstGeom>
        </p:spPr>
        <p:txBody>
          <a:bodyPr lIns="0" tIns="0" rIns="0" bIns="0"/>
          <a:lstStyle>
            <a:lvl1pPr marL="0" indent="0">
              <a:buFontTx/>
              <a:buNone/>
              <a:defRPr/>
            </a:lvl1pPr>
          </a:lstStyle>
          <a:p>
            <a:pPr lvl="0"/>
            <a:r>
              <a:rPr lang="de-DE"/>
              <a:t>Text Area</a:t>
            </a:r>
          </a:p>
        </p:txBody>
      </p:sp>
    </p:spTree>
    <p:extLst>
      <p:ext uri="{BB962C8B-B14F-4D97-AF65-F5344CB8AC3E}">
        <p14:creationId xmlns:p14="http://schemas.microsoft.com/office/powerpoint/2010/main" val="1301205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icture (66:3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6" name="Bildplatzhalter 3"/>
          <p:cNvSpPr>
            <a:spLocks noGrp="1"/>
          </p:cNvSpPr>
          <p:nvPr>
            <p:ph type="pic" sz="quarter" idx="15" hasCustomPrompt="1"/>
          </p:nvPr>
        </p:nvSpPr>
        <p:spPr>
          <a:xfrm>
            <a:off x="6192000" y="1094400"/>
            <a:ext cx="2664000" cy="4456800"/>
          </a:xfrm>
          <a:prstGeom prst="rect">
            <a:avLst/>
          </a:prstGeom>
        </p:spPr>
        <p:txBody>
          <a:bodyPr/>
          <a:lstStyle>
            <a:lvl1pPr marL="0" indent="0">
              <a:buNone/>
              <a:defRPr/>
            </a:lvl1pPr>
          </a:lstStyle>
          <a:p>
            <a:r>
              <a:rPr lang="en-US"/>
              <a:t>Add picture by clicking the icon</a:t>
            </a:r>
            <a:endParaRPr lang="de-DE"/>
          </a:p>
        </p:txBody>
      </p:sp>
      <p:sp>
        <p:nvSpPr>
          <p:cNvPr id="11" name="Textplatzhalter 9"/>
          <p:cNvSpPr>
            <a:spLocks noGrp="1"/>
          </p:cNvSpPr>
          <p:nvPr>
            <p:ph type="body" sz="quarter" idx="13" hasCustomPrompt="1"/>
          </p:nvPr>
        </p:nvSpPr>
        <p:spPr>
          <a:xfrm>
            <a:off x="6192000" y="5662800"/>
            <a:ext cx="2664000" cy="500400"/>
          </a:xfrm>
          <a:prstGeom prst="rect">
            <a:avLst/>
          </a:prstGeom>
        </p:spPr>
        <p:txBody>
          <a:bodyPr>
            <a:normAutofit/>
          </a:bodyPr>
          <a:lstStyle>
            <a:lvl1pPr marL="0" indent="0" algn="r">
              <a:buNone/>
              <a:defRPr sz="900"/>
            </a:lvl1pPr>
          </a:lstStyle>
          <a:p>
            <a:pPr lvl="0"/>
            <a:r>
              <a:rPr lang="de-DE"/>
              <a:t>Picture title </a:t>
            </a:r>
            <a:r>
              <a:rPr lang="de-DE" err="1"/>
              <a:t>or</a:t>
            </a:r>
            <a:r>
              <a:rPr lang="de-DE"/>
              <a:t> </a:t>
            </a:r>
            <a:r>
              <a:rPr lang="de-DE" err="1"/>
              <a:t>description</a:t>
            </a:r>
            <a:endParaRPr lang="de-DE"/>
          </a:p>
        </p:txBody>
      </p:sp>
      <p:sp>
        <p:nvSpPr>
          <p:cNvPr id="8" name="Textplatzhalter 11"/>
          <p:cNvSpPr>
            <a:spLocks noGrp="1"/>
          </p:cNvSpPr>
          <p:nvPr>
            <p:ph type="body" sz="quarter" idx="16" hasCustomPrompt="1"/>
          </p:nvPr>
        </p:nvSpPr>
        <p:spPr>
          <a:xfrm>
            <a:off x="287338" y="871200"/>
            <a:ext cx="5648400" cy="5292000"/>
          </a:xfrm>
          <a:prstGeom prst="rect">
            <a:avLst/>
          </a:prstGeom>
        </p:spPr>
        <p:txBody>
          <a:bodyPr lIns="0" tIns="0" rIns="0" bIns="0"/>
          <a:lstStyle>
            <a:lvl1pPr marL="216000" indent="-216000">
              <a:lnSpc>
                <a:spcPct val="100000"/>
              </a:lnSpc>
              <a:spcBef>
                <a:spcPts val="600"/>
              </a:spcBef>
              <a:buSzPct val="115000"/>
              <a:buFont typeface="Arial" panose="020B0604020202020204" pitchFamily="34" charset="0"/>
              <a:buChar char="■"/>
              <a:defRPr lang="de-DE" dirty="0" smtClean="0">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a:p>
            <a:pPr lvl="5"/>
            <a:r>
              <a:rPr lang="de-DE" err="1"/>
              <a:t>Sixth</a:t>
            </a:r>
            <a:r>
              <a:rPr lang="de-DE"/>
              <a:t> Level</a:t>
            </a:r>
          </a:p>
          <a:p>
            <a:pPr lvl="6"/>
            <a:r>
              <a:rPr lang="de-DE" err="1"/>
              <a:t>Seventh</a:t>
            </a:r>
            <a:r>
              <a:rPr lang="de-DE"/>
              <a:t> Level</a:t>
            </a:r>
          </a:p>
          <a:p>
            <a:pPr lvl="7"/>
            <a:r>
              <a:rPr lang="de-DE" err="1"/>
              <a:t>Eighth</a:t>
            </a:r>
            <a:r>
              <a:rPr lang="de-DE"/>
              <a:t> Level</a:t>
            </a:r>
          </a:p>
        </p:txBody>
      </p:sp>
    </p:spTree>
    <p:extLst>
      <p:ext uri="{BB962C8B-B14F-4D97-AF65-F5344CB8AC3E}">
        <p14:creationId xmlns:p14="http://schemas.microsoft.com/office/powerpoint/2010/main" val="3560835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icture (50:50)">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6" name="Bildplatzhalter 3"/>
          <p:cNvSpPr>
            <a:spLocks noGrp="1"/>
          </p:cNvSpPr>
          <p:nvPr>
            <p:ph type="pic" sz="quarter" idx="15" hasCustomPrompt="1"/>
          </p:nvPr>
        </p:nvSpPr>
        <p:spPr>
          <a:xfrm>
            <a:off x="4701600" y="1094400"/>
            <a:ext cx="4154400" cy="4456800"/>
          </a:xfrm>
          <a:prstGeom prst="rect">
            <a:avLst/>
          </a:prstGeom>
        </p:spPr>
        <p:txBody>
          <a:bodyPr/>
          <a:lstStyle>
            <a:lvl1pPr marL="0" indent="0">
              <a:buNone/>
              <a:defRPr/>
            </a:lvl1pPr>
          </a:lstStyle>
          <a:p>
            <a:r>
              <a:rPr lang="en-US"/>
              <a:t>Add picture by clicking the icon</a:t>
            </a:r>
            <a:endParaRPr lang="de-DE"/>
          </a:p>
        </p:txBody>
      </p:sp>
      <p:sp>
        <p:nvSpPr>
          <p:cNvPr id="11" name="Textplatzhalter 9"/>
          <p:cNvSpPr>
            <a:spLocks noGrp="1"/>
          </p:cNvSpPr>
          <p:nvPr>
            <p:ph type="body" sz="quarter" idx="13" hasCustomPrompt="1"/>
          </p:nvPr>
        </p:nvSpPr>
        <p:spPr>
          <a:xfrm>
            <a:off x="4701600" y="5662800"/>
            <a:ext cx="4154400" cy="500400"/>
          </a:xfrm>
          <a:prstGeom prst="rect">
            <a:avLst/>
          </a:prstGeom>
        </p:spPr>
        <p:txBody>
          <a:bodyPr>
            <a:normAutofit/>
          </a:bodyPr>
          <a:lstStyle>
            <a:lvl1pPr marL="0" indent="0" algn="r">
              <a:buNone/>
              <a:defRPr sz="900"/>
            </a:lvl1pPr>
          </a:lstStyle>
          <a:p>
            <a:pPr lvl="0"/>
            <a:r>
              <a:rPr lang="de-DE"/>
              <a:t>Picture title </a:t>
            </a:r>
            <a:r>
              <a:rPr lang="de-DE" err="1"/>
              <a:t>or</a:t>
            </a:r>
            <a:r>
              <a:rPr lang="de-DE"/>
              <a:t> </a:t>
            </a:r>
            <a:r>
              <a:rPr lang="de-DE" err="1"/>
              <a:t>description</a:t>
            </a:r>
            <a:endParaRPr lang="de-DE"/>
          </a:p>
        </p:txBody>
      </p:sp>
      <p:sp>
        <p:nvSpPr>
          <p:cNvPr id="8" name="Textplatzhalter 11"/>
          <p:cNvSpPr>
            <a:spLocks noGrp="1"/>
          </p:cNvSpPr>
          <p:nvPr>
            <p:ph type="body" sz="quarter" idx="16" hasCustomPrompt="1"/>
          </p:nvPr>
        </p:nvSpPr>
        <p:spPr>
          <a:xfrm>
            <a:off x="287338" y="871200"/>
            <a:ext cx="4154400" cy="5292000"/>
          </a:xfrm>
          <a:prstGeom prst="rect">
            <a:avLst/>
          </a:prstGeom>
        </p:spPr>
        <p:txBody>
          <a:bodyPr lIns="0" tIns="0" rIns="0" bIns="0"/>
          <a:lstStyle>
            <a:lvl1pPr marL="216000" indent="-216000">
              <a:lnSpc>
                <a:spcPct val="100000"/>
              </a:lnSpc>
              <a:spcBef>
                <a:spcPts val="600"/>
              </a:spcBef>
              <a:buSzPct val="115000"/>
              <a:buFont typeface="Arial" panose="020B0604020202020204" pitchFamily="34" charset="0"/>
              <a:buChar char="■"/>
              <a:defRPr lang="de-DE" dirty="0" smtClean="0">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a:p>
            <a:pPr lvl="5"/>
            <a:r>
              <a:rPr lang="de-DE" err="1"/>
              <a:t>Sixth</a:t>
            </a:r>
            <a:r>
              <a:rPr lang="de-DE"/>
              <a:t> Level</a:t>
            </a:r>
          </a:p>
          <a:p>
            <a:pPr lvl="6"/>
            <a:r>
              <a:rPr lang="de-DE" err="1"/>
              <a:t>Seventh</a:t>
            </a:r>
            <a:r>
              <a:rPr lang="de-DE"/>
              <a:t> Level</a:t>
            </a:r>
          </a:p>
          <a:p>
            <a:pPr lvl="7"/>
            <a:r>
              <a:rPr lang="de-DE" err="1"/>
              <a:t>Eighth</a:t>
            </a:r>
            <a:r>
              <a:rPr lang="de-DE"/>
              <a:t> Level</a:t>
            </a:r>
          </a:p>
        </p:txBody>
      </p:sp>
    </p:spTree>
    <p:extLst>
      <p:ext uri="{BB962C8B-B14F-4D97-AF65-F5344CB8AC3E}">
        <p14:creationId xmlns:p14="http://schemas.microsoft.com/office/powerpoint/2010/main" val="2159211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10" name="Textplatzhalter 9"/>
          <p:cNvSpPr>
            <a:spLocks noGrp="1"/>
          </p:cNvSpPr>
          <p:nvPr>
            <p:ph type="body" sz="quarter" idx="13" hasCustomPrompt="1"/>
          </p:nvPr>
        </p:nvSpPr>
        <p:spPr>
          <a:xfrm>
            <a:off x="287337" y="5662800"/>
            <a:ext cx="8568000" cy="499533"/>
          </a:xfrm>
          <a:prstGeom prst="rect">
            <a:avLst/>
          </a:prstGeom>
        </p:spPr>
        <p:txBody>
          <a:bodyPr>
            <a:normAutofit/>
          </a:bodyPr>
          <a:lstStyle>
            <a:lvl1pPr marL="0" indent="0" algn="r">
              <a:buNone/>
              <a:defRPr sz="900"/>
            </a:lvl1pPr>
          </a:lstStyle>
          <a:p>
            <a:pPr lvl="0"/>
            <a:r>
              <a:rPr lang="de-DE"/>
              <a:t>Picture title </a:t>
            </a:r>
            <a:r>
              <a:rPr lang="de-DE" err="1"/>
              <a:t>or</a:t>
            </a:r>
            <a:r>
              <a:rPr lang="de-DE"/>
              <a:t> </a:t>
            </a:r>
            <a:r>
              <a:rPr lang="de-DE" err="1"/>
              <a:t>description</a:t>
            </a:r>
            <a:endParaRPr lang="de-DE"/>
          </a:p>
        </p:txBody>
      </p:sp>
      <p:sp>
        <p:nvSpPr>
          <p:cNvPr id="5" name="Bildplatzhalter 3"/>
          <p:cNvSpPr>
            <a:spLocks noGrp="1"/>
          </p:cNvSpPr>
          <p:nvPr>
            <p:ph type="pic" sz="quarter" idx="14" hasCustomPrompt="1"/>
          </p:nvPr>
        </p:nvSpPr>
        <p:spPr>
          <a:xfrm>
            <a:off x="288000" y="1094400"/>
            <a:ext cx="8568000" cy="4456800"/>
          </a:xfrm>
          <a:prstGeom prst="rect">
            <a:avLst/>
          </a:prstGeom>
        </p:spPr>
        <p:txBody>
          <a:bodyPr/>
          <a:lstStyle>
            <a:lvl1pPr marL="0" indent="0">
              <a:buNone/>
              <a:defRPr/>
            </a:lvl1pPr>
          </a:lstStyle>
          <a:p>
            <a:r>
              <a:rPr lang="en-US"/>
              <a:t>Add picture by clicking the icon</a:t>
            </a:r>
            <a:endParaRPr lang="de-DE"/>
          </a:p>
        </p:txBody>
      </p:sp>
    </p:spTree>
    <p:extLst>
      <p:ext uri="{BB962C8B-B14F-4D97-AF65-F5344CB8AC3E}">
        <p14:creationId xmlns:p14="http://schemas.microsoft.com/office/powerpoint/2010/main" val="20306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8000" y="144000"/>
            <a:ext cx="8568000" cy="543600"/>
          </a:xfrm>
          <a:prstGeom prst="rect">
            <a:avLst/>
          </a:prstGeom>
        </p:spPr>
        <p:txBody>
          <a:bodyPr lIns="0" tIns="0" rIns="0" bIns="0" anchor="b" anchorCtr="0"/>
          <a:lstStyle>
            <a:lvl1pPr algn="l">
              <a:defRPr sz="2000" b="1">
                <a:solidFill>
                  <a:srgbClr val="9D9EA0"/>
                </a:solidFill>
              </a:defRPr>
            </a:lvl1pPr>
          </a:lstStyle>
          <a:p>
            <a:r>
              <a:rPr lang="en-US"/>
              <a:t>Edit the </a:t>
            </a:r>
            <a:r>
              <a:rPr lang="en-US" err="1"/>
              <a:t>mastertitle</a:t>
            </a:r>
            <a:r>
              <a:rPr lang="en-US"/>
              <a:t> format by clicking</a:t>
            </a:r>
            <a:br>
              <a:rPr lang="en-US"/>
            </a:br>
            <a:r>
              <a:rPr lang="en-US"/>
              <a:t>Example for the use of a double-spaced title</a:t>
            </a:r>
          </a:p>
        </p:txBody>
      </p:sp>
      <p:sp>
        <p:nvSpPr>
          <p:cNvPr id="9" name="Diagrammplatzhalter 8"/>
          <p:cNvSpPr>
            <a:spLocks noGrp="1"/>
          </p:cNvSpPr>
          <p:nvPr>
            <p:ph type="chart" sz="quarter" idx="13" hasCustomPrompt="1"/>
          </p:nvPr>
        </p:nvSpPr>
        <p:spPr>
          <a:xfrm>
            <a:off x="287338" y="871200"/>
            <a:ext cx="8569325" cy="5292000"/>
          </a:xfrm>
          <a:prstGeom prst="rect">
            <a:avLst/>
          </a:prstGeom>
        </p:spPr>
        <p:txBody>
          <a:bodyPr lIns="90000" tIns="46800" rIns="90000" bIns="46800"/>
          <a:lstStyle>
            <a:lvl1pPr marL="0" indent="0">
              <a:buNone/>
              <a:defRPr/>
            </a:lvl1pPr>
          </a:lstStyle>
          <a:p>
            <a:r>
              <a:rPr lang="en-US"/>
              <a:t>Add chart by clicking the icon</a:t>
            </a:r>
            <a:endParaRPr lang="de-DE"/>
          </a:p>
        </p:txBody>
      </p:sp>
    </p:spTree>
    <p:extLst>
      <p:ext uri="{BB962C8B-B14F-4D97-AF65-F5344CB8AC3E}">
        <p14:creationId xmlns:p14="http://schemas.microsoft.com/office/powerpoint/2010/main" val="682848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mple Title, 1st Version">
    <p:spTree>
      <p:nvGrpSpPr>
        <p:cNvPr id="1" name=""/>
        <p:cNvGrpSpPr/>
        <p:nvPr/>
      </p:nvGrpSpPr>
      <p:grpSpPr>
        <a:xfrm>
          <a:off x="0" y="0"/>
          <a:ext cx="0" cy="0"/>
          <a:chOff x="0" y="0"/>
          <a:chExt cx="0" cy="0"/>
        </a:xfrm>
      </p:grpSpPr>
      <p:sp>
        <p:nvSpPr>
          <p:cNvPr id="3"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
        <p:nvSpPr>
          <p:cNvPr id="4" name="Rechteck 3"/>
          <p:cNvSpPr/>
          <p:nvPr userDrawn="1"/>
        </p:nvSpPr>
        <p:spPr>
          <a:xfrm>
            <a:off x="0" y="0"/>
            <a:ext cx="9144000" cy="2312988"/>
          </a:xfrm>
          <a:prstGeom prst="rect">
            <a:avLst/>
          </a:prstGeom>
          <a:solidFill>
            <a:srgbClr val="DD402D"/>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latin typeface="Arial" panose="020B0604020202020204" pitchFamily="34" charset="0"/>
              <a:cs typeface="Arial" panose="020B0604020202020204" pitchFamily="34" charset="0"/>
            </a:endParaRPr>
          </a:p>
        </p:txBody>
      </p:sp>
      <p:sp>
        <p:nvSpPr>
          <p:cNvPr id="5"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DD402D"/>
                </a:solidFill>
                <a:latin typeface="Arial" panose="020B0604020202020204" pitchFamily="34" charset="0"/>
                <a:cs typeface="Arial" panose="020B0604020202020204" pitchFamily="34" charset="0"/>
              </a:defRPr>
            </a:lvl1pPr>
          </a:lstStyle>
          <a:p>
            <a:r>
              <a:rPr lang="en-US"/>
              <a:t>Sample Title, 1st Version</a:t>
            </a:r>
          </a:p>
        </p:txBody>
      </p:sp>
      <p:sp>
        <p:nvSpPr>
          <p:cNvPr id="6"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Tree>
    <p:extLst>
      <p:ext uri="{BB962C8B-B14F-4D97-AF65-F5344CB8AC3E}">
        <p14:creationId xmlns:p14="http://schemas.microsoft.com/office/powerpoint/2010/main" val="3922455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mple Title, 2nd Version">
    <p:spTree>
      <p:nvGrpSpPr>
        <p:cNvPr id="1" name=""/>
        <p:cNvGrpSpPr/>
        <p:nvPr/>
      </p:nvGrpSpPr>
      <p:grpSpPr>
        <a:xfrm>
          <a:off x="0" y="0"/>
          <a:ext cx="0" cy="0"/>
          <a:chOff x="0" y="0"/>
          <a:chExt cx="0" cy="0"/>
        </a:xfrm>
      </p:grpSpPr>
      <p:sp>
        <p:nvSpPr>
          <p:cNvPr id="3" name="Rechteck 2"/>
          <p:cNvSpPr/>
          <p:nvPr userDrawn="1"/>
        </p:nvSpPr>
        <p:spPr>
          <a:xfrm>
            <a:off x="0" y="0"/>
            <a:ext cx="9144000" cy="2312988"/>
          </a:xfrm>
          <a:prstGeom prst="rect">
            <a:avLst/>
          </a:prstGeom>
          <a:solidFill>
            <a:srgbClr val="9D9EA0"/>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latin typeface="Arial" panose="020B0604020202020204" pitchFamily="34" charset="0"/>
              <a:cs typeface="Arial" panose="020B0604020202020204" pitchFamily="34" charset="0"/>
            </a:endParaRPr>
          </a:p>
        </p:txBody>
      </p:sp>
      <p:sp>
        <p:nvSpPr>
          <p:cNvPr id="4"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2nd Version</a:t>
            </a:r>
          </a:p>
        </p:txBody>
      </p:sp>
      <p:sp>
        <p:nvSpPr>
          <p:cNvPr id="5"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6"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3125232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mple Title, 3rd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3rd Version</a:t>
            </a:r>
          </a:p>
        </p:txBody>
      </p:sp>
      <p:sp>
        <p:nvSpPr>
          <p:cNvPr id="3"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4" name="Bildplatzhalter 2"/>
          <p:cNvSpPr>
            <a:spLocks noGrp="1"/>
          </p:cNvSpPr>
          <p:nvPr>
            <p:ph type="pic" sz="quarter" idx="10" hasCustomPrompt="1"/>
          </p:nvPr>
        </p:nvSpPr>
        <p:spPr>
          <a:xfrm>
            <a:off x="-1275" y="0"/>
            <a:ext cx="9144000" cy="2314800"/>
          </a:xfrm>
          <a:prstGeom prst="rect">
            <a:avLst/>
          </a:prstGeom>
        </p:spPr>
        <p:txBody>
          <a:bodyPr/>
          <a:lstStyle>
            <a:lvl1pPr marL="0" indent="0">
              <a:buNone/>
              <a:defRPr>
                <a:latin typeface="Arial" panose="020B0604020202020204" pitchFamily="34" charset="0"/>
                <a:cs typeface="Arial" panose="020B0604020202020204" pitchFamily="34" charset="0"/>
              </a:defRPr>
            </a:lvl1pPr>
          </a:lstStyle>
          <a:p>
            <a:r>
              <a:rPr lang="en-US"/>
              <a:t>Add picture by clicking the icon</a:t>
            </a:r>
            <a:endParaRPr lang="de-DE"/>
          </a:p>
        </p:txBody>
      </p:sp>
      <p:sp>
        <p:nvSpPr>
          <p:cNvPr id="6" name="Textplatzhalter 9"/>
          <p:cNvSpPr>
            <a:spLocks noGrp="1"/>
          </p:cNvSpPr>
          <p:nvPr>
            <p:ph type="body" sz="quarter" idx="11"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3775646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ample Title, 4th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473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4th Version</a:t>
            </a:r>
          </a:p>
        </p:txBody>
      </p:sp>
      <p:sp>
        <p:nvSpPr>
          <p:cNvPr id="3" name="Subtitle 2"/>
          <p:cNvSpPr>
            <a:spLocks noGrp="1"/>
          </p:cNvSpPr>
          <p:nvPr>
            <p:ph type="subTitle" idx="1" hasCustomPrompt="1"/>
          </p:nvPr>
        </p:nvSpPr>
        <p:spPr>
          <a:xfrm>
            <a:off x="288000" y="5230800"/>
            <a:ext cx="8568000" cy="812813"/>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4" name="Bildplatzhalter 2"/>
          <p:cNvSpPr>
            <a:spLocks noGrp="1"/>
          </p:cNvSpPr>
          <p:nvPr>
            <p:ph type="pic" sz="quarter" idx="10" hasCustomPrompt="1"/>
          </p:nvPr>
        </p:nvSpPr>
        <p:spPr>
          <a:xfrm>
            <a:off x="0" y="0"/>
            <a:ext cx="9144000" cy="4554000"/>
          </a:xfrm>
          <a:prstGeom prst="rect">
            <a:avLst/>
          </a:prstGeom>
        </p:spPr>
        <p:txBody>
          <a:bodyPr/>
          <a:lstStyle>
            <a:lvl1pPr marL="0" indent="0">
              <a:buNone/>
              <a:defRPr>
                <a:latin typeface="Arial" panose="020B0604020202020204" pitchFamily="34" charset="0"/>
                <a:cs typeface="Arial" panose="020B0604020202020204" pitchFamily="34" charset="0"/>
              </a:defRPr>
            </a:lvl1pPr>
          </a:lstStyle>
          <a:p>
            <a:r>
              <a:rPr lang="en-US"/>
              <a:t>Add picture by clicking the icon</a:t>
            </a:r>
            <a:endParaRPr lang="de-DE"/>
          </a:p>
        </p:txBody>
      </p:sp>
      <p:sp>
        <p:nvSpPr>
          <p:cNvPr id="6" name="Textplatzhalter 9"/>
          <p:cNvSpPr>
            <a:spLocks noGrp="1"/>
          </p:cNvSpPr>
          <p:nvPr>
            <p:ph type="body" sz="quarter" idx="11"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380536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ample Title, 5th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5th Version</a:t>
            </a:r>
          </a:p>
        </p:txBody>
      </p:sp>
      <p:sp>
        <p:nvSpPr>
          <p:cNvPr id="3"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cxnSp>
        <p:nvCxnSpPr>
          <p:cNvPr id="4" name="Gerader Verbinder 11"/>
          <p:cNvCxnSpPr/>
          <p:nvPr userDrawn="1"/>
        </p:nvCxnSpPr>
        <p:spPr>
          <a:xfrm>
            <a:off x="287338" y="6300000"/>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5"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1293773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ample Title, 6th Versio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a:solidFill>
                  <a:srgbClr val="9D9EA0"/>
                </a:solidFill>
                <a:latin typeface="Arial" panose="020B0604020202020204" pitchFamily="34" charset="0"/>
                <a:cs typeface="Arial" panose="020B0604020202020204" pitchFamily="34" charset="0"/>
              </a:defRPr>
            </a:lvl1pPr>
          </a:lstStyle>
          <a:p>
            <a:r>
              <a:rPr lang="en-US"/>
              <a:t>Sample Title, 6th Version</a:t>
            </a:r>
          </a:p>
        </p:txBody>
      </p:sp>
      <p:sp>
        <p:nvSpPr>
          <p:cNvPr id="3" name="Subtitle 2"/>
          <p:cNvSpPr>
            <a:spLocks noGrp="1"/>
          </p:cNvSpPr>
          <p:nvPr>
            <p:ph type="subTitle" idx="1" hasCustomPrompt="1"/>
          </p:nvPr>
        </p:nvSpPr>
        <p:spPr>
          <a:xfrm>
            <a:off x="288000" y="3196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cxnSp>
        <p:nvCxnSpPr>
          <p:cNvPr id="4" name="Gerader Verbinder 3"/>
          <p:cNvCxnSpPr/>
          <p:nvPr userDrawn="1"/>
        </p:nvCxnSpPr>
        <p:spPr>
          <a:xfrm>
            <a:off x="287338" y="3036888"/>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5" name="Textplatzhalter 9"/>
          <p:cNvSpPr>
            <a:spLocks noGrp="1"/>
          </p:cNvSpPr>
          <p:nvPr>
            <p:ph type="body" sz="quarter" idx="10" hasCustomPrompt="1"/>
          </p:nvPr>
        </p:nvSpPr>
        <p:spPr>
          <a:xfrm>
            <a:off x="288000" y="6339600"/>
            <a:ext cx="3240000" cy="215444"/>
          </a:xfrm>
          <a:prstGeom prst="rect">
            <a:avLst/>
          </a:prstGeom>
        </p:spPr>
        <p:txBody>
          <a:bodyPr lIns="0" tIns="0" rIns="0" bIns="0">
            <a:spAutoFit/>
          </a:bodyPr>
          <a:lstStyle>
            <a:lvl1pPr marL="0" indent="0">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Tree>
    <p:extLst>
      <p:ext uri="{BB962C8B-B14F-4D97-AF65-F5344CB8AC3E}">
        <p14:creationId xmlns:p14="http://schemas.microsoft.com/office/powerpoint/2010/main" val="1368063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ample Title, 7th Version (logo of partner)">
    <p:spTree>
      <p:nvGrpSpPr>
        <p:cNvPr id="1" name=""/>
        <p:cNvGrpSpPr/>
        <p:nvPr/>
      </p:nvGrpSpPr>
      <p:grpSpPr>
        <a:xfrm>
          <a:off x="0" y="0"/>
          <a:ext cx="0" cy="0"/>
          <a:chOff x="0" y="0"/>
          <a:chExt cx="0" cy="0"/>
        </a:xfrm>
      </p:grpSpPr>
      <p:sp>
        <p:nvSpPr>
          <p:cNvPr id="3" name="Title 1"/>
          <p:cNvSpPr>
            <a:spLocks noGrp="1"/>
          </p:cNvSpPr>
          <p:nvPr>
            <p:ph type="ctrTitle" hasCustomPrompt="1"/>
          </p:nvPr>
        </p:nvSpPr>
        <p:spPr>
          <a:xfrm>
            <a:off x="288000" y="2487600"/>
            <a:ext cx="8568000" cy="540000"/>
          </a:xfrm>
          <a:prstGeom prst="rect">
            <a:avLst/>
          </a:prstGeom>
        </p:spPr>
        <p:txBody>
          <a:bodyPr lIns="0" tIns="0" rIns="0" bIns="0" anchor="t" anchorCtr="0">
            <a:noAutofit/>
          </a:bodyPr>
          <a:lstStyle>
            <a:lvl1pPr algn="l">
              <a:defRPr sz="3200" b="1" baseline="0">
                <a:solidFill>
                  <a:srgbClr val="9D9EA0"/>
                </a:solidFill>
                <a:latin typeface="Arial" panose="020B0604020202020204" pitchFamily="34" charset="0"/>
                <a:cs typeface="Arial" panose="020B0604020202020204" pitchFamily="34" charset="0"/>
              </a:defRPr>
            </a:lvl1pPr>
          </a:lstStyle>
          <a:p>
            <a:r>
              <a:rPr lang="en-US"/>
              <a:t>Sample Title, 7th Version </a:t>
            </a:r>
            <a:r>
              <a:rPr lang="de-DE"/>
              <a:t>(logo </a:t>
            </a:r>
            <a:r>
              <a:rPr lang="de-DE" err="1"/>
              <a:t>of</a:t>
            </a:r>
            <a:r>
              <a:rPr lang="de-DE"/>
              <a:t> </a:t>
            </a:r>
            <a:r>
              <a:rPr lang="de-DE" err="1"/>
              <a:t>partner</a:t>
            </a:r>
            <a:r>
              <a:rPr lang="de-DE"/>
              <a:t>)</a:t>
            </a:r>
            <a:endParaRPr lang="en-US"/>
          </a:p>
        </p:txBody>
      </p:sp>
      <p:sp>
        <p:nvSpPr>
          <p:cNvPr id="5" name="Bildplatzhalter 2"/>
          <p:cNvSpPr>
            <a:spLocks noGrp="1"/>
          </p:cNvSpPr>
          <p:nvPr>
            <p:ph type="pic" sz="quarter" idx="10" hasCustomPrompt="1"/>
          </p:nvPr>
        </p:nvSpPr>
        <p:spPr>
          <a:xfrm>
            <a:off x="-1275" y="0"/>
            <a:ext cx="9144000" cy="2314800"/>
          </a:xfrm>
          <a:prstGeom prst="rect">
            <a:avLst/>
          </a:prstGeom>
        </p:spPr>
        <p:txBody>
          <a:bodyPr/>
          <a:lstStyle>
            <a:lvl1pPr marL="0" indent="0">
              <a:buNone/>
              <a:defRPr>
                <a:latin typeface="Arial" panose="020B0604020202020204" pitchFamily="34" charset="0"/>
                <a:cs typeface="Arial" panose="020B0604020202020204" pitchFamily="34" charset="0"/>
              </a:defRPr>
            </a:lvl1pPr>
          </a:lstStyle>
          <a:p>
            <a:r>
              <a:rPr lang="en-US"/>
              <a:t>Add picture by clicking the icon</a:t>
            </a:r>
            <a:endParaRPr lang="de-DE"/>
          </a:p>
        </p:txBody>
      </p:sp>
      <p:sp>
        <p:nvSpPr>
          <p:cNvPr id="8" name="Bildplatzhalter 12"/>
          <p:cNvSpPr>
            <a:spLocks noGrp="1"/>
          </p:cNvSpPr>
          <p:nvPr>
            <p:ph type="pic" sz="quarter" idx="12" hasCustomPrompt="1"/>
          </p:nvPr>
        </p:nvSpPr>
        <p:spPr>
          <a:xfrm>
            <a:off x="2224800" y="6351373"/>
            <a:ext cx="1620000" cy="406800"/>
          </a:xfrm>
          <a:prstGeom prst="rect">
            <a:avLst/>
          </a:prstGeom>
        </p:spPr>
        <p:txBody>
          <a:bodyPr/>
          <a:lstStyle>
            <a:lvl1pPr marL="0" indent="0">
              <a:buNone/>
              <a:defRPr sz="900" b="1" baseline="0">
                <a:latin typeface="Arial" panose="020B0604020202020204" pitchFamily="34" charset="0"/>
                <a:cs typeface="Arial" panose="020B0604020202020204" pitchFamily="34" charset="0"/>
              </a:defRPr>
            </a:lvl1pPr>
          </a:lstStyle>
          <a:p>
            <a:r>
              <a:rPr lang="en-US"/>
              <a:t>Add logo of partner by clicking the icon</a:t>
            </a:r>
            <a:endParaRPr lang="de-DE"/>
          </a:p>
        </p:txBody>
      </p:sp>
      <p:sp>
        <p:nvSpPr>
          <p:cNvPr id="9" name="Subtitle 2"/>
          <p:cNvSpPr>
            <a:spLocks noGrp="1"/>
          </p:cNvSpPr>
          <p:nvPr>
            <p:ph type="subTitle" idx="1" hasCustomPrompt="1"/>
          </p:nvPr>
        </p:nvSpPr>
        <p:spPr>
          <a:xfrm>
            <a:off x="288000" y="2980800"/>
            <a:ext cx="8568000" cy="1655762"/>
          </a:xfrm>
          <a:prstGeom prst="rect">
            <a:avLst/>
          </a:prstGeom>
        </p:spPr>
        <p:txBody>
          <a:bodyPr lIns="0" tIns="0" rIns="0" bIns="0"/>
          <a:lstStyle>
            <a:lvl1pPr marL="0" indent="0" algn="l">
              <a:lnSpc>
                <a:spcPct val="100000"/>
              </a:lnSpc>
              <a:buNone/>
              <a:defRPr sz="2000">
                <a:solidFill>
                  <a:schemeClr val="tx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err="1"/>
              <a:t>Subtitle</a:t>
            </a:r>
            <a:endParaRPr lang="en-US"/>
          </a:p>
        </p:txBody>
      </p:sp>
      <p:sp>
        <p:nvSpPr>
          <p:cNvPr id="10" name="Textplatzhalter 9"/>
          <p:cNvSpPr>
            <a:spLocks noGrp="1"/>
          </p:cNvSpPr>
          <p:nvPr>
            <p:ph type="body" sz="quarter" idx="11" hasCustomPrompt="1"/>
          </p:nvPr>
        </p:nvSpPr>
        <p:spPr>
          <a:xfrm>
            <a:off x="3654000" y="5731200"/>
            <a:ext cx="5209200" cy="432000"/>
          </a:xfrm>
          <a:prstGeom prst="rect">
            <a:avLst/>
          </a:prstGeom>
        </p:spPr>
        <p:txBody>
          <a:bodyPr wrap="square" lIns="0" tIns="0" rIns="0" bIns="0" anchor="b">
            <a:noAutofit/>
          </a:bodyPr>
          <a:lstStyle>
            <a:lvl1pPr marL="0" indent="0" algn="r">
              <a:buNone/>
              <a:defRPr lang="de-DE" sz="1400" dirty="0">
                <a:latin typeface="Arial" panose="020B0604020202020204" pitchFamily="34" charset="0"/>
                <a:cs typeface="Arial" panose="020B0604020202020204" pitchFamily="34" charset="0"/>
              </a:defRPr>
            </a:lvl1pPr>
          </a:lstStyle>
          <a:p>
            <a:pPr lvl="0"/>
            <a:r>
              <a:rPr lang="de-DE" sz="1400"/>
              <a:t>Name </a:t>
            </a:r>
            <a:r>
              <a:rPr lang="de-DE" sz="1400" err="1"/>
              <a:t>of</a:t>
            </a:r>
            <a:r>
              <a:rPr lang="de-DE" sz="1400"/>
              <a:t> Speaker</a:t>
            </a:r>
            <a:endParaRPr lang="de-DE"/>
          </a:p>
        </p:txBody>
      </p:sp>
      <p:sp>
        <p:nvSpPr>
          <p:cNvPr id="11" name="Rechteck 10"/>
          <p:cNvSpPr/>
          <p:nvPr userDrawn="1"/>
        </p:nvSpPr>
        <p:spPr>
          <a:xfrm>
            <a:off x="3970800" y="637560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5802065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st slide Contact, 1st Version">
    <p:spTree>
      <p:nvGrpSpPr>
        <p:cNvPr id="1" name=""/>
        <p:cNvGrpSpPr/>
        <p:nvPr/>
      </p:nvGrpSpPr>
      <p:grpSpPr>
        <a:xfrm>
          <a:off x="0" y="0"/>
          <a:ext cx="0" cy="0"/>
          <a:chOff x="0" y="0"/>
          <a:chExt cx="0" cy="0"/>
        </a:xfrm>
      </p:grpSpPr>
      <p:sp>
        <p:nvSpPr>
          <p:cNvPr id="4" name="Bildplatzhalter 3"/>
          <p:cNvSpPr>
            <a:spLocks noGrp="1"/>
          </p:cNvSpPr>
          <p:nvPr>
            <p:ph type="pic" sz="quarter" idx="15" hasCustomPrompt="1"/>
          </p:nvPr>
        </p:nvSpPr>
        <p:spPr>
          <a:xfrm>
            <a:off x="0" y="0"/>
            <a:ext cx="9144000" cy="2314800"/>
          </a:xfrm>
          <a:prstGeom prst="rect">
            <a:avLst/>
          </a:prstGeom>
        </p:spPr>
        <p:txBody>
          <a:bodyPr/>
          <a:lstStyle>
            <a:lvl1pPr marL="0" marR="0" indent="0" algn="l" defTabSz="216000" rtl="0" eaLnBrk="1" fontAlgn="base" latinLnBrk="0" hangingPunct="1">
              <a:lnSpc>
                <a:spcPct val="100000"/>
              </a:lnSpc>
              <a:spcBef>
                <a:spcPts val="0"/>
              </a:spcBef>
              <a:spcAft>
                <a:spcPct val="0"/>
              </a:spcAft>
              <a:buClr>
                <a:schemeClr val="tx2"/>
              </a:buClr>
              <a:buSzTx/>
              <a:buFont typeface="Arial" panose="020B0604020202020204" pitchFamily="34" charset="0"/>
              <a:buNone/>
              <a:tabLst>
                <a:tab pos="216000" algn="l"/>
              </a:tabLst>
              <a:defRPr/>
            </a:lvl1pPr>
          </a:lstStyle>
          <a:p>
            <a:r>
              <a:rPr lang="en-US"/>
              <a:t>Add picture by clicking the icon</a:t>
            </a:r>
            <a:endParaRPr lang="de-DE"/>
          </a:p>
        </p:txBody>
      </p:sp>
      <p:sp>
        <p:nvSpPr>
          <p:cNvPr id="6" name="Textplatzhalter 1"/>
          <p:cNvSpPr>
            <a:spLocks noGrp="1"/>
          </p:cNvSpPr>
          <p:nvPr>
            <p:ph type="body" sz="quarter" idx="14" hasCustomPrompt="1"/>
          </p:nvPr>
        </p:nvSpPr>
        <p:spPr>
          <a:xfrm>
            <a:off x="288000" y="2847599"/>
            <a:ext cx="4154400" cy="3315600"/>
          </a:xfrm>
          <a:prstGeom prst="rect">
            <a:avLst/>
          </a:prstGeom>
        </p:spPr>
        <p:txBody>
          <a:bodyPr lIns="0" tIns="0" rIns="0" bIns="0" anchor="t"/>
          <a:lstStyle>
            <a:lvl1pPr marL="0" indent="0">
              <a:buNone/>
              <a:defRPr sz="1400"/>
            </a:lvl1pPr>
          </a:lstStyle>
          <a:p>
            <a:r>
              <a:rPr lang="de-DE" err="1"/>
              <a:t>Contact</a:t>
            </a:r>
            <a:r>
              <a:rPr lang="de-DE"/>
              <a:t> </a:t>
            </a:r>
            <a:r>
              <a:rPr lang="de-DE" err="1"/>
              <a:t>information</a:t>
            </a:r>
            <a:endParaRPr lang="de-DE"/>
          </a:p>
        </p:txBody>
      </p:sp>
      <p:sp>
        <p:nvSpPr>
          <p:cNvPr id="10" name="Textplatzhalter 12"/>
          <p:cNvSpPr>
            <a:spLocks noGrp="1"/>
          </p:cNvSpPr>
          <p:nvPr>
            <p:ph type="body" sz="quarter" idx="17" hasCustomPrompt="1"/>
          </p:nvPr>
        </p:nvSpPr>
        <p:spPr>
          <a:xfrm>
            <a:off x="288000" y="2487600"/>
            <a:ext cx="8568000" cy="230400"/>
          </a:xfrm>
          <a:prstGeom prst="rect">
            <a:avLst/>
          </a:prstGeom>
        </p:spPr>
        <p:txBody>
          <a:bodyPr lIns="0" tIns="0" rIns="0" bIns="0"/>
          <a:lstStyle>
            <a:lvl1pPr marL="0" indent="0">
              <a:buNone/>
              <a:defRPr sz="1600" b="1"/>
            </a:lvl1pPr>
            <a:lvl2pPr>
              <a:defRPr sz="1600"/>
            </a:lvl2pPr>
            <a:lvl3pPr>
              <a:defRPr sz="1600"/>
            </a:lvl3pPr>
            <a:lvl4pPr>
              <a:defRPr sz="1600"/>
            </a:lvl4pPr>
            <a:lvl5pPr>
              <a:defRPr sz="1600"/>
            </a:lvl5pPr>
          </a:lstStyle>
          <a:p>
            <a:pPr lvl="0"/>
            <a:r>
              <a:rPr lang="de-DE" err="1"/>
              <a:t>Contact</a:t>
            </a:r>
            <a:endParaRPr lang="de-DE"/>
          </a:p>
        </p:txBody>
      </p:sp>
    </p:spTree>
    <p:extLst>
      <p:ext uri="{BB962C8B-B14F-4D97-AF65-F5344CB8AC3E}">
        <p14:creationId xmlns:p14="http://schemas.microsoft.com/office/powerpoint/2010/main" val="3220058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st slide Contact, 2nd Version">
    <p:spTree>
      <p:nvGrpSpPr>
        <p:cNvPr id="1" name=""/>
        <p:cNvGrpSpPr/>
        <p:nvPr/>
      </p:nvGrpSpPr>
      <p:grpSpPr>
        <a:xfrm>
          <a:off x="0" y="0"/>
          <a:ext cx="0" cy="0"/>
          <a:chOff x="0" y="0"/>
          <a:chExt cx="0" cy="0"/>
        </a:xfrm>
      </p:grpSpPr>
      <p:sp>
        <p:nvSpPr>
          <p:cNvPr id="4" name="Bildplatzhalter 3"/>
          <p:cNvSpPr>
            <a:spLocks noGrp="1"/>
          </p:cNvSpPr>
          <p:nvPr>
            <p:ph type="pic" sz="quarter" idx="15" hasCustomPrompt="1"/>
          </p:nvPr>
        </p:nvSpPr>
        <p:spPr>
          <a:xfrm>
            <a:off x="0" y="0"/>
            <a:ext cx="9144000" cy="4554000"/>
          </a:xfrm>
          <a:prstGeom prst="rect">
            <a:avLst/>
          </a:prstGeom>
        </p:spPr>
        <p:txBody>
          <a:bodyPr/>
          <a:lstStyle>
            <a:lvl1pPr marL="0" marR="0" indent="0" algn="l" defTabSz="216000" rtl="0" eaLnBrk="1" fontAlgn="base" latinLnBrk="0" hangingPunct="1">
              <a:lnSpc>
                <a:spcPct val="100000"/>
              </a:lnSpc>
              <a:spcBef>
                <a:spcPts val="0"/>
              </a:spcBef>
              <a:spcAft>
                <a:spcPct val="0"/>
              </a:spcAft>
              <a:buClr>
                <a:schemeClr val="tx2"/>
              </a:buClr>
              <a:buSzTx/>
              <a:buFont typeface="Arial" panose="020B0604020202020204" pitchFamily="34" charset="0"/>
              <a:buNone/>
              <a:tabLst>
                <a:tab pos="216000" algn="l"/>
              </a:tabLst>
              <a:defRPr/>
            </a:lvl1pPr>
          </a:lstStyle>
          <a:p>
            <a:r>
              <a:rPr lang="en-US"/>
              <a:t>Add picture by clicking the icon</a:t>
            </a:r>
            <a:endParaRPr lang="de-DE"/>
          </a:p>
        </p:txBody>
      </p:sp>
      <p:sp>
        <p:nvSpPr>
          <p:cNvPr id="8" name="Textplatzhalter 1"/>
          <p:cNvSpPr>
            <a:spLocks noGrp="1"/>
          </p:cNvSpPr>
          <p:nvPr>
            <p:ph type="body" sz="quarter" idx="14" hasCustomPrompt="1"/>
          </p:nvPr>
        </p:nvSpPr>
        <p:spPr>
          <a:xfrm>
            <a:off x="287999" y="5086800"/>
            <a:ext cx="4154400" cy="1076400"/>
          </a:xfrm>
          <a:prstGeom prst="rect">
            <a:avLst/>
          </a:prstGeom>
        </p:spPr>
        <p:txBody>
          <a:bodyPr lIns="0" tIns="0" rIns="0" bIns="0" anchor="t"/>
          <a:lstStyle>
            <a:lvl1pPr marL="0" indent="0">
              <a:buNone/>
              <a:defRPr sz="1400" baseline="0"/>
            </a:lvl1pPr>
          </a:lstStyle>
          <a:p>
            <a:r>
              <a:rPr lang="de-DE"/>
              <a:t>Business </a:t>
            </a:r>
            <a:r>
              <a:rPr lang="de-DE" err="1"/>
              <a:t>address</a:t>
            </a:r>
            <a:endParaRPr lang="de-DE"/>
          </a:p>
          <a:p>
            <a:endParaRPr lang="de-DE"/>
          </a:p>
        </p:txBody>
      </p:sp>
      <p:sp>
        <p:nvSpPr>
          <p:cNvPr id="11" name="Textplatzhalter 1"/>
          <p:cNvSpPr>
            <a:spLocks noGrp="1"/>
          </p:cNvSpPr>
          <p:nvPr>
            <p:ph type="body" sz="quarter" idx="16" hasCustomPrompt="1"/>
          </p:nvPr>
        </p:nvSpPr>
        <p:spPr>
          <a:xfrm>
            <a:off x="4701600" y="5086800"/>
            <a:ext cx="4154400" cy="1076400"/>
          </a:xfrm>
          <a:prstGeom prst="rect">
            <a:avLst/>
          </a:prstGeom>
        </p:spPr>
        <p:txBody>
          <a:bodyPr lIns="0" tIns="0" rIns="0" bIns="0" anchor="t"/>
          <a:lstStyle>
            <a:lvl1pPr marL="0" indent="0">
              <a:buNone/>
              <a:defRPr sz="1400" baseline="0"/>
            </a:lvl1pPr>
          </a:lstStyle>
          <a:p>
            <a:r>
              <a:rPr lang="de-DE" sz="1400" err="1"/>
              <a:t>Contact</a:t>
            </a:r>
            <a:r>
              <a:rPr lang="de-DE" sz="1400"/>
              <a:t> </a:t>
            </a:r>
            <a:r>
              <a:rPr lang="de-DE" sz="1400" err="1"/>
              <a:t>information</a:t>
            </a:r>
            <a:endParaRPr lang="de-DE" sz="1400"/>
          </a:p>
        </p:txBody>
      </p:sp>
      <p:sp>
        <p:nvSpPr>
          <p:cNvPr id="13" name="Textplatzhalter 12"/>
          <p:cNvSpPr>
            <a:spLocks noGrp="1"/>
          </p:cNvSpPr>
          <p:nvPr>
            <p:ph type="body" sz="quarter" idx="17" hasCustomPrompt="1"/>
          </p:nvPr>
        </p:nvSpPr>
        <p:spPr>
          <a:xfrm>
            <a:off x="288000" y="4726800"/>
            <a:ext cx="8568000" cy="230400"/>
          </a:xfrm>
          <a:prstGeom prst="rect">
            <a:avLst/>
          </a:prstGeom>
        </p:spPr>
        <p:txBody>
          <a:bodyPr lIns="0" tIns="0" rIns="0" bIns="0"/>
          <a:lstStyle>
            <a:lvl1pPr marL="0" indent="0">
              <a:buNone/>
              <a:defRPr sz="1600" b="1"/>
            </a:lvl1pPr>
            <a:lvl2pPr>
              <a:defRPr sz="1600"/>
            </a:lvl2pPr>
            <a:lvl3pPr>
              <a:defRPr sz="1600"/>
            </a:lvl3pPr>
            <a:lvl4pPr>
              <a:defRPr sz="1600"/>
            </a:lvl4pPr>
            <a:lvl5pPr>
              <a:defRPr sz="1600"/>
            </a:lvl5pPr>
          </a:lstStyle>
          <a:p>
            <a:pPr lvl="0"/>
            <a:r>
              <a:rPr lang="de-DE" err="1"/>
              <a:t>Contact</a:t>
            </a:r>
            <a:endParaRPr lang="de-DE"/>
          </a:p>
        </p:txBody>
      </p:sp>
    </p:spTree>
    <p:extLst>
      <p:ext uri="{BB962C8B-B14F-4D97-AF65-F5344CB8AC3E}">
        <p14:creationId xmlns:p14="http://schemas.microsoft.com/office/powerpoint/2010/main" val="2683691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st slide Contact, 3rd Version">
    <p:bg>
      <p:bgPr>
        <a:blipFill dpi="0" rotWithShape="1">
          <a:blip r:embed="rId2">
            <a:alphaModFix amt="20000"/>
            <a:lum/>
          </a:blip>
          <a:srcRect/>
          <a:stretch>
            <a:fillRect l="-9000" r="-9000"/>
          </a:stretch>
        </a:blipFill>
        <a:effectLst/>
      </p:bgPr>
    </p:bg>
    <p:spTree>
      <p:nvGrpSpPr>
        <p:cNvPr id="1" name=""/>
        <p:cNvGrpSpPr/>
        <p:nvPr/>
      </p:nvGrpSpPr>
      <p:grpSpPr>
        <a:xfrm>
          <a:off x="0" y="0"/>
          <a:ext cx="0" cy="0"/>
          <a:chOff x="0" y="0"/>
          <a:chExt cx="0" cy="0"/>
        </a:xfrm>
      </p:grpSpPr>
      <p:sp>
        <p:nvSpPr>
          <p:cNvPr id="12" name="Textplatzhalter 6"/>
          <p:cNvSpPr>
            <a:spLocks noGrp="1"/>
          </p:cNvSpPr>
          <p:nvPr>
            <p:ph type="body" sz="quarter" idx="14" hasCustomPrompt="1"/>
          </p:nvPr>
        </p:nvSpPr>
        <p:spPr>
          <a:xfrm>
            <a:off x="288000" y="2563200"/>
            <a:ext cx="4154400" cy="3600000"/>
          </a:xfrm>
          <a:prstGeom prst="rect">
            <a:avLst/>
          </a:prstGeom>
        </p:spPr>
        <p:txBody>
          <a:bodyPr lIns="0" tIns="0" rIns="0" bIns="0" anchor="b"/>
          <a:lstStyle>
            <a:lvl1pPr marL="0" marR="0" indent="0" algn="l" defTabSz="216000" rtl="0" eaLnBrk="1" fontAlgn="base" latinLnBrk="0" hangingPunct="1">
              <a:lnSpc>
                <a:spcPct val="100000"/>
              </a:lnSpc>
              <a:spcBef>
                <a:spcPts val="0"/>
              </a:spcBef>
              <a:spcAft>
                <a:spcPct val="0"/>
              </a:spcAft>
              <a:buClr>
                <a:schemeClr val="tx2"/>
              </a:buClr>
              <a:buSzTx/>
              <a:buFontTx/>
              <a:buNone/>
              <a:tabLst>
                <a:tab pos="216000" algn="l"/>
              </a:tabLst>
              <a:defRPr sz="1400"/>
            </a:lvl1pPr>
          </a:lstStyle>
          <a:p>
            <a:pPr marL="0" marR="0" lvl="0" indent="0" algn="l" defTabSz="216000" rtl="0" eaLnBrk="1" fontAlgn="base" latinLnBrk="0" hangingPunct="1">
              <a:lnSpc>
                <a:spcPct val="100000"/>
              </a:lnSpc>
              <a:spcBef>
                <a:spcPts val="0"/>
              </a:spcBef>
              <a:spcAft>
                <a:spcPct val="0"/>
              </a:spcAft>
              <a:buClr>
                <a:schemeClr val="tx2"/>
              </a:buClr>
              <a:buSzTx/>
              <a:buFontTx/>
              <a:buNone/>
              <a:tabLst>
                <a:tab pos="216000" algn="l"/>
              </a:tabLst>
              <a:defRPr/>
            </a:pPr>
            <a:r>
              <a:rPr lang="de-DE" sz="1400" err="1"/>
              <a:t>Contact</a:t>
            </a:r>
            <a:r>
              <a:rPr lang="de-DE" sz="1400"/>
              <a:t> </a:t>
            </a:r>
            <a:r>
              <a:rPr lang="de-DE" sz="1400" err="1"/>
              <a:t>information</a:t>
            </a:r>
            <a:endParaRPr lang="de-DE" sz="1400"/>
          </a:p>
        </p:txBody>
      </p:sp>
      <p:sp>
        <p:nvSpPr>
          <p:cNvPr id="3" name="Textfeld 2"/>
          <p:cNvSpPr txBox="1"/>
          <p:nvPr userDrawn="1"/>
        </p:nvSpPr>
        <p:spPr>
          <a:xfrm>
            <a:off x="9258072" y="540456"/>
            <a:ext cx="1641475" cy="1323439"/>
          </a:xfrm>
          <a:prstGeom prst="rect">
            <a:avLst/>
          </a:prstGeom>
          <a:noFill/>
        </p:spPr>
        <p:txBody>
          <a:bodyPr>
            <a:spAutoFit/>
          </a:bodyPr>
          <a:lstStyle/>
          <a:p>
            <a:pPr eaLnBrk="1" fontAlgn="auto" hangingPunct="1">
              <a:spcBef>
                <a:spcPts val="0"/>
              </a:spcBef>
              <a:spcAft>
                <a:spcPts val="0"/>
              </a:spcAft>
              <a:defRPr/>
            </a:pPr>
            <a:r>
              <a:rPr lang="en-US" sz="1000" b="1">
                <a:latin typeface="Arial" panose="020B0604020202020204" pitchFamily="34" charset="0"/>
                <a:cs typeface="Arial" panose="020B0604020202020204" pitchFamily="34" charset="0"/>
              </a:rPr>
              <a:t>Change picture:</a:t>
            </a:r>
          </a:p>
          <a:p>
            <a:pPr marL="171450" indent="-171450" eaLnBrk="1" fontAlgn="auto" hangingPunct="1">
              <a:spcBef>
                <a:spcPts val="0"/>
              </a:spcBef>
              <a:spcAft>
                <a:spcPts val="0"/>
              </a:spcAft>
              <a:buFont typeface="Symbol" panose="05050102010706020507" pitchFamily="18" charset="2"/>
              <a:buChar char="-"/>
              <a:defRPr/>
            </a:pPr>
            <a:r>
              <a:rPr lang="en-US" sz="1000" b="0">
                <a:latin typeface="Arial" panose="020B0604020202020204" pitchFamily="34" charset="0"/>
                <a:cs typeface="Arial" panose="020B0604020202020204" pitchFamily="34" charset="0"/>
              </a:rPr>
              <a:t>right click an empty space on the slide</a:t>
            </a:r>
          </a:p>
          <a:p>
            <a:pPr marL="171450" indent="-171450" eaLnBrk="1" fontAlgn="auto" hangingPunct="1">
              <a:spcBef>
                <a:spcPts val="0"/>
              </a:spcBef>
              <a:spcAft>
                <a:spcPts val="0"/>
              </a:spcAft>
              <a:buFont typeface="Symbol" panose="05050102010706020507" pitchFamily="18" charset="2"/>
              <a:buChar char="-"/>
              <a:defRPr/>
            </a:pPr>
            <a:r>
              <a:rPr lang="en-US" sz="1000" b="0">
                <a:latin typeface="Arial" panose="020B0604020202020204" pitchFamily="34" charset="0"/>
                <a:cs typeface="Arial" panose="020B0604020202020204" pitchFamily="34" charset="0"/>
              </a:rPr>
              <a:t>click on "Format Background"</a:t>
            </a:r>
          </a:p>
          <a:p>
            <a:pPr marL="171450" indent="-171450" eaLnBrk="1" fontAlgn="auto" hangingPunct="1">
              <a:spcBef>
                <a:spcPts val="0"/>
              </a:spcBef>
              <a:spcAft>
                <a:spcPts val="0"/>
              </a:spcAft>
              <a:buFont typeface="Symbol" panose="05050102010706020507" pitchFamily="18" charset="2"/>
              <a:buChar char="-"/>
              <a:defRPr/>
            </a:pPr>
            <a:r>
              <a:rPr lang="en-US" sz="1000" b="0">
                <a:latin typeface="Arial" panose="020B0604020202020204" pitchFamily="34" charset="0"/>
                <a:cs typeface="Arial" panose="020B0604020202020204" pitchFamily="34" charset="0"/>
              </a:rPr>
              <a:t>On the Fill menu click "File..." and choose a picture</a:t>
            </a:r>
            <a:endParaRPr lang="de-DE" sz="1000" b="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0427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st slide Partner, 1st Version">
    <p:spTree>
      <p:nvGrpSpPr>
        <p:cNvPr id="1" name=""/>
        <p:cNvGrpSpPr/>
        <p:nvPr/>
      </p:nvGrpSpPr>
      <p:grpSpPr>
        <a:xfrm>
          <a:off x="0" y="0"/>
          <a:ext cx="0" cy="0"/>
          <a:chOff x="0" y="0"/>
          <a:chExt cx="0" cy="0"/>
        </a:xfrm>
      </p:grpSpPr>
      <p:sp>
        <p:nvSpPr>
          <p:cNvPr id="6" name="Bildplatzhalter 2"/>
          <p:cNvSpPr>
            <a:spLocks noGrp="1"/>
          </p:cNvSpPr>
          <p:nvPr>
            <p:ph type="pic" sz="quarter" idx="19" hasCustomPrompt="1"/>
          </p:nvPr>
        </p:nvSpPr>
        <p:spPr>
          <a:xfrm>
            <a:off x="7585200" y="45936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7" name="Textplatzhalter 11"/>
          <p:cNvSpPr>
            <a:spLocks noGrp="1"/>
          </p:cNvSpPr>
          <p:nvPr>
            <p:ph type="body" sz="quarter" idx="20" hasCustomPrompt="1"/>
          </p:nvPr>
        </p:nvSpPr>
        <p:spPr>
          <a:xfrm>
            <a:off x="288000" y="45936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8" name="Bildplatzhalter 2"/>
          <p:cNvSpPr>
            <a:spLocks noGrp="1"/>
          </p:cNvSpPr>
          <p:nvPr>
            <p:ph type="pic" sz="quarter" idx="21" hasCustomPrompt="1"/>
          </p:nvPr>
        </p:nvSpPr>
        <p:spPr>
          <a:xfrm>
            <a:off x="7585200" y="34812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9" name="Textplatzhalter 11"/>
          <p:cNvSpPr>
            <a:spLocks noGrp="1"/>
          </p:cNvSpPr>
          <p:nvPr>
            <p:ph type="body" sz="quarter" idx="22" hasCustomPrompt="1"/>
          </p:nvPr>
        </p:nvSpPr>
        <p:spPr>
          <a:xfrm>
            <a:off x="288000" y="34812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0" name="Bildplatzhalter 2"/>
          <p:cNvSpPr>
            <a:spLocks noGrp="1"/>
          </p:cNvSpPr>
          <p:nvPr>
            <p:ph type="pic" sz="quarter" idx="23" hasCustomPrompt="1"/>
          </p:nvPr>
        </p:nvSpPr>
        <p:spPr>
          <a:xfrm>
            <a:off x="7585200" y="23688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11" name="Textplatzhalter 11"/>
          <p:cNvSpPr>
            <a:spLocks noGrp="1"/>
          </p:cNvSpPr>
          <p:nvPr>
            <p:ph type="body" sz="quarter" idx="24" hasCustomPrompt="1"/>
          </p:nvPr>
        </p:nvSpPr>
        <p:spPr>
          <a:xfrm>
            <a:off x="288000" y="23688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2" name="Bildplatzhalter 2"/>
          <p:cNvSpPr>
            <a:spLocks noGrp="1"/>
          </p:cNvSpPr>
          <p:nvPr>
            <p:ph type="pic" sz="quarter" idx="25" hasCustomPrompt="1"/>
          </p:nvPr>
        </p:nvSpPr>
        <p:spPr>
          <a:xfrm>
            <a:off x="7585200" y="12564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13" name="Textplatzhalter 11"/>
          <p:cNvSpPr>
            <a:spLocks noGrp="1"/>
          </p:cNvSpPr>
          <p:nvPr>
            <p:ph type="body" sz="quarter" idx="26" hasCustomPrompt="1"/>
          </p:nvPr>
        </p:nvSpPr>
        <p:spPr>
          <a:xfrm>
            <a:off x="288000" y="12564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4" name="Bildplatzhalter 2"/>
          <p:cNvSpPr>
            <a:spLocks noGrp="1"/>
          </p:cNvSpPr>
          <p:nvPr>
            <p:ph type="pic" sz="quarter" idx="27" hasCustomPrompt="1"/>
          </p:nvPr>
        </p:nvSpPr>
        <p:spPr>
          <a:xfrm>
            <a:off x="7585200" y="144000"/>
            <a:ext cx="1270800" cy="1008000"/>
          </a:xfrm>
          <a:prstGeom prst="rect">
            <a:avLst/>
          </a:prstGeom>
        </p:spPr>
        <p:txBody>
          <a:bodyPr/>
          <a:lstStyle>
            <a:lvl1pPr marL="0" indent="0">
              <a:buNone/>
              <a:defRPr sz="1400" baseline="0">
                <a:solidFill>
                  <a:schemeClr val="tx1"/>
                </a:solidFill>
                <a:latin typeface="+mj-lt"/>
              </a:defRPr>
            </a:lvl1pPr>
          </a:lstStyle>
          <a:p>
            <a:r>
              <a:rPr lang="en-US"/>
              <a:t>Add logo by clicking the icon</a:t>
            </a:r>
            <a:endParaRPr lang="de-DE"/>
          </a:p>
        </p:txBody>
      </p:sp>
      <p:sp>
        <p:nvSpPr>
          <p:cNvPr id="15" name="Textplatzhalter 11"/>
          <p:cNvSpPr>
            <a:spLocks noGrp="1"/>
          </p:cNvSpPr>
          <p:nvPr>
            <p:ph type="body" sz="quarter" idx="28" hasCustomPrompt="1"/>
          </p:nvPr>
        </p:nvSpPr>
        <p:spPr>
          <a:xfrm>
            <a:off x="288000" y="1440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tx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Tree>
    <p:extLst>
      <p:ext uri="{BB962C8B-B14F-4D97-AF65-F5344CB8AC3E}">
        <p14:creationId xmlns:p14="http://schemas.microsoft.com/office/powerpoint/2010/main" val="41848908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Last slide Partner, 2nd Version">
    <p:bg>
      <p:bgPr>
        <a:solidFill>
          <a:schemeClr val="tx1"/>
        </a:solidFill>
        <a:effectLst/>
      </p:bgPr>
    </p:bg>
    <p:spTree>
      <p:nvGrpSpPr>
        <p:cNvPr id="1" name=""/>
        <p:cNvGrpSpPr/>
        <p:nvPr/>
      </p:nvGrpSpPr>
      <p:grpSpPr>
        <a:xfrm>
          <a:off x="0" y="0"/>
          <a:ext cx="0" cy="0"/>
          <a:chOff x="0" y="0"/>
          <a:chExt cx="0" cy="0"/>
        </a:xfrm>
      </p:grpSpPr>
      <p:sp>
        <p:nvSpPr>
          <p:cNvPr id="11" name="Bildplatzhalter 2"/>
          <p:cNvSpPr>
            <a:spLocks noGrp="1"/>
          </p:cNvSpPr>
          <p:nvPr>
            <p:ph type="pic" sz="quarter" idx="12" hasCustomPrompt="1"/>
          </p:nvPr>
        </p:nvSpPr>
        <p:spPr>
          <a:xfrm>
            <a:off x="7585200" y="57060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15" name="Textplatzhalter 11"/>
          <p:cNvSpPr>
            <a:spLocks noGrp="1"/>
          </p:cNvSpPr>
          <p:nvPr>
            <p:ph type="body" sz="quarter" idx="18" hasCustomPrompt="1"/>
          </p:nvPr>
        </p:nvSpPr>
        <p:spPr>
          <a:xfrm>
            <a:off x="288000" y="57060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9" name="Bildplatzhalter 2"/>
          <p:cNvSpPr>
            <a:spLocks noGrp="1"/>
          </p:cNvSpPr>
          <p:nvPr>
            <p:ph type="pic" sz="quarter" idx="19" hasCustomPrompt="1"/>
          </p:nvPr>
        </p:nvSpPr>
        <p:spPr>
          <a:xfrm>
            <a:off x="7585200" y="45936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10" name="Textplatzhalter 11"/>
          <p:cNvSpPr>
            <a:spLocks noGrp="1"/>
          </p:cNvSpPr>
          <p:nvPr>
            <p:ph type="body" sz="quarter" idx="20" hasCustomPrompt="1"/>
          </p:nvPr>
        </p:nvSpPr>
        <p:spPr>
          <a:xfrm>
            <a:off x="288000" y="45936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7" name="Bildplatzhalter 2"/>
          <p:cNvSpPr>
            <a:spLocks noGrp="1"/>
          </p:cNvSpPr>
          <p:nvPr>
            <p:ph type="pic" sz="quarter" idx="21" hasCustomPrompt="1"/>
          </p:nvPr>
        </p:nvSpPr>
        <p:spPr>
          <a:xfrm>
            <a:off x="7585200" y="34812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18" name="Textplatzhalter 11"/>
          <p:cNvSpPr>
            <a:spLocks noGrp="1"/>
          </p:cNvSpPr>
          <p:nvPr>
            <p:ph type="body" sz="quarter" idx="22" hasCustomPrompt="1"/>
          </p:nvPr>
        </p:nvSpPr>
        <p:spPr>
          <a:xfrm>
            <a:off x="288000" y="34812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19" name="Bildplatzhalter 2"/>
          <p:cNvSpPr>
            <a:spLocks noGrp="1"/>
          </p:cNvSpPr>
          <p:nvPr>
            <p:ph type="pic" sz="quarter" idx="23" hasCustomPrompt="1"/>
          </p:nvPr>
        </p:nvSpPr>
        <p:spPr>
          <a:xfrm>
            <a:off x="7585200" y="23688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20" name="Textplatzhalter 11"/>
          <p:cNvSpPr>
            <a:spLocks noGrp="1"/>
          </p:cNvSpPr>
          <p:nvPr>
            <p:ph type="body" sz="quarter" idx="24" hasCustomPrompt="1"/>
          </p:nvPr>
        </p:nvSpPr>
        <p:spPr>
          <a:xfrm>
            <a:off x="288000" y="23688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21" name="Bildplatzhalter 2"/>
          <p:cNvSpPr>
            <a:spLocks noGrp="1"/>
          </p:cNvSpPr>
          <p:nvPr>
            <p:ph type="pic" sz="quarter" idx="25" hasCustomPrompt="1"/>
          </p:nvPr>
        </p:nvSpPr>
        <p:spPr>
          <a:xfrm>
            <a:off x="7585200" y="12564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22" name="Textplatzhalter 11"/>
          <p:cNvSpPr>
            <a:spLocks noGrp="1"/>
          </p:cNvSpPr>
          <p:nvPr>
            <p:ph type="body" sz="quarter" idx="26" hasCustomPrompt="1"/>
          </p:nvPr>
        </p:nvSpPr>
        <p:spPr>
          <a:xfrm>
            <a:off x="288000" y="12564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
        <p:nvSpPr>
          <p:cNvPr id="23" name="Bildplatzhalter 2"/>
          <p:cNvSpPr>
            <a:spLocks noGrp="1"/>
          </p:cNvSpPr>
          <p:nvPr>
            <p:ph type="pic" sz="quarter" idx="27" hasCustomPrompt="1"/>
          </p:nvPr>
        </p:nvSpPr>
        <p:spPr>
          <a:xfrm>
            <a:off x="7585200" y="144000"/>
            <a:ext cx="1270800" cy="1008000"/>
          </a:xfrm>
          <a:prstGeom prst="rect">
            <a:avLst/>
          </a:prstGeom>
        </p:spPr>
        <p:txBody>
          <a:bodyPr/>
          <a:lstStyle>
            <a:lvl1pPr marL="0" indent="0">
              <a:buNone/>
              <a:defRPr sz="1400" baseline="0">
                <a:solidFill>
                  <a:schemeClr val="bg1"/>
                </a:solidFill>
                <a:latin typeface="+mj-lt"/>
              </a:defRPr>
            </a:lvl1pPr>
          </a:lstStyle>
          <a:p>
            <a:r>
              <a:rPr lang="en-US"/>
              <a:t>Add logo by clicking the icon</a:t>
            </a:r>
            <a:endParaRPr lang="de-DE"/>
          </a:p>
        </p:txBody>
      </p:sp>
      <p:sp>
        <p:nvSpPr>
          <p:cNvPr id="24" name="Textplatzhalter 11"/>
          <p:cNvSpPr>
            <a:spLocks noGrp="1"/>
          </p:cNvSpPr>
          <p:nvPr>
            <p:ph type="body" sz="quarter" idx="28" hasCustomPrompt="1"/>
          </p:nvPr>
        </p:nvSpPr>
        <p:spPr>
          <a:xfrm>
            <a:off x="288000" y="144000"/>
            <a:ext cx="7041600" cy="1008000"/>
          </a:xfrm>
          <a:prstGeom prst="rect">
            <a:avLst/>
          </a:prstGeom>
        </p:spPr>
        <p:txBody>
          <a:bodyPr lIns="0" tIns="0" rIns="0" bIns="0" anchor="ctr"/>
          <a:lstStyle>
            <a:lvl1pPr marL="0" indent="0">
              <a:lnSpc>
                <a:spcPct val="100000"/>
              </a:lnSpc>
              <a:spcBef>
                <a:spcPts val="600"/>
              </a:spcBef>
              <a:buSzPct val="115000"/>
              <a:buFont typeface="Arial" panose="020B0604020202020204" pitchFamily="34" charset="0"/>
              <a:buNone/>
              <a:defRPr lang="de-DE" sz="1400" baseline="0" dirty="0" smtClean="0">
                <a:solidFill>
                  <a:schemeClr val="bg1"/>
                </a:solidFill>
                <a:latin typeface="+mj-lt"/>
              </a:defRPr>
            </a:lvl1pPr>
            <a:lvl2pPr marL="432000" indent="-215900">
              <a:lnSpc>
                <a:spcPct val="100000"/>
              </a:lnSpc>
              <a:spcBef>
                <a:spcPts val="600"/>
              </a:spcBef>
              <a:buFont typeface="Arial" panose="020B0604020202020204" pitchFamily="34" charset="0"/>
              <a:buChar char="≡"/>
              <a:defRPr lang="de-DE" sz="1600" dirty="0" smtClean="0">
                <a:latin typeface="+mj-lt"/>
              </a:defRPr>
            </a:lvl2pPr>
            <a:lvl3pPr marL="648000" indent="-215900">
              <a:lnSpc>
                <a:spcPct val="100000"/>
              </a:lnSpc>
              <a:spcBef>
                <a:spcPts val="600"/>
              </a:spcBef>
              <a:buSzPct val="100000"/>
              <a:buFont typeface="Arial" panose="020B0604020202020204" pitchFamily="34" charset="0"/>
              <a:buChar char="="/>
              <a:defRPr lang="de-DE" sz="1600" dirty="0" smtClean="0">
                <a:latin typeface="+mj-lt"/>
              </a:defRPr>
            </a:lvl3pPr>
            <a:lvl4pPr marL="864000" indent="-216000">
              <a:lnSpc>
                <a:spcPct val="100000"/>
              </a:lnSpc>
              <a:spcBef>
                <a:spcPts val="600"/>
              </a:spcBef>
              <a:buSzPct val="100000"/>
              <a:buFontTx/>
              <a:buChar char="□"/>
              <a:defRPr lang="de-DE" sz="1600" dirty="0" smtClean="0">
                <a:latin typeface="+mj-lt"/>
              </a:defRPr>
            </a:lvl4pPr>
            <a:lvl5pPr marL="1080000" indent="-216000">
              <a:lnSpc>
                <a:spcPct val="100000"/>
              </a:lnSpc>
              <a:spcBef>
                <a:spcPts val="600"/>
              </a:spcBef>
              <a:buSzPct val="130000"/>
              <a:buFont typeface="Symbol" panose="05050102010706020507" pitchFamily="18" charset="2"/>
              <a:buChar char="-"/>
              <a:defRPr lang="de-DE" sz="1600" dirty="0" smtClean="0">
                <a:latin typeface="+mj-lt"/>
              </a:defRPr>
            </a:lvl5pPr>
            <a:lvl6pPr marL="1296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6pPr>
            <a:lvl7pPr marL="1512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7pPr>
            <a:lvl8pPr marL="1728000" indent="-216000">
              <a:lnSpc>
                <a:spcPct val="100000"/>
              </a:lnSpc>
              <a:spcBef>
                <a:spcPts val="600"/>
              </a:spcBef>
              <a:buClr>
                <a:srgbClr val="DD402D"/>
              </a:buClr>
              <a:buSzPct val="130000"/>
              <a:buFont typeface="Symbol" panose="05050102010706020507" pitchFamily="18" charset="2"/>
              <a:buChar char="-"/>
              <a:defRPr lang="de-DE" sz="1600" dirty="0" smtClean="0">
                <a:latin typeface="+mj-lt"/>
              </a:defRPr>
            </a:lvl8pPr>
            <a:lvl9pPr marL="3657600" indent="0">
              <a:buNone/>
              <a:defRPr baseline="0"/>
            </a:lvl9pPr>
          </a:lstStyle>
          <a:p>
            <a:pPr lvl="0"/>
            <a:r>
              <a:rPr lang="en-US"/>
              <a:t>Text Area</a:t>
            </a:r>
          </a:p>
        </p:txBody>
      </p:sp>
    </p:spTree>
    <p:extLst>
      <p:ext uri="{BB962C8B-B14F-4D97-AF65-F5344CB8AC3E}">
        <p14:creationId xmlns:p14="http://schemas.microsoft.com/office/powerpoint/2010/main" val="816800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2.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1" name="Gerader Verbinder 10"/>
          <p:cNvCxnSpPr/>
          <p:nvPr/>
        </p:nvCxnSpPr>
        <p:spPr>
          <a:xfrm>
            <a:off x="287338" y="741600"/>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7" name="Textfeld 6"/>
          <p:cNvSpPr txBox="1"/>
          <p:nvPr/>
        </p:nvSpPr>
        <p:spPr>
          <a:xfrm>
            <a:off x="-2151063" y="525225"/>
            <a:ext cx="2033134" cy="1785104"/>
          </a:xfrm>
          <a:prstGeom prst="rect">
            <a:avLst/>
          </a:prstGeom>
          <a:noFill/>
        </p:spPr>
        <p:txBody>
          <a:bodyPr wrap="square">
            <a:spAutoFit/>
          </a:bodyPr>
          <a:lstStyle/>
          <a:p>
            <a:pPr eaLnBrk="1" fontAlgn="auto" hangingPunct="1">
              <a:spcBef>
                <a:spcPts val="0"/>
              </a:spcBef>
              <a:spcAft>
                <a:spcPts val="0"/>
              </a:spcAft>
              <a:defRPr/>
            </a:pPr>
            <a:r>
              <a:rPr lang="en-US" sz="1000" b="1">
                <a:latin typeface="+mn-lt"/>
              </a:rPr>
              <a:t>Edit footer:</a:t>
            </a:r>
          </a:p>
          <a:p>
            <a:pPr marL="228600" indent="-228600" eaLnBrk="1" fontAlgn="auto" hangingPunct="1">
              <a:spcBef>
                <a:spcPts val="0"/>
              </a:spcBef>
              <a:spcAft>
                <a:spcPts val="0"/>
              </a:spcAft>
              <a:buFont typeface="+mj-lt"/>
              <a:buAutoNum type="arabicPeriod"/>
              <a:defRPr/>
            </a:pPr>
            <a:r>
              <a:rPr lang="en-US" sz="1000" b="0">
                <a:latin typeface="+mn-lt"/>
              </a:rPr>
              <a:t>On the View menu, click Slide Master</a:t>
            </a:r>
          </a:p>
          <a:p>
            <a:pPr marL="228600" indent="-228600" eaLnBrk="1" fontAlgn="auto" hangingPunct="1">
              <a:spcBef>
                <a:spcPts val="0"/>
              </a:spcBef>
              <a:spcAft>
                <a:spcPts val="0"/>
              </a:spcAft>
              <a:buFont typeface="+mj-lt"/>
              <a:buAutoNum type="arabicPeriod"/>
              <a:defRPr/>
            </a:pPr>
            <a:r>
              <a:rPr lang="en-US" sz="1000" b="0">
                <a:latin typeface="+mn-lt"/>
              </a:rPr>
              <a:t>Scroll to the first slide in the overview on the left hand side</a:t>
            </a:r>
          </a:p>
          <a:p>
            <a:pPr marL="228600" indent="-228600" eaLnBrk="1" fontAlgn="auto" hangingPunct="1">
              <a:spcBef>
                <a:spcPts val="0"/>
              </a:spcBef>
              <a:spcAft>
                <a:spcPts val="0"/>
              </a:spcAft>
              <a:buFont typeface="+mj-lt"/>
              <a:buAutoNum type="arabicPeriod"/>
              <a:defRPr/>
            </a:pPr>
            <a:r>
              <a:rPr lang="en-US" sz="1000" b="0">
                <a:latin typeface="+mn-lt"/>
              </a:rPr>
              <a:t>On the first slide you can select the footer check box. There you can add the text which will automatically appear on all other slides. </a:t>
            </a:r>
          </a:p>
        </p:txBody>
      </p:sp>
      <p:sp>
        <p:nvSpPr>
          <p:cNvPr id="9" name="Slide Number Placeholder 5"/>
          <p:cNvSpPr txBox="1">
            <a:spLocks/>
          </p:cNvSpPr>
          <p:nvPr/>
        </p:nvSpPr>
        <p:spPr>
          <a:xfrm>
            <a:off x="1116000" y="6372000"/>
            <a:ext cx="2700000" cy="430212"/>
          </a:xfrm>
          <a:prstGeom prst="rect">
            <a:avLst/>
          </a:prstGeom>
          <a:noFill/>
          <a:ln>
            <a:noFill/>
          </a:ln>
        </p:spPr>
        <p:txBody>
          <a:bodyPr lIns="0" tIns="0" rIns="0" bIns="0"/>
          <a:lstStyle>
            <a:defPPr>
              <a:defRPr lang="de-DE"/>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900">
                <a:solidFill>
                  <a:srgbClr val="9D9EA0"/>
                </a:solidFill>
              </a:rPr>
              <a:t>Title of Presentation  |  Name of Speaker  |  Organizational Unit  |  </a:t>
            </a:r>
            <a:r>
              <a:rPr lang="de-DE" sz="900">
                <a:solidFill>
                  <a:srgbClr val="9D9EA0"/>
                </a:solidFill>
              </a:rPr>
              <a:t>20.05.2016</a:t>
            </a:r>
            <a:endParaRPr lang="de-DE"/>
          </a:p>
        </p:txBody>
      </p:sp>
      <p:cxnSp>
        <p:nvCxnSpPr>
          <p:cNvPr id="12" name="Gerader Verbinder 11"/>
          <p:cNvCxnSpPr/>
          <p:nvPr/>
        </p:nvCxnSpPr>
        <p:spPr>
          <a:xfrm>
            <a:off x="287338" y="6300000"/>
            <a:ext cx="8569325" cy="0"/>
          </a:xfrm>
          <a:prstGeom prst="line">
            <a:avLst/>
          </a:prstGeom>
          <a:ln>
            <a:solidFill>
              <a:srgbClr val="9D9EA0"/>
            </a:solidFill>
          </a:ln>
        </p:spPr>
        <p:style>
          <a:lnRef idx="1">
            <a:schemeClr val="accent1"/>
          </a:lnRef>
          <a:fillRef idx="0">
            <a:schemeClr val="accent1"/>
          </a:fillRef>
          <a:effectRef idx="0">
            <a:schemeClr val="accent1"/>
          </a:effectRef>
          <a:fontRef idx="minor">
            <a:schemeClr val="tx1"/>
          </a:fontRef>
        </p:style>
      </p:cxnSp>
      <p:sp>
        <p:nvSpPr>
          <p:cNvPr id="2" name="Textfeld 1"/>
          <p:cNvSpPr txBox="1"/>
          <p:nvPr userDrawn="1"/>
        </p:nvSpPr>
        <p:spPr>
          <a:xfrm>
            <a:off x="288000" y="6372000"/>
            <a:ext cx="655637" cy="138499"/>
          </a:xfrm>
          <a:prstGeom prst="rect">
            <a:avLst/>
          </a:prstGeom>
          <a:noFill/>
        </p:spPr>
        <p:txBody>
          <a:bodyPr wrap="square" lIns="0" tIns="0" rIns="0" bIns="0" rtlCol="0">
            <a:spAutoFit/>
          </a:bodyPr>
          <a:lstStyle/>
          <a:p>
            <a:fld id="{ABEDA6A0-9FCC-47AA-99A4-88E72C69C2BF}" type="slidenum">
              <a:rPr lang="de-DE" sz="900" smtClean="0">
                <a:solidFill>
                  <a:srgbClr val="9D9EA0"/>
                </a:solidFill>
              </a:rPr>
              <a:t>‹#›</a:t>
            </a:fld>
            <a:endParaRPr lang="de-DE" sz="900">
              <a:solidFill>
                <a:srgbClr val="9D9EA0"/>
              </a:solidFill>
            </a:endParaRPr>
          </a:p>
        </p:txBody>
      </p:sp>
      <p:pic>
        <p:nvPicPr>
          <p:cNvPr id="15" name="Grafik 14"/>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81200" y="6372000"/>
            <a:ext cx="1011600" cy="407267"/>
          </a:xfrm>
          <a:prstGeom prst="rect">
            <a:avLst/>
          </a:prstGeom>
        </p:spPr>
      </p:pic>
      <p:pic>
        <p:nvPicPr>
          <p:cNvPr id="16" name="Grafik 15"/>
          <p:cNvPicPr>
            <a:picLocks/>
          </p:cNvPicPr>
          <p:nvPr userDrawn="1"/>
        </p:nvPicPr>
        <p:blipFill>
          <a:blip r:embed="rId9">
            <a:extLst>
              <a:ext uri="{28A0092B-C50C-407E-A947-70E740481C1C}">
                <a14:useLocalDpi xmlns:a14="http://schemas.microsoft.com/office/drawing/2010/main" val="0"/>
              </a:ext>
            </a:extLst>
          </a:blip>
          <a:stretch>
            <a:fillRect/>
          </a:stretch>
        </p:blipFill>
        <p:spPr>
          <a:xfrm>
            <a:off x="7426800" y="6379200"/>
            <a:ext cx="1429200" cy="392400"/>
          </a:xfrm>
          <a:prstGeom prst="rect">
            <a:avLst/>
          </a:prstGeom>
        </p:spPr>
      </p:pic>
      <p:sp>
        <p:nvSpPr>
          <p:cNvPr id="10" name="Rechteck 9"/>
          <p:cNvSpPr/>
          <p:nvPr userDrawn="1"/>
        </p:nvSpPr>
        <p:spPr>
          <a:xfrm>
            <a:off x="7306837" y="637363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 bg1="lt1" tx1="dk1" bg2="lt2" tx2="dk2" accent1="accent1" accent2="accent2" accent3="accent3" accent4="accent4" accent5="accent5" accent6="accent6" hlink="hlink" folHlink="folHlink"/>
  <p:sldLayoutIdLst>
    <p:sldLayoutId id="2147483752" r:id="rId1"/>
    <p:sldLayoutId id="2147483753" r:id="rId2"/>
    <p:sldLayoutId id="2147483759" r:id="rId3"/>
    <p:sldLayoutId id="2147483772" r:id="rId4"/>
    <p:sldLayoutId id="2147483760" r:id="rId5"/>
    <p:sldLayoutId id="2147483761" r:id="rId6"/>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6000" indent="-216000" algn="l" defTabSz="216000" rtl="0" eaLnBrk="1" fontAlgn="base" hangingPunct="1">
        <a:lnSpc>
          <a:spcPct val="100000"/>
        </a:lnSpc>
        <a:spcBef>
          <a:spcPts val="0"/>
        </a:spcBef>
        <a:spcAft>
          <a:spcPct val="0"/>
        </a:spcAft>
        <a:buClr>
          <a:schemeClr val="tx2"/>
        </a:buClr>
        <a:buFont typeface="Arial" panose="020B0604020202020204" pitchFamily="34" charset="0"/>
        <a:buChar char="•"/>
        <a:tabLst>
          <a:tab pos="216000" algn="l"/>
        </a:tabLst>
        <a:defRPr sz="1800"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userDrawn="1">
          <p15:clr>
            <a:srgbClr val="F26B43"/>
          </p15:clr>
        </p15:guide>
        <p15:guide id="2" orient="horz" pos="2863" userDrawn="1">
          <p15:clr>
            <a:srgbClr val="F26B43"/>
          </p15:clr>
        </p15:guide>
        <p15:guide id="3" pos="181" userDrawn="1">
          <p15:clr>
            <a:srgbClr val="F26B43"/>
          </p15:clr>
        </p15:guide>
        <p15:guide id="4" pos="5579" userDrawn="1">
          <p15:clr>
            <a:srgbClr val="F26B43"/>
          </p15:clr>
        </p15:guide>
        <p15:guide id="5" pos="1950" userDrawn="1">
          <p15:clr>
            <a:srgbClr val="F26B43"/>
          </p15:clr>
        </p15:guide>
        <p15:guide id="6" pos="2064" userDrawn="1">
          <p15:clr>
            <a:srgbClr val="F26B43"/>
          </p15:clr>
        </p15:guide>
        <p15:guide id="7" pos="3696" userDrawn="1">
          <p15:clr>
            <a:srgbClr val="F26B43"/>
          </p15:clr>
        </p15:guide>
        <p15:guide id="8" pos="381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9"/>
          <p:cNvSpPr/>
          <p:nvPr userDrawn="1"/>
        </p:nvSpPr>
        <p:spPr>
          <a:xfrm>
            <a:off x="7306837" y="637363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p:cNvSpPr/>
          <p:nvPr userDrawn="1"/>
        </p:nvSpPr>
        <p:spPr>
          <a:xfrm>
            <a:off x="6061446" y="6375600"/>
            <a:ext cx="0" cy="383381"/>
          </a:xfrm>
          <a:prstGeom prst="rect">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6181200" y="6372000"/>
            <a:ext cx="1011600" cy="407267"/>
          </a:xfrm>
          <a:prstGeom prst="rect">
            <a:avLst/>
          </a:prstGeom>
        </p:spPr>
      </p:pic>
      <p:pic>
        <p:nvPicPr>
          <p:cNvPr id="19" name="Grafik 18"/>
          <p:cNvPicPr>
            <a:picLocks/>
          </p:cNvPicPr>
          <p:nvPr userDrawn="1"/>
        </p:nvPicPr>
        <p:blipFill>
          <a:blip r:embed="rId15">
            <a:extLst>
              <a:ext uri="{28A0092B-C50C-407E-A947-70E740481C1C}">
                <a14:useLocalDpi xmlns:a14="http://schemas.microsoft.com/office/drawing/2010/main" val="0"/>
              </a:ext>
            </a:extLst>
          </a:blip>
          <a:stretch>
            <a:fillRect/>
          </a:stretch>
        </p:blipFill>
        <p:spPr>
          <a:xfrm>
            <a:off x="7426800" y="6379200"/>
            <a:ext cx="1429200" cy="392400"/>
          </a:xfrm>
          <a:prstGeom prst="rect">
            <a:avLst/>
          </a:prstGeom>
        </p:spPr>
      </p:pic>
      <p:pic>
        <p:nvPicPr>
          <p:cNvPr id="3" name="Grafik 2"/>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4078800" y="6350400"/>
            <a:ext cx="1881600" cy="403200"/>
          </a:xfrm>
          <a:prstGeom prst="rect">
            <a:avLst/>
          </a:prstGeom>
        </p:spPr>
      </p:pic>
    </p:spTree>
    <p:extLst>
      <p:ext uri="{BB962C8B-B14F-4D97-AF65-F5344CB8AC3E}">
        <p14:creationId xmlns:p14="http://schemas.microsoft.com/office/powerpoint/2010/main" val="1413906992"/>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91" r:id="rId3"/>
    <p:sldLayoutId id="2147483792" r:id="rId4"/>
    <p:sldLayoutId id="2147483789" r:id="rId5"/>
    <p:sldLayoutId id="2147483790" r:id="rId6"/>
    <p:sldLayoutId id="2147483779" r:id="rId7"/>
    <p:sldLayoutId id="2147483796" r:id="rId8"/>
    <p:sldLayoutId id="2147483797" r:id="rId9"/>
    <p:sldLayoutId id="2147483773" r:id="rId10"/>
    <p:sldLayoutId id="2147483795" r:id="rId11"/>
    <p:sldLayoutId id="2147483794" r:id="rId12"/>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6000" indent="-216000" algn="l" defTabSz="216000" rtl="0" eaLnBrk="1" fontAlgn="base" hangingPunct="1">
        <a:lnSpc>
          <a:spcPct val="100000"/>
        </a:lnSpc>
        <a:spcBef>
          <a:spcPts val="0"/>
        </a:spcBef>
        <a:spcAft>
          <a:spcPct val="0"/>
        </a:spcAft>
        <a:buClr>
          <a:schemeClr val="tx2"/>
        </a:buClr>
        <a:buFont typeface="Arial" panose="020B0604020202020204" pitchFamily="34" charset="0"/>
        <a:buChar char="•"/>
        <a:tabLst>
          <a:tab pos="216000" algn="l"/>
        </a:tabLst>
        <a:defRPr sz="1800" kern="1200">
          <a:solidFill>
            <a:schemeClr val="tx1"/>
          </a:solidFill>
          <a:latin typeface="Arial" panose="020B0604020202020204" pitchFamily="34" charset="0"/>
          <a:ea typeface="+mn-ea"/>
          <a:cs typeface="Arial" panose="020B0604020202020204" pitchFamily="34" charset="0"/>
        </a:defRPr>
      </a:lvl1pPr>
      <a:lvl2pPr marL="432000" indent="-215900" algn="l" rtl="0" eaLnBrk="1" fontAlgn="base" hangingPunct="1">
        <a:lnSpc>
          <a:spcPct val="100000"/>
        </a:lnSpc>
        <a:spcBef>
          <a:spcPts val="0"/>
        </a:spcBef>
        <a:spcAft>
          <a:spcPct val="0"/>
        </a:spcAft>
        <a:buClr>
          <a:schemeClr val="tx2"/>
        </a:buClr>
        <a:buFont typeface="Symbol" panose="05050102010706020507" pitchFamily="18" charset="2"/>
        <a:buChar char="-"/>
        <a:tabLst>
          <a:tab pos="432000" algn="l"/>
        </a:tabLst>
        <a:defRPr sz="1600" kern="1200">
          <a:solidFill>
            <a:schemeClr val="tx1"/>
          </a:solidFill>
          <a:latin typeface="Arial" panose="020B0604020202020204" pitchFamily="34" charset="0"/>
          <a:ea typeface="+mn-ea"/>
          <a:cs typeface="Arial" panose="020B0604020202020204" pitchFamily="34" charset="0"/>
        </a:defRPr>
      </a:lvl2pPr>
      <a:lvl3pPr marL="648000" indent="-215900" algn="l" defTabSz="216000" rtl="0" eaLnBrk="1" fontAlgn="base" hangingPunct="1">
        <a:lnSpc>
          <a:spcPct val="100000"/>
        </a:lnSpc>
        <a:spcBef>
          <a:spcPts val="0"/>
        </a:spcBef>
        <a:spcAft>
          <a:spcPct val="0"/>
        </a:spcAft>
        <a:buClr>
          <a:schemeClr val="tx2"/>
        </a:buClr>
        <a:buSzPct val="80000"/>
        <a:buFont typeface="Wingdings" panose="05000000000000000000" pitchFamily="2" charset="2"/>
        <a:buChar char="§"/>
        <a:tabLst>
          <a:tab pos="648000" algn="l"/>
        </a:tabLst>
        <a:defRPr sz="1600" kern="1200">
          <a:solidFill>
            <a:schemeClr val="tx1"/>
          </a:solidFill>
          <a:latin typeface="Arial" panose="020B0604020202020204" pitchFamily="34" charset="0"/>
          <a:ea typeface="+mn-ea"/>
          <a:cs typeface="Arial" panose="020B0604020202020204" pitchFamily="34" charset="0"/>
        </a:defRPr>
      </a:lvl3pPr>
      <a:lvl4pPr marL="864000" indent="-216000" algn="l" defTabSz="216000" rtl="0" eaLnBrk="1" fontAlgn="base" hangingPunct="1">
        <a:lnSpc>
          <a:spcPct val="100000"/>
        </a:lnSpc>
        <a:spcBef>
          <a:spcPts val="0"/>
        </a:spcBef>
        <a:spcAft>
          <a:spcPct val="0"/>
        </a:spcAft>
        <a:buClr>
          <a:schemeClr val="tx2"/>
        </a:buClr>
        <a:buSzPct val="100000"/>
        <a:buFont typeface="Arial" panose="020B0604020202020204" pitchFamily="34" charset="0"/>
        <a:buChar char="-"/>
        <a:tabLst>
          <a:tab pos="864000" algn="l"/>
        </a:tabLst>
        <a:defRPr sz="1600" kern="1200">
          <a:solidFill>
            <a:schemeClr val="tx1"/>
          </a:solidFill>
          <a:latin typeface="Arial" panose="020B0604020202020204" pitchFamily="34" charset="0"/>
          <a:ea typeface="+mn-ea"/>
          <a:cs typeface="Arial" panose="020B0604020202020204" pitchFamily="34" charset="0"/>
        </a:defRPr>
      </a:lvl4pPr>
      <a:lvl5pPr marL="864000" indent="-216000" algn="l" rtl="0" eaLnBrk="1" fontAlgn="base" hangingPunct="1">
        <a:lnSpc>
          <a:spcPct val="90000"/>
        </a:lnSpc>
        <a:spcBef>
          <a:spcPts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57">
          <p15:clr>
            <a:srgbClr val="F26B43"/>
          </p15:clr>
        </p15:guide>
        <p15:guide id="2" orient="horz" pos="2863">
          <p15:clr>
            <a:srgbClr val="F26B43"/>
          </p15:clr>
        </p15:guide>
        <p15:guide id="3" pos="181">
          <p15:clr>
            <a:srgbClr val="F26B43"/>
          </p15:clr>
        </p15:guide>
        <p15:guide id="4" pos="5579">
          <p15:clr>
            <a:srgbClr val="F26B43"/>
          </p15:clr>
        </p15:guide>
        <p15:guide id="5" pos="1950">
          <p15:clr>
            <a:srgbClr val="F26B43"/>
          </p15:clr>
        </p15:guide>
        <p15:guide id="6" pos="2064">
          <p15:clr>
            <a:srgbClr val="F26B43"/>
          </p15:clr>
        </p15:guide>
        <p15:guide id="7" pos="3696">
          <p15:clr>
            <a:srgbClr val="F26B43"/>
          </p15:clr>
        </p15:guide>
        <p15:guide id="8" pos="38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NULL" TargetMode="Externa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en-US">
                <a:latin typeface="Arial"/>
                <a:cs typeface="Arial"/>
              </a:rPr>
              <a:t>HiWi Reports</a:t>
            </a:r>
            <a:endParaRPr lang="en-US"/>
          </a:p>
        </p:txBody>
      </p:sp>
      <p:sp>
        <p:nvSpPr>
          <p:cNvPr id="7" name="Textfeld 7">
            <a:extLst>
              <a:ext uri="{FF2B5EF4-FFF2-40B4-BE49-F238E27FC236}">
                <a16:creationId xmlns:a16="http://schemas.microsoft.com/office/drawing/2014/main" id="{6BA05AAE-8562-898A-1516-7983ED9FAB00}"/>
              </a:ext>
            </a:extLst>
          </p:cNvPr>
          <p:cNvSpPr txBox="1"/>
          <p:nvPr/>
        </p:nvSpPr>
        <p:spPr>
          <a:xfrm>
            <a:off x="437966" y="6309956"/>
            <a:ext cx="1713611" cy="307777"/>
          </a:xfrm>
          <a:prstGeom prst="rect">
            <a:avLst/>
          </a:prstGeom>
          <a:solidFill>
            <a:schemeClr val="bg1"/>
          </a:solidFill>
        </p:spPr>
        <p:txBody>
          <a:bodyPr rot="0" spcFirstLastPara="0" vert="horz" wrap="non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813640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54C65-B2CA-9C0B-9069-71EBF55B81D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8D8A96F-4E2D-CB5E-353A-DC351F4E1E6D}"/>
              </a:ext>
            </a:extLst>
          </p:cNvPr>
          <p:cNvSpPr>
            <a:spLocks noGrp="1"/>
          </p:cNvSpPr>
          <p:nvPr>
            <p:ph type="title"/>
          </p:nvPr>
        </p:nvSpPr>
        <p:spPr/>
        <p:txBody>
          <a:bodyPr/>
          <a:lstStyle/>
          <a:p>
            <a:r>
              <a:rPr lang="en-US" altLang="de-DE">
                <a:latin typeface="Arial"/>
                <a:cs typeface="Arial"/>
              </a:rPr>
              <a:t>Date and timestamp do not match after anonymization</a:t>
            </a:r>
            <a:endParaRPr lang="en-US" altLang="de-DE"/>
          </a:p>
        </p:txBody>
      </p:sp>
      <p:sp>
        <p:nvSpPr>
          <p:cNvPr id="3" name="Textplatzhalter 2">
            <a:extLst>
              <a:ext uri="{FF2B5EF4-FFF2-40B4-BE49-F238E27FC236}">
                <a16:creationId xmlns:a16="http://schemas.microsoft.com/office/drawing/2014/main" id="{70E08C6D-4F35-807E-67BE-9DDEB9FF9916}"/>
              </a:ext>
            </a:extLst>
          </p:cNvPr>
          <p:cNvSpPr>
            <a:spLocks noGrp="1"/>
          </p:cNvSpPr>
          <p:nvPr>
            <p:ph type="body" sz="quarter" idx="12"/>
          </p:nvPr>
        </p:nvSpPr>
        <p:spPr>
          <a:xfrm>
            <a:off x="287338" y="3289280"/>
            <a:ext cx="8569325" cy="1796960"/>
          </a:xfrm>
        </p:spPr>
        <p:txBody>
          <a:bodyPr lIns="0" tIns="0" rIns="0" bIns="0" anchor="t"/>
          <a:lstStyle/>
          <a:p>
            <a:r>
              <a:rPr lang="en-US">
                <a:latin typeface="Arial"/>
                <a:ea typeface="Calibri"/>
                <a:cs typeface="Arial"/>
              </a:rPr>
              <a:t>Row 146 _</a:t>
            </a:r>
            <a:r>
              <a:rPr lang="en-US" err="1">
                <a:latin typeface="Arial"/>
                <a:ea typeface="Calibri"/>
                <a:cs typeface="Arial"/>
              </a:rPr>
              <a:t>get_numerical_distributions</a:t>
            </a:r>
            <a:r>
              <a:rPr lang="en-US">
                <a:latin typeface="Arial"/>
                <a:ea typeface="Calibri"/>
                <a:cs typeface="Arial"/>
              </a:rPr>
              <a:t>(self, </a:t>
            </a:r>
            <a:r>
              <a:rPr lang="en-US" err="1">
                <a:latin typeface="Arial"/>
                <a:ea typeface="Calibri"/>
                <a:cs typeface="Arial"/>
              </a:rPr>
              <a:t>processed_data</a:t>
            </a:r>
            <a:r>
              <a:rPr lang="en-US">
                <a:latin typeface="Arial"/>
                <a:ea typeface="Calibri"/>
                <a:cs typeface="Arial"/>
              </a:rPr>
              <a:t>): Column-wise distribution choice. it decides which univariate distribution each column will use when the Gaussian copula model is fitted.</a:t>
            </a:r>
          </a:p>
          <a:p>
            <a:endParaRPr lang="en-US">
              <a:latin typeface="Arial"/>
              <a:ea typeface="Calibri"/>
              <a:cs typeface="Arial"/>
            </a:endParaRPr>
          </a:p>
          <a:p>
            <a:r>
              <a:rPr lang="en-US">
                <a:latin typeface="Arial"/>
                <a:ea typeface="Calibri"/>
                <a:cs typeface="Arial"/>
              </a:rPr>
              <a:t>Date and timestamp columns as separate variables during preprocessing and synthesis.</a:t>
            </a:r>
            <a:endParaRPr lang="en-US"/>
          </a:p>
        </p:txBody>
      </p:sp>
      <p:pic>
        <p:nvPicPr>
          <p:cNvPr id="4" name="Grafik 3" descr="Ein Bild, das Text, Screenshot, Schrift, Zahl enthält.&#10;&#10;KI-generierte Inhalte können fehlerhaft sein.">
            <a:extLst>
              <a:ext uri="{FF2B5EF4-FFF2-40B4-BE49-F238E27FC236}">
                <a16:creationId xmlns:a16="http://schemas.microsoft.com/office/drawing/2014/main" id="{10E3810A-535F-CAAA-16D4-8024F14E2F25}"/>
              </a:ext>
            </a:extLst>
          </p:cNvPr>
          <p:cNvPicPr>
            <a:picLocks noChangeAspect="1"/>
          </p:cNvPicPr>
          <p:nvPr/>
        </p:nvPicPr>
        <p:blipFill>
          <a:blip r:embed="rId2"/>
          <a:stretch>
            <a:fillRect/>
          </a:stretch>
        </p:blipFill>
        <p:spPr>
          <a:xfrm>
            <a:off x="0" y="894052"/>
            <a:ext cx="9144000" cy="2184457"/>
          </a:xfrm>
          <a:prstGeom prst="rect">
            <a:avLst/>
          </a:prstGeom>
        </p:spPr>
      </p:pic>
      <p:sp>
        <p:nvSpPr>
          <p:cNvPr id="6" name="Textfeld 7">
            <a:extLst>
              <a:ext uri="{FF2B5EF4-FFF2-40B4-BE49-F238E27FC236}">
                <a16:creationId xmlns:a16="http://schemas.microsoft.com/office/drawing/2014/main" id="{0C5278FA-3951-3990-B89A-D0C384591604}"/>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598759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4D60-8766-31D7-6EB1-6159D5FBCDB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48678A-D15F-E114-F893-1DD1C5339E2D}"/>
              </a:ext>
            </a:extLst>
          </p:cNvPr>
          <p:cNvSpPr>
            <a:spLocks noGrp="1"/>
          </p:cNvSpPr>
          <p:nvPr>
            <p:ph type="title"/>
          </p:nvPr>
        </p:nvSpPr>
        <p:spPr/>
        <p:txBody>
          <a:bodyPr/>
          <a:lstStyle/>
          <a:p>
            <a:r>
              <a:rPr lang="en-US"/>
              <a:t>Filtered Data has higher overall score </a:t>
            </a:r>
            <a:endParaRPr lang="de-DE"/>
          </a:p>
        </p:txBody>
      </p:sp>
      <p:sp>
        <p:nvSpPr>
          <p:cNvPr id="3" name="Textplatzhalter 2">
            <a:extLst>
              <a:ext uri="{FF2B5EF4-FFF2-40B4-BE49-F238E27FC236}">
                <a16:creationId xmlns:a16="http://schemas.microsoft.com/office/drawing/2014/main" id="{2F72B4BD-E8B2-2D24-965A-E219F08B71F1}"/>
              </a:ext>
            </a:extLst>
          </p:cNvPr>
          <p:cNvSpPr>
            <a:spLocks noGrp="1"/>
          </p:cNvSpPr>
          <p:nvPr>
            <p:ph type="body" sz="quarter" idx="12"/>
          </p:nvPr>
        </p:nvSpPr>
        <p:spPr/>
        <p:txBody>
          <a:bodyPr lIns="0" tIns="0" rIns="0" bIns="0" anchor="t"/>
          <a:lstStyle/>
          <a:p>
            <a:pPr marL="285750" indent="-285750">
              <a:buFont typeface="Arial"/>
              <a:buChar char="•"/>
            </a:pPr>
            <a:r>
              <a:rPr lang="en-US" sz="2000">
                <a:latin typeface="Arial"/>
                <a:cs typeface="Arial"/>
              </a:rPr>
              <a:t>Data comparison </a:t>
            </a:r>
          </a:p>
          <a:p>
            <a:pPr marL="717550" lvl="1" indent="-285750">
              <a:buFont typeface="Courier New"/>
              <a:buChar char="o"/>
            </a:pPr>
            <a:r>
              <a:rPr lang="en-US">
                <a:latin typeface="Arial"/>
                <a:cs typeface="Arial"/>
              </a:rPr>
              <a:t>Original Data:</a:t>
            </a:r>
          </a:p>
          <a:p>
            <a:pPr marL="933450" lvl="2">
              <a:buFont typeface="Wingdings"/>
              <a:buChar char="§"/>
            </a:pPr>
            <a:r>
              <a:rPr lang="en-US">
                <a:latin typeface="Arial"/>
                <a:cs typeface="Arial"/>
              </a:rPr>
              <a:t>Number of rows: 2871</a:t>
            </a:r>
          </a:p>
          <a:p>
            <a:pPr marL="933450" lvl="2">
              <a:buFont typeface="Wingdings"/>
              <a:buChar char="§"/>
            </a:pPr>
            <a:r>
              <a:rPr lang="en-US">
                <a:latin typeface="Arial"/>
                <a:cs typeface="Arial"/>
              </a:rPr>
              <a:t>Location: </a:t>
            </a:r>
            <a:r>
              <a:rPr lang="en-US">
                <a:solidFill>
                  <a:srgbClr val="000000"/>
                </a:solidFill>
                <a:latin typeface="Arial"/>
                <a:cs typeface="Arial"/>
              </a:rPr>
              <a:t>Logistic Centre, Atlantis waterpark</a:t>
            </a:r>
          </a:p>
          <a:p>
            <a:pPr marL="933450" lvl="2">
              <a:buFont typeface="Wingdings"/>
              <a:buChar char="§"/>
            </a:pPr>
            <a:r>
              <a:rPr lang="en-US">
                <a:solidFill>
                  <a:srgbClr val="000000"/>
                </a:solidFill>
                <a:latin typeface="Arial"/>
                <a:cs typeface="Arial"/>
              </a:rPr>
              <a:t>Energy source: Electricity, District heating, Water supply (network), Water supply(well), Water supply </a:t>
            </a:r>
          </a:p>
          <a:p>
            <a:pPr marL="1651000" lvl="2" indent="-285750">
              <a:buFont typeface="Wingdings"/>
              <a:buChar char="§"/>
            </a:pPr>
            <a:endParaRPr lang="en-US">
              <a:latin typeface="Arial"/>
              <a:cs typeface="Arial"/>
            </a:endParaRPr>
          </a:p>
          <a:p>
            <a:pPr marL="933450" lvl="2">
              <a:buFont typeface="Wingdings"/>
              <a:buChar char="§"/>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r>
              <a:rPr lang="en-US">
                <a:latin typeface="Arial"/>
                <a:cs typeface="Arial"/>
              </a:rPr>
              <a:t>Filtered Data:</a:t>
            </a:r>
          </a:p>
          <a:p>
            <a:pPr marL="933450" lvl="2">
              <a:buFont typeface="Wingdings"/>
              <a:buChar char="§"/>
            </a:pPr>
            <a:r>
              <a:rPr lang="en-US">
                <a:latin typeface="Arial"/>
                <a:cs typeface="Arial"/>
              </a:rPr>
              <a:t>Number of rows: 862</a:t>
            </a:r>
          </a:p>
          <a:p>
            <a:pPr marL="933450" lvl="2">
              <a:buFont typeface="Wingdings"/>
              <a:buChar char="§"/>
            </a:pPr>
            <a:r>
              <a:rPr lang="en-US">
                <a:latin typeface="Arial"/>
                <a:cs typeface="Arial"/>
              </a:rPr>
              <a:t>Location: Logistic Centre</a:t>
            </a:r>
          </a:p>
          <a:p>
            <a:pPr marL="933450" lvl="2">
              <a:buFont typeface="Wingdings"/>
              <a:buChar char="§"/>
            </a:pPr>
            <a:r>
              <a:rPr lang="en-US">
                <a:latin typeface="Arial"/>
                <a:cs typeface="Arial"/>
              </a:rPr>
              <a:t>Energy source: Electricity</a:t>
            </a:r>
          </a:p>
        </p:txBody>
      </p:sp>
      <p:sp>
        <p:nvSpPr>
          <p:cNvPr id="6" name="Textfeld 7">
            <a:extLst>
              <a:ext uri="{FF2B5EF4-FFF2-40B4-BE49-F238E27FC236}">
                <a16:creationId xmlns:a16="http://schemas.microsoft.com/office/drawing/2014/main" id="{8CB1FCA6-889D-9B14-2B7D-09BF9892ECF2}"/>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435330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3B8A1-0B49-0D69-AC52-8BAAB2978F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E22A303-E35F-76A5-6E3A-A98F8D2F3018}"/>
              </a:ext>
            </a:extLst>
          </p:cNvPr>
          <p:cNvSpPr>
            <a:spLocks noGrp="1"/>
          </p:cNvSpPr>
          <p:nvPr>
            <p:ph type="title"/>
          </p:nvPr>
        </p:nvSpPr>
        <p:spPr/>
        <p:txBody>
          <a:bodyPr/>
          <a:lstStyle/>
          <a:p>
            <a:r>
              <a:rPr lang="en-US" altLang="de-DE">
                <a:latin typeface="Arial"/>
                <a:cs typeface="Arial"/>
              </a:rPr>
              <a:t>Filtered Data has higher overall score </a:t>
            </a:r>
            <a:endParaRPr lang="en-US" altLang="de-DE"/>
          </a:p>
        </p:txBody>
      </p:sp>
      <p:sp>
        <p:nvSpPr>
          <p:cNvPr id="3" name="Textplatzhalter 2">
            <a:extLst>
              <a:ext uri="{FF2B5EF4-FFF2-40B4-BE49-F238E27FC236}">
                <a16:creationId xmlns:a16="http://schemas.microsoft.com/office/drawing/2014/main" id="{785C5D0C-9D38-6572-E8C3-35611ABFAA5A}"/>
              </a:ext>
            </a:extLst>
          </p:cNvPr>
          <p:cNvSpPr>
            <a:spLocks noGrp="1"/>
          </p:cNvSpPr>
          <p:nvPr>
            <p:ph type="body" sz="quarter" idx="12"/>
          </p:nvPr>
        </p:nvSpPr>
        <p:spPr/>
        <p:txBody>
          <a:bodyPr lIns="0" tIns="0" rIns="0" bIns="0" anchor="t"/>
          <a:lstStyle/>
          <a:p>
            <a:pPr marL="285750" indent="-285750">
              <a:buFont typeface="Arial"/>
              <a:buChar char="•"/>
            </a:pPr>
            <a:r>
              <a:rPr lang="en-US" sz="2000">
                <a:solidFill>
                  <a:srgbClr val="000000"/>
                </a:solidFill>
                <a:latin typeface="Arial"/>
                <a:cs typeface="Arial"/>
              </a:rPr>
              <a:t>Type to filter</a:t>
            </a:r>
          </a:p>
          <a:p>
            <a:pPr marL="1149350" lvl="1" indent="-285750">
              <a:buFont typeface="Courier New"/>
              <a:buChar char="o"/>
            </a:pPr>
            <a:r>
              <a:rPr lang="en-US">
                <a:latin typeface="Arial"/>
                <a:cs typeface="Arial"/>
              </a:rPr>
              <a:t>Location: </a:t>
            </a:r>
            <a:r>
              <a:rPr lang="en-US">
                <a:solidFill>
                  <a:srgbClr val="000000"/>
                </a:solidFill>
                <a:latin typeface="Arial"/>
                <a:cs typeface="Arial"/>
              </a:rPr>
              <a:t>Logistic Centre</a:t>
            </a:r>
            <a:endParaRPr lang="en-US" err="1">
              <a:solidFill>
                <a:srgbClr val="000000"/>
              </a:solidFill>
            </a:endParaRPr>
          </a:p>
          <a:p>
            <a:pPr marL="1149350" lvl="1" indent="-285750">
              <a:buFont typeface="Courier New"/>
              <a:buChar char="o"/>
            </a:pPr>
            <a:r>
              <a:rPr lang="en-US">
                <a:latin typeface="Arial"/>
                <a:cs typeface="Arial"/>
              </a:rPr>
              <a:t>Energy Source: Electricity</a:t>
            </a:r>
            <a:endParaRPr lang="en-US"/>
          </a:p>
          <a:p>
            <a:pPr marL="1149350" lvl="1" indent="-285750">
              <a:buFont typeface="Courier New"/>
              <a:buChar char="o"/>
            </a:pPr>
            <a:endParaRPr lang="en-US"/>
          </a:p>
          <a:p>
            <a:endParaRPr lang="en-US" sz="2000"/>
          </a:p>
          <a:p>
            <a:pPr marL="285750" indent="-285750">
              <a:buFont typeface="Arial"/>
              <a:buChar char="•"/>
            </a:pPr>
            <a:r>
              <a:rPr lang="en-US" sz="2000">
                <a:latin typeface="Arial"/>
                <a:cs typeface="Arial"/>
              </a:rPr>
              <a:t>Overall score</a:t>
            </a:r>
          </a:p>
          <a:p>
            <a:pPr marL="717550" lvl="1" indent="-285750">
              <a:buFont typeface="Courier New"/>
              <a:buChar char="o"/>
            </a:pPr>
            <a:r>
              <a:rPr lang="en-US">
                <a:latin typeface="Arial"/>
                <a:cs typeface="Arial"/>
              </a:rPr>
              <a:t>Without filter</a:t>
            </a:r>
          </a:p>
          <a:p>
            <a:pPr marL="933450" indent="-215900">
              <a:buSzPct val="80000"/>
              <a:buFont typeface="Wingdings"/>
              <a:buChar char="§"/>
            </a:pPr>
            <a:r>
              <a:rPr lang="en-US" sz="1600">
                <a:solidFill>
                  <a:srgbClr val="000000"/>
                </a:solidFill>
                <a:latin typeface="Arial"/>
                <a:cs typeface="Arial"/>
              </a:rPr>
              <a:t>CTGAN quality score: 0.7874419279907086</a:t>
            </a:r>
            <a:endParaRPr lang="en-US" sz="1600">
              <a:solidFill>
                <a:srgbClr val="000000"/>
              </a:solidFill>
            </a:endParaRPr>
          </a:p>
          <a:p>
            <a:pPr marL="933450" indent="-215900">
              <a:buSzPct val="80000"/>
              <a:buFont typeface="Wingdings"/>
              <a:buChar char="§"/>
            </a:pPr>
            <a:r>
              <a:rPr lang="en-US" sz="1600">
                <a:solidFill>
                  <a:srgbClr val="000000"/>
                </a:solidFill>
                <a:latin typeface="Arial"/>
                <a:cs typeface="Arial"/>
              </a:rPr>
              <a:t>Gaussian</a:t>
            </a:r>
            <a:r>
              <a:rPr lang="en-US" sz="1600">
                <a:latin typeface="Arial"/>
                <a:cs typeface="Arial"/>
              </a:rPr>
              <a:t> quality score: 0.7216124661246612</a:t>
            </a:r>
            <a:endParaRPr lang="en-US"/>
          </a:p>
          <a:p>
            <a:pPr marL="933450" lvl="2">
              <a:buFont typeface="Wingdings"/>
              <a:buChar char="§"/>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endParaRPr lang="en-US">
              <a:latin typeface="Arial"/>
              <a:cs typeface="Arial"/>
            </a:endParaRPr>
          </a:p>
          <a:p>
            <a:pPr marL="717550" lvl="1" indent="-285750">
              <a:buFont typeface="Courier New"/>
              <a:buChar char="o"/>
            </a:pPr>
            <a:r>
              <a:rPr lang="en-US">
                <a:latin typeface="Arial"/>
                <a:cs typeface="Arial"/>
              </a:rPr>
              <a:t>With filter</a:t>
            </a:r>
          </a:p>
          <a:p>
            <a:pPr marL="933450" lvl="2">
              <a:buFont typeface="Wingdings"/>
              <a:buChar char="§"/>
            </a:pPr>
            <a:r>
              <a:rPr lang="en-US">
                <a:latin typeface="Arial"/>
                <a:cs typeface="Arial"/>
              </a:rPr>
              <a:t>CTGAN quality score:</a:t>
            </a:r>
            <a:r>
              <a:rPr lang="en-US">
                <a:solidFill>
                  <a:srgbClr val="000000"/>
                </a:solidFill>
                <a:latin typeface="Arial"/>
                <a:cs typeface="Arial"/>
              </a:rPr>
              <a:t>0.8675412237859502</a:t>
            </a:r>
            <a:endParaRPr lang="en-US">
              <a:solidFill>
                <a:srgbClr val="000000"/>
              </a:solidFill>
            </a:endParaRPr>
          </a:p>
          <a:p>
            <a:pPr marL="933450" lvl="2">
              <a:buFont typeface="Wingdings"/>
              <a:buChar char="§"/>
            </a:pPr>
            <a:r>
              <a:rPr lang="en-US">
                <a:latin typeface="Arial"/>
                <a:cs typeface="Arial"/>
              </a:rPr>
              <a:t>Gaussian quality score: </a:t>
            </a:r>
            <a:r>
              <a:rPr lang="en-US">
                <a:solidFill>
                  <a:srgbClr val="000000"/>
                </a:solidFill>
                <a:latin typeface="Arial"/>
                <a:cs typeface="Arial"/>
              </a:rPr>
              <a:t>0.8298054267298535</a:t>
            </a:r>
            <a:endParaRPr lang="en-US">
              <a:solidFill>
                <a:srgbClr val="000000"/>
              </a:solidFill>
            </a:endParaRPr>
          </a:p>
          <a:p>
            <a:pPr marL="933450" lvl="2">
              <a:buFont typeface="Wingdings"/>
              <a:buChar char="§"/>
            </a:pPr>
            <a:endParaRPr lang="en-US"/>
          </a:p>
          <a:p>
            <a:pPr marL="933450" lvl="2">
              <a:buFont typeface="Wingdings"/>
              <a:buChar char="§"/>
            </a:pPr>
            <a:endParaRPr lang="en-US"/>
          </a:p>
          <a:p>
            <a:pPr marL="717550" lvl="1" indent="-285750">
              <a:buFont typeface="Courier New"/>
              <a:buChar char="o"/>
            </a:pPr>
            <a:endParaRPr lang="en-US"/>
          </a:p>
        </p:txBody>
      </p:sp>
      <p:sp>
        <p:nvSpPr>
          <p:cNvPr id="6" name="Textfeld 7">
            <a:extLst>
              <a:ext uri="{FF2B5EF4-FFF2-40B4-BE49-F238E27FC236}">
                <a16:creationId xmlns:a16="http://schemas.microsoft.com/office/drawing/2014/main" id="{2CEB581D-4B12-383D-A634-D3B8CB13B764}"/>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701282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en-US" altLang="de-DE"/>
          </a:p>
        </p:txBody>
      </p:sp>
      <p:sp>
        <p:nvSpPr>
          <p:cNvPr id="4" name="Textplatzhalter 3"/>
          <p:cNvSpPr>
            <a:spLocks noGrp="1"/>
          </p:cNvSpPr>
          <p:nvPr>
            <p:ph type="body" sz="quarter" idx="13"/>
          </p:nvPr>
        </p:nvSpPr>
        <p:spPr/>
        <p:txBody>
          <a:bodyPr lIns="0" tIns="0" rIns="0" bIns="0" anchor="t"/>
          <a:lstStyle/>
          <a:p>
            <a:pPr marL="215900" indent="-215900"/>
            <a:r>
              <a:rPr lang="en-US">
                <a:cs typeface="Arial"/>
              </a:rPr>
              <a:t>Compare 3 columns </a:t>
            </a:r>
          </a:p>
          <a:p>
            <a:pPr marL="215900" indent="-215900">
              <a:buSzPct val="114999"/>
            </a:pPr>
            <a:r>
              <a:rPr lang="en-US">
                <a:cs typeface="Arial"/>
              </a:rPr>
              <a:t>Related columns in tables(date and timestamps are generated independently)</a:t>
            </a:r>
          </a:p>
          <a:p>
            <a:pPr marL="215900" indent="-215900">
              <a:buSzPct val="114999"/>
            </a:pPr>
            <a:r>
              <a:rPr lang="en-US" err="1">
                <a:cs typeface="Arial"/>
              </a:rPr>
              <a:t>Sdtype</a:t>
            </a:r>
            <a:r>
              <a:rPr lang="en-US">
                <a:cs typeface="Arial"/>
              </a:rPr>
              <a:t> (faker lib, replace items list(how to generate)) not exist in </a:t>
            </a:r>
            <a:r>
              <a:rPr lang="en-US" err="1">
                <a:cs typeface="Arial"/>
              </a:rPr>
              <a:t>sdtypes</a:t>
            </a:r>
            <a:r>
              <a:rPr lang="en-US">
                <a:cs typeface="Arial"/>
              </a:rPr>
              <a:t> (LLM)</a:t>
            </a:r>
            <a:endParaRPr lang="en-US"/>
          </a:p>
        </p:txBody>
      </p:sp>
      <p:sp>
        <p:nvSpPr>
          <p:cNvPr id="5" name="Textfeld 7">
            <a:extLst>
              <a:ext uri="{FF2B5EF4-FFF2-40B4-BE49-F238E27FC236}">
                <a16:creationId xmlns:a16="http://schemas.microsoft.com/office/drawing/2014/main" id="{4D180034-AAC8-0470-6A1B-913F15926EA4}"/>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419023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D69FD4-7B96-DDE3-F3BB-440CB223ED21}"/>
              </a:ext>
            </a:extLst>
          </p:cNvPr>
          <p:cNvSpPr>
            <a:spLocks noGrp="1"/>
          </p:cNvSpPr>
          <p:nvPr>
            <p:ph type="title"/>
          </p:nvPr>
        </p:nvSpPr>
        <p:spPr/>
        <p:txBody>
          <a:bodyPr/>
          <a:lstStyle/>
          <a:p>
            <a:r>
              <a:rPr lang="de-DE">
                <a:latin typeface="Arial"/>
                <a:cs typeface="Arial"/>
              </a:rPr>
              <a:t>SMX Table</a:t>
            </a:r>
            <a:endParaRPr lang="de-DE"/>
          </a:p>
        </p:txBody>
      </p:sp>
      <p:graphicFrame>
        <p:nvGraphicFramePr>
          <p:cNvPr id="4" name="Tabelle 3">
            <a:extLst>
              <a:ext uri="{FF2B5EF4-FFF2-40B4-BE49-F238E27FC236}">
                <a16:creationId xmlns:a16="http://schemas.microsoft.com/office/drawing/2014/main" id="{3D1814B5-A5BB-D08A-892B-F2D5977B7CF0}"/>
              </a:ext>
            </a:extLst>
          </p:cNvPr>
          <p:cNvGraphicFramePr>
            <a:graphicFrameLocks noGrp="1"/>
          </p:cNvGraphicFramePr>
          <p:nvPr>
            <p:extLst>
              <p:ext uri="{D42A27DB-BD31-4B8C-83A1-F6EECF244321}">
                <p14:modId xmlns:p14="http://schemas.microsoft.com/office/powerpoint/2010/main" val="4086670190"/>
              </p:ext>
            </p:extLst>
          </p:nvPr>
        </p:nvGraphicFramePr>
        <p:xfrm>
          <a:off x="284480" y="1006856"/>
          <a:ext cx="8601910" cy="3638008"/>
        </p:xfrm>
        <a:graphic>
          <a:graphicData uri="http://schemas.openxmlformats.org/drawingml/2006/table">
            <a:tbl>
              <a:tblPr firstRow="1" bandRow="1">
                <a:tableStyleId>{5C22544A-7EE6-4342-B048-85BDC9FD1C3A}</a:tableStyleId>
              </a:tblPr>
              <a:tblGrid>
                <a:gridCol w="860191">
                  <a:extLst>
                    <a:ext uri="{9D8B030D-6E8A-4147-A177-3AD203B41FA5}">
                      <a16:colId xmlns:a16="http://schemas.microsoft.com/office/drawing/2014/main" val="626003958"/>
                    </a:ext>
                  </a:extLst>
                </a:gridCol>
                <a:gridCol w="860191">
                  <a:extLst>
                    <a:ext uri="{9D8B030D-6E8A-4147-A177-3AD203B41FA5}">
                      <a16:colId xmlns:a16="http://schemas.microsoft.com/office/drawing/2014/main" val="3533797695"/>
                    </a:ext>
                  </a:extLst>
                </a:gridCol>
                <a:gridCol w="860191">
                  <a:extLst>
                    <a:ext uri="{9D8B030D-6E8A-4147-A177-3AD203B41FA5}">
                      <a16:colId xmlns:a16="http://schemas.microsoft.com/office/drawing/2014/main" val="1723621392"/>
                    </a:ext>
                  </a:extLst>
                </a:gridCol>
                <a:gridCol w="860191">
                  <a:extLst>
                    <a:ext uri="{9D8B030D-6E8A-4147-A177-3AD203B41FA5}">
                      <a16:colId xmlns:a16="http://schemas.microsoft.com/office/drawing/2014/main" val="3684016445"/>
                    </a:ext>
                  </a:extLst>
                </a:gridCol>
                <a:gridCol w="860191">
                  <a:extLst>
                    <a:ext uri="{9D8B030D-6E8A-4147-A177-3AD203B41FA5}">
                      <a16:colId xmlns:a16="http://schemas.microsoft.com/office/drawing/2014/main" val="3120114581"/>
                    </a:ext>
                  </a:extLst>
                </a:gridCol>
                <a:gridCol w="860191">
                  <a:extLst>
                    <a:ext uri="{9D8B030D-6E8A-4147-A177-3AD203B41FA5}">
                      <a16:colId xmlns:a16="http://schemas.microsoft.com/office/drawing/2014/main" val="1066362318"/>
                    </a:ext>
                  </a:extLst>
                </a:gridCol>
                <a:gridCol w="860191">
                  <a:extLst>
                    <a:ext uri="{9D8B030D-6E8A-4147-A177-3AD203B41FA5}">
                      <a16:colId xmlns:a16="http://schemas.microsoft.com/office/drawing/2014/main" val="1613802814"/>
                    </a:ext>
                  </a:extLst>
                </a:gridCol>
                <a:gridCol w="860191">
                  <a:extLst>
                    <a:ext uri="{9D8B030D-6E8A-4147-A177-3AD203B41FA5}">
                      <a16:colId xmlns:a16="http://schemas.microsoft.com/office/drawing/2014/main" val="3235018036"/>
                    </a:ext>
                  </a:extLst>
                </a:gridCol>
                <a:gridCol w="860191">
                  <a:extLst>
                    <a:ext uri="{9D8B030D-6E8A-4147-A177-3AD203B41FA5}">
                      <a16:colId xmlns:a16="http://schemas.microsoft.com/office/drawing/2014/main" val="18120407"/>
                    </a:ext>
                  </a:extLst>
                </a:gridCol>
                <a:gridCol w="860191">
                  <a:extLst>
                    <a:ext uri="{9D8B030D-6E8A-4147-A177-3AD203B41FA5}">
                      <a16:colId xmlns:a16="http://schemas.microsoft.com/office/drawing/2014/main" val="752943972"/>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err="1">
                          <a:solidFill>
                            <a:srgbClr val="FFFFFF"/>
                          </a:solidFill>
                          <a:latin typeface="Arial"/>
                          <a:cs typeface="Arial"/>
                        </a:rPr>
                        <a:t>Actor_type</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City</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Country</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GPS</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Project</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RBAC</a:t>
                      </a:r>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Service</a:t>
                      </a:r>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noProof="0" err="1">
                          <a:solidFill>
                            <a:srgbClr val="FFFFFF"/>
                          </a:solidFill>
                          <a:latin typeface="Arial"/>
                          <a:cs typeface="Arial"/>
                        </a:rPr>
                        <a:t>User_name</a:t>
                      </a:r>
                    </a:p>
                  </a:txBody>
                  <a:tcPr/>
                </a:tc>
                <a:tc>
                  <a:txBody>
                    <a:bodyPr/>
                    <a:lstStyle/>
                    <a:p>
                      <a:pPr lvl="0" algn="l">
                        <a:lnSpc>
                          <a:spcPct val="100000"/>
                        </a:lnSpc>
                        <a:spcBef>
                          <a:spcPts val="0"/>
                        </a:spcBef>
                        <a:spcAft>
                          <a:spcPts val="0"/>
                        </a:spcAft>
                        <a:buNone/>
                      </a:pPr>
                      <a:r>
                        <a:rPr lang="en-US" sz="1400" b="1" i="0" u="none" strike="noStrike" noProof="0" err="1">
                          <a:solidFill>
                            <a:srgbClr val="FFFFFF"/>
                          </a:solidFill>
                          <a:latin typeface="Arial"/>
                          <a:cs typeface="Arial"/>
                        </a:rPr>
                        <a:t>SMXtimestamp</a:t>
                      </a:r>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a:t>
                      </a:r>
                    </a:p>
                  </a:txBody>
                  <a:tcPr/>
                </a:tc>
                <a:tc>
                  <a:txBody>
                    <a:bodyPr/>
                    <a:lstStyle/>
                    <a:p>
                      <a:pPr lvl="0">
                        <a:buNone/>
                      </a:pPr>
                      <a:r>
                        <a:rPr lang="en-US" sz="1400" noProof="0"/>
                        <a:t>1</a:t>
                      </a:r>
                    </a:p>
                  </a:txBody>
                  <a:tcPr/>
                </a:tc>
                <a:extLst>
                  <a:ext uri="{0D108BD9-81ED-4DB2-BD59-A6C34878D82A}">
                    <a16:rowId xmlns:a16="http://schemas.microsoft.com/office/drawing/2014/main" val="3256142858"/>
                  </a:ext>
                </a:extLst>
              </a:tr>
              <a:tr h="909502">
                <a:tc>
                  <a:txBody>
                    <a:bodyPr/>
                    <a:lstStyle/>
                    <a:p>
                      <a:r>
                        <a:rPr lang="en-US" sz="1400" noProof="0"/>
                        <a:t>PII Scan</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 – 0.85</a:t>
                      </a:r>
                    </a:p>
                  </a:txBody>
                  <a:tcPr/>
                </a:tc>
                <a:tc>
                  <a:txBody>
                    <a:bodyPr/>
                    <a:lstStyle/>
                    <a:p>
                      <a:r>
                        <a:rPr lang="en-US" sz="1400" noProof="0"/>
                        <a:t>1 – 0.01</a:t>
                      </a:r>
                    </a:p>
                  </a:txBody>
                  <a:tcPr/>
                </a:tc>
                <a:tc>
                  <a:txBody>
                    <a:bodyPr/>
                    <a:lstStyle/>
                    <a:p>
                      <a:r>
                        <a:rPr lang="en-US" sz="1400" noProof="0"/>
                        <a:t>1 – 0.30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 </a:t>
                      </a:r>
                    </a:p>
                  </a:txBody>
                  <a:tcPr/>
                </a:tc>
                <a:tc>
                  <a:txBody>
                    <a:bodyPr/>
                    <a:lstStyle/>
                    <a:p>
                      <a:pPr lvl="0">
                        <a:buNone/>
                      </a:pPr>
                      <a:r>
                        <a:rPr lang="en-US" sz="1400" noProof="0"/>
                        <a:t>1 – 0.85</a:t>
                      </a:r>
                    </a:p>
                  </a:txBody>
                  <a:tcPr/>
                </a:tc>
                <a:extLst>
                  <a:ext uri="{0D108BD9-81ED-4DB2-BD59-A6C34878D82A}">
                    <a16:rowId xmlns:a16="http://schemas.microsoft.com/office/drawing/2014/main" val="88954115"/>
                  </a:ext>
                </a:extLst>
              </a:tr>
              <a:tr h="909502">
                <a:tc>
                  <a:txBody>
                    <a:bodyPr/>
                    <a:lstStyle/>
                    <a:p>
                      <a:r>
                        <a:rPr lang="en-US" sz="1400" noProof="0"/>
                        <a:t>LLM</a:t>
                      </a:r>
                    </a:p>
                  </a:txBody>
                  <a:tcPr/>
                </a:tc>
                <a:tc>
                  <a:txBody>
                    <a:bodyPr/>
                    <a:lstStyle/>
                    <a:p>
                      <a:r>
                        <a:rPr lang="en-US" sz="1400" noProof="0"/>
                        <a:t>0 – 0.20</a:t>
                      </a:r>
                    </a:p>
                  </a:txBody>
                  <a:tcPr/>
                </a:tc>
                <a:tc>
                  <a:txBody>
                    <a:bodyPr/>
                    <a:lstStyle/>
                    <a:p>
                      <a:r>
                        <a:rPr lang="en-US" sz="1400" noProof="0"/>
                        <a:t>1 – 0.80</a:t>
                      </a:r>
                    </a:p>
                  </a:txBody>
                  <a:tcPr/>
                </a:tc>
                <a:tc>
                  <a:txBody>
                    <a:bodyPr/>
                    <a:lstStyle/>
                    <a:p>
                      <a:r>
                        <a:rPr lang="en-US" sz="1400" noProof="0"/>
                        <a:t>1 – 0.70</a:t>
                      </a:r>
                    </a:p>
                  </a:txBody>
                  <a:tcPr/>
                </a:tc>
                <a:tc>
                  <a:txBody>
                    <a:bodyPr/>
                    <a:lstStyle/>
                    <a:p>
                      <a:r>
                        <a:rPr lang="en-US" sz="1400" noProof="0"/>
                        <a:t>1 – 0.90</a:t>
                      </a:r>
                    </a:p>
                  </a:txBody>
                  <a:tcPr/>
                </a:tc>
                <a:tc>
                  <a:txBody>
                    <a:bodyPr/>
                    <a:lstStyle/>
                    <a:p>
                      <a:r>
                        <a:rPr lang="en-US" sz="1400" noProof="0"/>
                        <a:t>0 - 0.25</a:t>
                      </a:r>
                    </a:p>
                  </a:txBody>
                  <a:tcPr/>
                </a:tc>
                <a:tc>
                  <a:txBody>
                    <a:bodyPr/>
                    <a:lstStyle/>
                    <a:p>
                      <a:r>
                        <a:rPr lang="en-US" sz="1400" noProof="0"/>
                        <a:t>0 - 0.25</a:t>
                      </a:r>
                    </a:p>
                  </a:txBody>
                  <a:tcPr/>
                </a:tc>
                <a:tc>
                  <a:txBody>
                    <a:bodyPr/>
                    <a:lstStyle/>
                    <a:p>
                      <a:r>
                        <a:rPr lang="en-US" sz="1400" noProof="0"/>
                        <a:t>0 – 0.20</a:t>
                      </a:r>
                    </a:p>
                  </a:txBody>
                  <a:tcPr/>
                </a:tc>
                <a:tc>
                  <a:txBody>
                    <a:bodyPr/>
                    <a:lstStyle/>
                    <a:p>
                      <a:r>
                        <a:rPr lang="en-US" sz="1400" noProof="0"/>
                        <a:t>1 – 1.00</a:t>
                      </a:r>
                    </a:p>
                  </a:txBody>
                  <a:tcPr/>
                </a:tc>
                <a:tc>
                  <a:txBody>
                    <a:bodyPr/>
                    <a:lstStyle/>
                    <a:p>
                      <a:pPr lvl="0">
                        <a:buNone/>
                      </a:pPr>
                      <a:r>
                        <a:rPr lang="en-US" sz="1400" noProof="0"/>
                        <a:t>1 – 0.10</a:t>
                      </a:r>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34EE16CA-829F-4E46-912F-C3EB23FF5077}"/>
              </a:ext>
            </a:extLst>
          </p:cNvPr>
          <p:cNvSpPr txBox="1"/>
          <p:nvPr/>
        </p:nvSpPr>
        <p:spPr>
          <a:xfrm>
            <a:off x="283556" y="4997103"/>
            <a:ext cx="1821011"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C6F52B2A-D8B8-3CE4-7327-D8B65FF94905}"/>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3" name="Textfeld 2">
            <a:extLst>
              <a:ext uri="{FF2B5EF4-FFF2-40B4-BE49-F238E27FC236}">
                <a16:creationId xmlns:a16="http://schemas.microsoft.com/office/drawing/2014/main" id="{4E09F8A1-A259-0867-B2BA-4AEFB477BD4B}"/>
              </a:ext>
            </a:extLst>
          </p:cNvPr>
          <p:cNvSpPr txBox="1"/>
          <p:nvPr/>
        </p:nvSpPr>
        <p:spPr>
          <a:xfrm>
            <a:off x="3366655" y="4966854"/>
            <a:ext cx="1448089" cy="215444"/>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sz="1400">
                <a:latin typeface="Arial"/>
                <a:cs typeface="Arial"/>
              </a:rPr>
              <a:t>City, country, GPS</a:t>
            </a:r>
            <a:endParaRPr lang="en-US" sz="1400">
              <a:cs typeface="Arial"/>
            </a:endParaRPr>
          </a:p>
        </p:txBody>
      </p:sp>
    </p:spTree>
    <p:extLst>
      <p:ext uri="{BB962C8B-B14F-4D97-AF65-F5344CB8AC3E}">
        <p14:creationId xmlns:p14="http://schemas.microsoft.com/office/powerpoint/2010/main" val="2451371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6C13E8D-8B18-F6B0-109D-B1CCEA676F55}"/>
              </a:ext>
            </a:extLst>
          </p:cNvPr>
          <p:cNvSpPr>
            <a:spLocks noGrp="1"/>
          </p:cNvSpPr>
          <p:nvPr>
            <p:ph type="title"/>
          </p:nvPr>
        </p:nvSpPr>
        <p:spPr/>
        <p:txBody>
          <a:bodyPr/>
          <a:lstStyle/>
          <a:p>
            <a:r>
              <a:rPr lang="de-DE" dirty="0">
                <a:latin typeface="Arial"/>
                <a:cs typeface="Arial"/>
              </a:rPr>
              <a:t>SMX Table</a:t>
            </a:r>
            <a:endParaRPr lang="de-DE" dirty="0"/>
          </a:p>
        </p:txBody>
      </p:sp>
      <p:sp>
        <p:nvSpPr>
          <p:cNvPr id="3" name="Textplatzhalter 2">
            <a:extLst>
              <a:ext uri="{FF2B5EF4-FFF2-40B4-BE49-F238E27FC236}">
                <a16:creationId xmlns:a16="http://schemas.microsoft.com/office/drawing/2014/main" id="{DAEF5625-1D5A-8368-40B9-9BB86FCA07C5}"/>
              </a:ext>
            </a:extLst>
          </p:cNvPr>
          <p:cNvSpPr>
            <a:spLocks noGrp="1"/>
          </p:cNvSpPr>
          <p:nvPr>
            <p:ph type="body" sz="quarter" idx="12"/>
          </p:nvPr>
        </p:nvSpPr>
        <p:spPr>
          <a:xfrm>
            <a:off x="287338" y="2135795"/>
            <a:ext cx="8569325" cy="3414562"/>
          </a:xfrm>
        </p:spPr>
        <p:txBody>
          <a:bodyPr lIns="0" tIns="0" rIns="0" bIns="0" anchor="t"/>
          <a:lstStyle/>
          <a:p>
            <a:r>
              <a:rPr lang="de-DE" dirty="0">
                <a:latin typeface="Arial"/>
                <a:cs typeface="Arial"/>
              </a:rPr>
              <a:t>Accuracy = (TP+TN) / 9 = 6 / 9 =0.667</a:t>
            </a:r>
            <a:endParaRPr lang="de-DE" dirty="0"/>
          </a:p>
          <a:p>
            <a:r>
              <a:rPr lang="de-DE" dirty="0">
                <a:latin typeface="Arial"/>
                <a:cs typeface="Arial"/>
              </a:rPr>
              <a:t>Precision = TP / (TP+FP) = 2 / 4 = 0.5</a:t>
            </a:r>
            <a:endParaRPr lang="de-DE" dirty="0"/>
          </a:p>
          <a:p>
            <a:r>
              <a:rPr lang="de-DE" dirty="0">
                <a:latin typeface="Arial"/>
                <a:cs typeface="Arial"/>
              </a:rPr>
              <a:t>Recall = TP / (TP+FN) = 2 / 3 = 0.667</a:t>
            </a:r>
          </a:p>
          <a:p>
            <a:r>
              <a:rPr lang="de-DE" dirty="0">
                <a:latin typeface="Arial"/>
                <a:cs typeface="Arial"/>
              </a:rPr>
              <a:t>F1 = 2PR / (P + R) = 0.571</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54D6DDA0-38FA-BD37-6906-E8D825B400E8}"/>
              </a:ext>
            </a:extLst>
          </p:cNvPr>
          <p:cNvGraphicFramePr>
            <a:graphicFrameLocks noGrp="1"/>
          </p:cNvGraphicFramePr>
          <p:nvPr>
            <p:extLst>
              <p:ext uri="{D42A27DB-BD31-4B8C-83A1-F6EECF244321}">
                <p14:modId xmlns:p14="http://schemas.microsoft.com/office/powerpoint/2010/main" val="2395658792"/>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PII</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2</a:t>
                      </a:r>
                    </a:p>
                  </a:txBody>
                  <a:tcPr/>
                </a:tc>
                <a:tc>
                  <a:txBody>
                    <a:bodyPr/>
                    <a:lstStyle/>
                    <a:p>
                      <a:r>
                        <a:rPr lang="de-DE" dirty="0"/>
                        <a:t>1</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r>
                        <a:rPr lang="de-DE" dirty="0"/>
                        <a:t>2</a:t>
                      </a:r>
                    </a:p>
                  </a:txBody>
                  <a:tcPr/>
                </a:tc>
                <a:tc>
                  <a:txBody>
                    <a:bodyPr/>
                    <a:lstStyle/>
                    <a:p>
                      <a:r>
                        <a:rPr lang="de-DE" dirty="0"/>
                        <a:t>4</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928352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11956-1BB2-9C37-0EB4-FCD2F57DEFE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DE4D4A-4512-3E6B-650F-EACAA33966FE}"/>
              </a:ext>
            </a:extLst>
          </p:cNvPr>
          <p:cNvSpPr>
            <a:spLocks noGrp="1"/>
          </p:cNvSpPr>
          <p:nvPr>
            <p:ph type="title"/>
          </p:nvPr>
        </p:nvSpPr>
        <p:spPr/>
        <p:txBody>
          <a:bodyPr/>
          <a:lstStyle/>
          <a:p>
            <a:r>
              <a:rPr lang="de-DE" dirty="0">
                <a:latin typeface="Arial"/>
                <a:cs typeface="Arial"/>
              </a:rPr>
              <a:t>SMX Table</a:t>
            </a:r>
            <a:endParaRPr lang="de-DE" dirty="0"/>
          </a:p>
        </p:txBody>
      </p:sp>
      <p:sp>
        <p:nvSpPr>
          <p:cNvPr id="3" name="Textplatzhalter 2">
            <a:extLst>
              <a:ext uri="{FF2B5EF4-FFF2-40B4-BE49-F238E27FC236}">
                <a16:creationId xmlns:a16="http://schemas.microsoft.com/office/drawing/2014/main" id="{2F3E0871-7FB6-CA41-84C5-2185A8D08669}"/>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9 = 7 / 9 = 0.778</a:t>
            </a:r>
            <a:endParaRPr lang="de-DE" dirty="0"/>
          </a:p>
          <a:p>
            <a:r>
              <a:rPr lang="de-DE" dirty="0">
                <a:latin typeface="Arial"/>
                <a:cs typeface="Arial"/>
              </a:rPr>
              <a:t>Precision = TP / (TP+FP) = 3 / 5 = 0.6</a:t>
            </a:r>
            <a:endParaRPr lang="de-DE" dirty="0"/>
          </a:p>
          <a:p>
            <a:r>
              <a:rPr lang="de-DE" dirty="0">
                <a:latin typeface="Arial"/>
                <a:cs typeface="Arial"/>
              </a:rPr>
              <a:t>Recall = TP / (TP+FN) = 3 / 3 = 1</a:t>
            </a:r>
          </a:p>
          <a:p>
            <a:r>
              <a:rPr lang="de-DE" dirty="0">
                <a:latin typeface="Arial"/>
                <a:cs typeface="Arial"/>
              </a:rPr>
              <a:t>F1 = 2PR / (P + R) = 0.75</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D21FFE05-279A-D63A-3D80-1EDD5544A30B}"/>
              </a:ext>
            </a:extLst>
          </p:cNvPr>
          <p:cNvGraphicFramePr>
            <a:graphicFrameLocks noGrp="1"/>
          </p:cNvGraphicFramePr>
          <p:nvPr>
            <p:extLst>
              <p:ext uri="{D42A27DB-BD31-4B8C-83A1-F6EECF244321}">
                <p14:modId xmlns:p14="http://schemas.microsoft.com/office/powerpoint/2010/main" val="2603379501"/>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3</a:t>
                      </a:r>
                    </a:p>
                  </a:txBody>
                  <a:tcPr/>
                </a:tc>
                <a:tc>
                  <a:txBody>
                    <a:bodyPr/>
                    <a:lstStyle/>
                    <a:p>
                      <a:pPr lvl="0">
                        <a:buNone/>
                      </a:pPr>
                      <a:r>
                        <a:rPr lang="de-DE" dirty="0"/>
                        <a:t>0</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r>
                        <a:rPr lang="de-DE" dirty="0"/>
                        <a:t>2</a:t>
                      </a:r>
                    </a:p>
                  </a:txBody>
                  <a:tcPr/>
                </a:tc>
                <a:tc>
                  <a:txBody>
                    <a:bodyPr/>
                    <a:lstStyle/>
                    <a:p>
                      <a:r>
                        <a:rPr lang="de-DE" dirty="0"/>
                        <a:t>4</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869421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19F31-A840-EBB4-3057-2C8C87F323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127FCB3-3490-3661-A1A9-0713730F796E}"/>
              </a:ext>
            </a:extLst>
          </p:cNvPr>
          <p:cNvSpPr>
            <a:spLocks noGrp="1"/>
          </p:cNvSpPr>
          <p:nvPr>
            <p:ph type="title"/>
          </p:nvPr>
        </p:nvSpPr>
        <p:spPr/>
        <p:txBody>
          <a:bodyPr/>
          <a:lstStyle/>
          <a:p>
            <a:r>
              <a:rPr lang="en-US" err="1">
                <a:latin typeface="Arial"/>
                <a:cs typeface="Arial"/>
              </a:rPr>
              <a:t>Sampledata</a:t>
            </a:r>
            <a:endParaRPr lang="en-US" err="1"/>
          </a:p>
        </p:txBody>
      </p:sp>
      <p:graphicFrame>
        <p:nvGraphicFramePr>
          <p:cNvPr id="4" name="Tabelle 3">
            <a:extLst>
              <a:ext uri="{FF2B5EF4-FFF2-40B4-BE49-F238E27FC236}">
                <a16:creationId xmlns:a16="http://schemas.microsoft.com/office/drawing/2014/main" id="{AFF86FE0-9E41-1C32-F27B-2C49ACC4870F}"/>
              </a:ext>
            </a:extLst>
          </p:cNvPr>
          <p:cNvGraphicFramePr>
            <a:graphicFrameLocks noGrp="1"/>
          </p:cNvGraphicFramePr>
          <p:nvPr>
            <p:extLst>
              <p:ext uri="{D42A27DB-BD31-4B8C-83A1-F6EECF244321}">
                <p14:modId xmlns:p14="http://schemas.microsoft.com/office/powerpoint/2010/main" val="1172669521"/>
              </p:ext>
            </p:extLst>
          </p:nvPr>
        </p:nvGraphicFramePr>
        <p:xfrm>
          <a:off x="284480" y="1006856"/>
          <a:ext cx="8593785" cy="3638008"/>
        </p:xfrm>
        <a:graphic>
          <a:graphicData uri="http://schemas.openxmlformats.org/drawingml/2006/table">
            <a:tbl>
              <a:tblPr firstRow="1" bandRow="1">
                <a:tableStyleId>{5C22544A-7EE6-4342-B048-85BDC9FD1C3A}</a:tableStyleId>
              </a:tblPr>
              <a:tblGrid>
                <a:gridCol w="954865">
                  <a:extLst>
                    <a:ext uri="{9D8B030D-6E8A-4147-A177-3AD203B41FA5}">
                      <a16:colId xmlns:a16="http://schemas.microsoft.com/office/drawing/2014/main" val="626003958"/>
                    </a:ext>
                  </a:extLst>
                </a:gridCol>
                <a:gridCol w="954865">
                  <a:extLst>
                    <a:ext uri="{9D8B030D-6E8A-4147-A177-3AD203B41FA5}">
                      <a16:colId xmlns:a16="http://schemas.microsoft.com/office/drawing/2014/main" val="3533797695"/>
                    </a:ext>
                  </a:extLst>
                </a:gridCol>
                <a:gridCol w="954865">
                  <a:extLst>
                    <a:ext uri="{9D8B030D-6E8A-4147-A177-3AD203B41FA5}">
                      <a16:colId xmlns:a16="http://schemas.microsoft.com/office/drawing/2014/main" val="1723621392"/>
                    </a:ext>
                  </a:extLst>
                </a:gridCol>
                <a:gridCol w="954865">
                  <a:extLst>
                    <a:ext uri="{9D8B030D-6E8A-4147-A177-3AD203B41FA5}">
                      <a16:colId xmlns:a16="http://schemas.microsoft.com/office/drawing/2014/main" val="3684016445"/>
                    </a:ext>
                  </a:extLst>
                </a:gridCol>
                <a:gridCol w="954865">
                  <a:extLst>
                    <a:ext uri="{9D8B030D-6E8A-4147-A177-3AD203B41FA5}">
                      <a16:colId xmlns:a16="http://schemas.microsoft.com/office/drawing/2014/main" val="3120114581"/>
                    </a:ext>
                  </a:extLst>
                </a:gridCol>
                <a:gridCol w="954865">
                  <a:extLst>
                    <a:ext uri="{9D8B030D-6E8A-4147-A177-3AD203B41FA5}">
                      <a16:colId xmlns:a16="http://schemas.microsoft.com/office/drawing/2014/main" val="1066362318"/>
                    </a:ext>
                  </a:extLst>
                </a:gridCol>
                <a:gridCol w="954865">
                  <a:extLst>
                    <a:ext uri="{9D8B030D-6E8A-4147-A177-3AD203B41FA5}">
                      <a16:colId xmlns:a16="http://schemas.microsoft.com/office/drawing/2014/main" val="1613802814"/>
                    </a:ext>
                  </a:extLst>
                </a:gridCol>
                <a:gridCol w="954865">
                  <a:extLst>
                    <a:ext uri="{9D8B030D-6E8A-4147-A177-3AD203B41FA5}">
                      <a16:colId xmlns:a16="http://schemas.microsoft.com/office/drawing/2014/main" val="3235018036"/>
                    </a:ext>
                  </a:extLst>
                </a:gridCol>
                <a:gridCol w="954865">
                  <a:extLst>
                    <a:ext uri="{9D8B030D-6E8A-4147-A177-3AD203B41FA5}">
                      <a16:colId xmlns:a16="http://schemas.microsoft.com/office/drawing/2014/main" val="18120407"/>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Date</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Timestamp</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Location</a:t>
                      </a:r>
                    </a:p>
                    <a:p>
                      <a:pPr lvl="0">
                        <a:buNone/>
                      </a:pPr>
                      <a:endParaRPr lang="en-US" sz="1400" noProof="0"/>
                    </a:p>
                  </a:txBody>
                  <a:tcPr/>
                </a:tc>
                <a:tc>
                  <a:txBody>
                    <a:bodyPr/>
                    <a:lstStyle/>
                    <a:p>
                      <a:pPr lvl="0">
                        <a:buNone/>
                      </a:pPr>
                      <a:r>
                        <a:rPr lang="en-US" sz="1400" b="1" i="0" u="none" strike="noStrike" noProof="0">
                          <a:solidFill>
                            <a:srgbClr val="FFFFFF"/>
                          </a:solidFill>
                          <a:latin typeface="Arial"/>
                          <a:cs typeface="Arial"/>
                        </a:rPr>
                        <a:t>Energy Source</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Measure</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Unit of Measure</a:t>
                      </a:r>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Interval</a:t>
                      </a:r>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noProof="0">
                          <a:solidFill>
                            <a:srgbClr val="FFFFFF"/>
                          </a:solidFill>
                          <a:latin typeface="Arial"/>
                          <a:cs typeface="Arial"/>
                        </a:rPr>
                        <a:t>Value</a:t>
                      </a:r>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PII Scan</a:t>
                      </a:r>
                    </a:p>
                  </a:txBody>
                  <a:tcPr/>
                </a:tc>
                <a:tc>
                  <a:txBody>
                    <a:bodyPr/>
                    <a:lstStyle/>
                    <a:p>
                      <a:r>
                        <a:rPr lang="en-US" sz="1400" noProof="0"/>
                        <a:t>1 – 0.60, 0.85</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1 – 0.30</a:t>
                      </a:r>
                    </a:p>
                  </a:txBody>
                  <a:tcPr/>
                </a:tc>
                <a:tc>
                  <a:txBody>
                    <a:bodyPr/>
                    <a:lstStyle/>
                    <a:p>
                      <a:r>
                        <a:rPr lang="en-US" sz="1400" noProof="0"/>
                        <a:t>0</a:t>
                      </a:r>
                    </a:p>
                  </a:txBody>
                  <a:tcPr/>
                </a:tc>
                <a:tc>
                  <a:txBody>
                    <a:bodyPr/>
                    <a:lstStyle/>
                    <a:p>
                      <a:r>
                        <a:rPr lang="en-US" sz="1400" noProof="0"/>
                        <a:t>1 – 0,40</a:t>
                      </a:r>
                    </a:p>
                  </a:txBody>
                  <a:tcPr/>
                </a:tc>
                <a:extLst>
                  <a:ext uri="{0D108BD9-81ED-4DB2-BD59-A6C34878D82A}">
                    <a16:rowId xmlns:a16="http://schemas.microsoft.com/office/drawing/2014/main" val="88954115"/>
                  </a:ext>
                </a:extLst>
              </a:tr>
              <a:tr h="909502">
                <a:tc>
                  <a:txBody>
                    <a:bodyPr/>
                    <a:lstStyle/>
                    <a:p>
                      <a:r>
                        <a:rPr lang="en-US" sz="1400" noProof="0"/>
                        <a:t>LLM</a:t>
                      </a:r>
                    </a:p>
                  </a:txBody>
                  <a:tcPr/>
                </a:tc>
                <a:tc>
                  <a:txBody>
                    <a:bodyPr/>
                    <a:lstStyle/>
                    <a:p>
                      <a:r>
                        <a:rPr lang="en-US" sz="1400" noProof="0"/>
                        <a:t>1 – 0.93</a:t>
                      </a:r>
                    </a:p>
                  </a:txBody>
                  <a:tcPr/>
                </a:tc>
                <a:tc>
                  <a:txBody>
                    <a:bodyPr/>
                    <a:lstStyle/>
                    <a:p>
                      <a:r>
                        <a:rPr lang="en-US" sz="1400" noProof="0"/>
                        <a:t>1 – 0.95</a:t>
                      </a:r>
                    </a:p>
                  </a:txBody>
                  <a:tcPr/>
                </a:tc>
                <a:tc>
                  <a:txBody>
                    <a:bodyPr/>
                    <a:lstStyle/>
                    <a:p>
                      <a:r>
                        <a:rPr lang="en-US" sz="1400" noProof="0"/>
                        <a:t>1 – 0.92</a:t>
                      </a:r>
                    </a:p>
                  </a:txBody>
                  <a:tcPr/>
                </a:tc>
                <a:tc>
                  <a:txBody>
                    <a:bodyPr/>
                    <a:lstStyle/>
                    <a:p>
                      <a:r>
                        <a:rPr lang="en-US" sz="1400" noProof="0"/>
                        <a:t>1 – 0.70</a:t>
                      </a:r>
                    </a:p>
                  </a:txBody>
                  <a:tcPr/>
                </a:tc>
                <a:tc>
                  <a:txBody>
                    <a:bodyPr/>
                    <a:lstStyle/>
                    <a:p>
                      <a:r>
                        <a:rPr lang="en-US" sz="1400" noProof="0"/>
                        <a:t>1 – 0.78</a:t>
                      </a:r>
                    </a:p>
                  </a:txBody>
                  <a:tcPr/>
                </a:tc>
                <a:tc>
                  <a:txBody>
                    <a:bodyPr/>
                    <a:lstStyle/>
                    <a:p>
                      <a:r>
                        <a:rPr lang="en-US" sz="1400" noProof="0"/>
                        <a:t>0 – 0.35</a:t>
                      </a:r>
                    </a:p>
                  </a:txBody>
                  <a:tcPr/>
                </a:tc>
                <a:tc>
                  <a:txBody>
                    <a:bodyPr/>
                    <a:lstStyle/>
                    <a:p>
                      <a:r>
                        <a:rPr lang="en-US" sz="1400" noProof="0"/>
                        <a:t>0 – 0.40</a:t>
                      </a:r>
                    </a:p>
                  </a:txBody>
                  <a:tcPr/>
                </a:tc>
                <a:tc>
                  <a:txBody>
                    <a:bodyPr/>
                    <a:lstStyle/>
                    <a:p>
                      <a:r>
                        <a:rPr lang="en-US" sz="1400" noProof="0"/>
                        <a:t>0 – 0.50</a:t>
                      </a:r>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8617E85E-ED7A-EF6E-C112-A661BA1CBB10}"/>
              </a:ext>
            </a:extLst>
          </p:cNvPr>
          <p:cNvSpPr txBox="1"/>
          <p:nvPr/>
        </p:nvSpPr>
        <p:spPr>
          <a:xfrm>
            <a:off x="283556" y="50174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CCF37E63-9379-F470-492C-752C8D682125}"/>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439670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92244-88BD-75B2-4E50-315228AF553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D1A9EFC-F9D5-14C4-B37D-808DF9CFEB1D}"/>
              </a:ext>
            </a:extLst>
          </p:cNvPr>
          <p:cNvSpPr>
            <a:spLocks noGrp="1"/>
          </p:cNvSpPr>
          <p:nvPr>
            <p:ph type="title"/>
          </p:nvPr>
        </p:nvSpPr>
        <p:spPr/>
        <p:txBody>
          <a:bodyPr/>
          <a:lstStyle/>
          <a:p>
            <a:r>
              <a:rPr lang="de-DE" dirty="0" err="1">
                <a:latin typeface="Arial"/>
                <a:cs typeface="Arial"/>
              </a:rPr>
              <a:t>Sampledata</a:t>
            </a:r>
            <a:endParaRPr lang="de-DE" dirty="0" err="1"/>
          </a:p>
        </p:txBody>
      </p:sp>
      <p:sp>
        <p:nvSpPr>
          <p:cNvPr id="3" name="Textplatzhalter 2">
            <a:extLst>
              <a:ext uri="{FF2B5EF4-FFF2-40B4-BE49-F238E27FC236}">
                <a16:creationId xmlns:a16="http://schemas.microsoft.com/office/drawing/2014/main" id="{E020DE8F-88F0-16F2-7FC4-5F47DEBF8903}"/>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8 = 4 / 8 =0.5</a:t>
            </a:r>
            <a:endParaRPr lang="de-DE" dirty="0"/>
          </a:p>
          <a:p>
            <a:r>
              <a:rPr lang="de-DE" dirty="0">
                <a:latin typeface="Arial"/>
                <a:cs typeface="Arial"/>
              </a:rPr>
              <a:t>Precision = TP / (TP+FP) = 2 / 4 = 0.5</a:t>
            </a:r>
            <a:endParaRPr lang="de-DE" dirty="0"/>
          </a:p>
          <a:p>
            <a:r>
              <a:rPr lang="de-DE" dirty="0">
                <a:latin typeface="Arial"/>
                <a:cs typeface="Arial"/>
              </a:rPr>
              <a:t>Recall = TP / (TP+FN) = 2 / 4 = 0.5</a:t>
            </a:r>
          </a:p>
          <a:p>
            <a:r>
              <a:rPr lang="de-DE" dirty="0">
                <a:latin typeface="Arial"/>
                <a:cs typeface="Arial"/>
              </a:rPr>
              <a:t>F1 = 2PR / (P + R) = 0.5</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86D54B06-953B-46D8-08E4-49FBDCF3B054}"/>
              </a:ext>
            </a:extLst>
          </p:cNvPr>
          <p:cNvGraphicFramePr>
            <a:graphicFrameLocks noGrp="1"/>
          </p:cNvGraphicFramePr>
          <p:nvPr>
            <p:extLst>
              <p:ext uri="{D42A27DB-BD31-4B8C-83A1-F6EECF244321}">
                <p14:modId xmlns:p14="http://schemas.microsoft.com/office/powerpoint/2010/main" val="3747939439"/>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PII</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2</a:t>
                      </a:r>
                    </a:p>
                  </a:txBody>
                  <a:tcPr/>
                </a:tc>
                <a:tc>
                  <a:txBody>
                    <a:bodyPr/>
                    <a:lstStyle/>
                    <a:p>
                      <a:r>
                        <a:rPr lang="de-DE" dirty="0"/>
                        <a:t>2</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r>
                        <a:rPr lang="de-DE" dirty="0"/>
                        <a:t>2</a:t>
                      </a:r>
                    </a:p>
                  </a:txBody>
                  <a:tcPr/>
                </a:tc>
                <a:tc>
                  <a:txBody>
                    <a:bodyPr/>
                    <a:lstStyle/>
                    <a:p>
                      <a:r>
                        <a:rPr lang="de-DE" dirty="0"/>
                        <a:t>2</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699881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74682-B484-A0D1-010B-348C46EB02A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609B1B7-3B72-792C-4A83-9CEE665FAF9E}"/>
              </a:ext>
            </a:extLst>
          </p:cNvPr>
          <p:cNvSpPr>
            <a:spLocks noGrp="1"/>
          </p:cNvSpPr>
          <p:nvPr>
            <p:ph type="title"/>
          </p:nvPr>
        </p:nvSpPr>
        <p:spPr/>
        <p:txBody>
          <a:bodyPr/>
          <a:lstStyle/>
          <a:p>
            <a:r>
              <a:rPr lang="de-DE" dirty="0" err="1">
                <a:latin typeface="Arial"/>
                <a:cs typeface="Arial"/>
              </a:rPr>
              <a:t>Sampledata</a:t>
            </a:r>
            <a:endParaRPr lang="de-DE" dirty="0" err="1"/>
          </a:p>
        </p:txBody>
      </p:sp>
      <p:sp>
        <p:nvSpPr>
          <p:cNvPr id="3" name="Textplatzhalter 2">
            <a:extLst>
              <a:ext uri="{FF2B5EF4-FFF2-40B4-BE49-F238E27FC236}">
                <a16:creationId xmlns:a16="http://schemas.microsoft.com/office/drawing/2014/main" id="{77274B5D-209F-13A6-D243-FDA3C5B71F7E}"/>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8 = 7 / 8 = 0.875</a:t>
            </a:r>
            <a:endParaRPr lang="de-DE" dirty="0"/>
          </a:p>
          <a:p>
            <a:r>
              <a:rPr lang="de-DE" dirty="0">
                <a:latin typeface="Arial"/>
                <a:cs typeface="Arial"/>
              </a:rPr>
              <a:t>Precision = TP / (TP+FP) = 4 / 5 = 0.8</a:t>
            </a:r>
            <a:endParaRPr lang="de-DE" dirty="0"/>
          </a:p>
          <a:p>
            <a:r>
              <a:rPr lang="de-DE" dirty="0">
                <a:latin typeface="Arial"/>
                <a:cs typeface="Arial"/>
              </a:rPr>
              <a:t>Recall = TP / (TP+FN) = 4 / 4 = 1</a:t>
            </a:r>
          </a:p>
          <a:p>
            <a:r>
              <a:rPr lang="de-DE" dirty="0">
                <a:latin typeface="Arial"/>
                <a:cs typeface="Arial"/>
              </a:rPr>
              <a:t>F1 = 2PR / (P + R) = 0.89</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A8A365C5-6D80-4191-D6F6-4E00AB1B1893}"/>
              </a:ext>
            </a:extLst>
          </p:cNvPr>
          <p:cNvGraphicFramePr>
            <a:graphicFrameLocks noGrp="1"/>
          </p:cNvGraphicFramePr>
          <p:nvPr>
            <p:extLst>
              <p:ext uri="{D42A27DB-BD31-4B8C-83A1-F6EECF244321}">
                <p14:modId xmlns:p14="http://schemas.microsoft.com/office/powerpoint/2010/main" val="719655758"/>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4</a:t>
                      </a:r>
                    </a:p>
                  </a:txBody>
                  <a:tcPr/>
                </a:tc>
                <a:tc>
                  <a:txBody>
                    <a:bodyPr/>
                    <a:lstStyle/>
                    <a:p>
                      <a:r>
                        <a:rPr lang="de-DE" dirty="0"/>
                        <a:t>0</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1</a:t>
                      </a:r>
                    </a:p>
                  </a:txBody>
                  <a:tcPr/>
                </a:tc>
                <a:tc>
                  <a:txBody>
                    <a:bodyPr/>
                    <a:lstStyle/>
                    <a:p>
                      <a:r>
                        <a:rPr lang="de-DE" dirty="0"/>
                        <a:t>3</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370597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AD6AA-A32B-9B84-F4CE-75A5AB4D61F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DF1144-9EE9-CABB-B6A6-6CCB111B1D62}"/>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endParaRPr lang="en-US" err="1"/>
          </a:p>
        </p:txBody>
      </p:sp>
      <p:graphicFrame>
        <p:nvGraphicFramePr>
          <p:cNvPr id="4" name="Tabelle 3">
            <a:extLst>
              <a:ext uri="{FF2B5EF4-FFF2-40B4-BE49-F238E27FC236}">
                <a16:creationId xmlns:a16="http://schemas.microsoft.com/office/drawing/2014/main" id="{07344B30-FC56-B324-E408-162BCDE986B5}"/>
              </a:ext>
            </a:extLst>
          </p:cNvPr>
          <p:cNvGraphicFramePr>
            <a:graphicFrameLocks noGrp="1"/>
          </p:cNvGraphicFramePr>
          <p:nvPr>
            <p:extLst>
              <p:ext uri="{D42A27DB-BD31-4B8C-83A1-F6EECF244321}">
                <p14:modId xmlns:p14="http://schemas.microsoft.com/office/powerpoint/2010/main" val="713271296"/>
              </p:ext>
            </p:extLst>
          </p:nvPr>
        </p:nvGraphicFramePr>
        <p:xfrm>
          <a:off x="284480" y="1006856"/>
          <a:ext cx="8593754" cy="4100106"/>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PII Scan</a:t>
                      </a:r>
                    </a:p>
                  </a:txBody>
                  <a:tcPr/>
                </a:tc>
                <a:tc>
                  <a:txBody>
                    <a:bodyPr/>
                    <a:lstStyle/>
                    <a:p>
                      <a:r>
                        <a:rPr lang="de-DE" sz="1400"/>
                        <a:t>0</a:t>
                      </a:r>
                    </a:p>
                  </a:txBody>
                  <a:tcPr/>
                </a:tc>
                <a:tc>
                  <a:txBody>
                    <a:bodyPr/>
                    <a:lstStyle/>
                    <a:p>
                      <a:r>
                        <a:rPr lang="en-US" sz="1400" noProof="0"/>
                        <a:t>1 – 0.85</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pPr lvl="0">
                        <a:buNone/>
                      </a:pPr>
                      <a:r>
                        <a:rPr lang="en-US" sz="1400" noProof="0"/>
                        <a:t>1</a:t>
                      </a:r>
                    </a:p>
                  </a:txBody>
                  <a:tcPr/>
                </a:tc>
                <a:tc>
                  <a:txBody>
                    <a:bodyPr/>
                    <a:lstStyle/>
                    <a:p>
                      <a:pPr lvl="0">
                        <a:buNone/>
                      </a:pPr>
                      <a:r>
                        <a:rPr lang="en-US" sz="1400" noProof="0"/>
                        <a:t>1</a:t>
                      </a:r>
                    </a:p>
                  </a:txBody>
                  <a:tcPr/>
                </a:tc>
                <a:tc>
                  <a:txBody>
                    <a:bodyPr/>
                    <a:lstStyle/>
                    <a:p>
                      <a:pPr lvl="0">
                        <a:buNone/>
                      </a:pPr>
                      <a:r>
                        <a:rPr lang="en-US" sz="1400" noProof="0"/>
                        <a:t>1</a:t>
                      </a:r>
                    </a:p>
                  </a:txBody>
                  <a:tcPr/>
                </a:tc>
                <a:tc>
                  <a:txBody>
                    <a:bodyPr/>
                    <a:lstStyle/>
                    <a:p>
                      <a:pPr lvl="0">
                        <a:buNone/>
                      </a:pPr>
                      <a:r>
                        <a:rPr lang="en-US" sz="1400" noProof="0"/>
                        <a:t>1</a:t>
                      </a:r>
                    </a:p>
                  </a:txBody>
                  <a:tcPr/>
                </a:tc>
                <a:extLst>
                  <a:ext uri="{0D108BD9-81ED-4DB2-BD59-A6C34878D82A}">
                    <a16:rowId xmlns:a16="http://schemas.microsoft.com/office/drawing/2014/main" val="88954115"/>
                  </a:ext>
                </a:extLst>
              </a:tr>
              <a:tr h="909502">
                <a:tc>
                  <a:txBody>
                    <a:bodyPr/>
                    <a:lstStyle/>
                    <a:p>
                      <a:r>
                        <a:rPr lang="en-US" sz="1400" noProof="0"/>
                        <a:t>LLM</a:t>
                      </a:r>
                    </a:p>
                  </a:txBody>
                  <a:tcPr/>
                </a:tc>
                <a:tc>
                  <a:txBody>
                    <a:bodyPr/>
                    <a:lstStyle/>
                    <a:p>
                      <a:r>
                        <a:rPr lang="en-US" sz="1400" noProof="0"/>
                        <a:t>1 – 0.95</a:t>
                      </a:r>
                    </a:p>
                  </a:txBody>
                  <a:tcPr/>
                </a:tc>
                <a:tc>
                  <a:txBody>
                    <a:bodyPr/>
                    <a:lstStyle/>
                    <a:p>
                      <a:r>
                        <a:rPr lang="en-US" sz="1400" noProof="0"/>
                        <a:t>0 – 0.35</a:t>
                      </a:r>
                    </a:p>
                  </a:txBody>
                  <a:tcPr/>
                </a:tc>
                <a:tc>
                  <a:txBody>
                    <a:bodyPr/>
                    <a:lstStyle/>
                    <a:p>
                      <a:r>
                        <a:rPr lang="en-US" sz="1400" noProof="0"/>
                        <a:t>0 – 0.35</a:t>
                      </a:r>
                    </a:p>
                  </a:txBody>
                  <a:tcPr/>
                </a:tc>
                <a:tc>
                  <a:txBody>
                    <a:bodyPr/>
                    <a:lstStyle/>
                    <a:p>
                      <a:r>
                        <a:rPr lang="en-US" sz="1400" noProof="0"/>
                        <a:t>0 – 0.10</a:t>
                      </a:r>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0.10</a:t>
                      </a:r>
                      <a:endParaRPr lang="en-US" sz="1400" noProof="0"/>
                    </a:p>
                  </a:txBody>
                  <a:tcPr/>
                </a:tc>
                <a:tc>
                  <a:txBody>
                    <a:bodyPr/>
                    <a:lstStyle/>
                    <a:p>
                      <a:pPr lvl="0">
                        <a:buNone/>
                      </a:pPr>
                      <a:r>
                        <a:rPr lang="en-US" sz="1400" b="0" i="0" u="none" strike="noStrike" noProof="0">
                          <a:solidFill>
                            <a:srgbClr val="000000"/>
                          </a:solidFill>
                          <a:latin typeface="Arial"/>
                          <a:cs typeface="Arial"/>
                        </a:rPr>
                        <a:t>0 – 0.10</a:t>
                      </a:r>
                      <a:endParaRPr lang="de-DE" sz="1400"/>
                    </a:p>
                  </a:txBody>
                  <a:tcPr/>
                </a:tc>
                <a:tc>
                  <a:txBody>
                    <a:bodyPr/>
                    <a:lstStyle/>
                    <a:p>
                      <a:pPr lvl="0">
                        <a:buNone/>
                      </a:pPr>
                      <a:r>
                        <a:rPr lang="en-US" sz="1400" b="0" i="0" u="none" strike="noStrike" noProof="0">
                          <a:solidFill>
                            <a:srgbClr val="000000"/>
                          </a:solidFill>
                          <a:latin typeface="Arial"/>
                          <a:cs typeface="Arial"/>
                        </a:rPr>
                        <a:t>0 – 0.10</a:t>
                      </a:r>
                      <a:endParaRPr lang="de-DE" sz="1400"/>
                    </a:p>
                  </a:txBody>
                  <a:tcPr/>
                </a:tc>
                <a:tc>
                  <a:txBody>
                    <a:bodyPr/>
                    <a:lstStyle/>
                    <a:p>
                      <a:pPr lvl="0">
                        <a:buNone/>
                      </a:pPr>
                      <a:r>
                        <a:rPr lang="en-US" sz="1400" b="0" i="0" u="none" strike="noStrike" noProof="0">
                          <a:solidFill>
                            <a:srgbClr val="000000"/>
                          </a:solidFill>
                          <a:latin typeface="Arial"/>
                          <a:cs typeface="Arial"/>
                        </a:rPr>
                        <a:t>0 – 0.10</a:t>
                      </a:r>
                      <a:endParaRPr lang="de-DE" sz="1400"/>
                    </a:p>
                  </a:txBody>
                  <a:tcPr/>
                </a:tc>
                <a:tc>
                  <a:txBody>
                    <a:bodyPr/>
                    <a:lstStyle/>
                    <a:p>
                      <a:pPr lvl="0">
                        <a:buNone/>
                      </a:pPr>
                      <a:r>
                        <a:rPr lang="en-US" sz="1400" b="0" i="0" u="none" strike="noStrike" baseline="0" noProof="0">
                          <a:solidFill>
                            <a:srgbClr val="000000"/>
                          </a:solidFill>
                          <a:latin typeface="Arial"/>
                          <a:cs typeface="Arial"/>
                        </a:rPr>
                        <a:t>0 – 0.10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729E97D0-172E-79D3-5B98-689FFCE01996}"/>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8557DB21-0ECA-02A0-CC0F-02433B2C98DB}"/>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974800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D8580-96BC-835D-51F9-964129D89E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3E6FB0-CC5B-B424-7DD1-568B783E9347}"/>
              </a:ext>
            </a:extLst>
          </p:cNvPr>
          <p:cNvSpPr>
            <a:spLocks noGrp="1"/>
          </p:cNvSpPr>
          <p:nvPr>
            <p:ph type="title"/>
          </p:nvPr>
        </p:nvSpPr>
        <p:spPr/>
        <p:txBody>
          <a:bodyPr/>
          <a:lstStyle/>
          <a:p>
            <a:r>
              <a:rPr lang="de-DE" dirty="0">
                <a:latin typeface="Arial"/>
                <a:cs typeface="Arial"/>
              </a:rPr>
              <a:t>Weather </a:t>
            </a:r>
            <a:r>
              <a:rPr lang="de-DE" dirty="0" err="1">
                <a:latin typeface="Arial"/>
                <a:cs typeface="Arial"/>
              </a:rPr>
              <a:t>data</a:t>
            </a:r>
            <a:endParaRPr lang="de-DE" dirty="0" err="1"/>
          </a:p>
        </p:txBody>
      </p:sp>
      <p:sp>
        <p:nvSpPr>
          <p:cNvPr id="3" name="Textplatzhalter 2">
            <a:extLst>
              <a:ext uri="{FF2B5EF4-FFF2-40B4-BE49-F238E27FC236}">
                <a16:creationId xmlns:a16="http://schemas.microsoft.com/office/drawing/2014/main" id="{5025FAEE-130B-EA54-9FB3-F40AFF12A832}"/>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12 = 2 / 12 = 0.167</a:t>
            </a:r>
            <a:endParaRPr lang="de-DE" dirty="0"/>
          </a:p>
          <a:p>
            <a:r>
              <a:rPr lang="de-DE" dirty="0">
                <a:latin typeface="Arial"/>
                <a:cs typeface="Arial"/>
              </a:rPr>
              <a:t>Precision = TP / (TP+FP) = 2 / 11 = 0.182</a:t>
            </a:r>
            <a:endParaRPr lang="de-DE" dirty="0"/>
          </a:p>
          <a:p>
            <a:r>
              <a:rPr lang="de-DE" dirty="0">
                <a:latin typeface="Arial"/>
                <a:cs typeface="Arial"/>
              </a:rPr>
              <a:t>Recall = TP / (TP+FN) = 2 / 3 = 0.667</a:t>
            </a:r>
          </a:p>
          <a:p>
            <a:r>
              <a:rPr lang="de-DE" dirty="0">
                <a:latin typeface="Arial"/>
                <a:cs typeface="Arial"/>
              </a:rPr>
              <a:t>F1 = 2PR / (P + R) = 0.286</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1DE45158-A2D7-DD08-4F72-D92AFA4DB6F0}"/>
              </a:ext>
            </a:extLst>
          </p:cNvPr>
          <p:cNvGraphicFramePr>
            <a:graphicFrameLocks noGrp="1"/>
          </p:cNvGraphicFramePr>
          <p:nvPr>
            <p:extLst>
              <p:ext uri="{D42A27DB-BD31-4B8C-83A1-F6EECF244321}">
                <p14:modId xmlns:p14="http://schemas.microsoft.com/office/powerpoint/2010/main" val="2473372315"/>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PII</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2</a:t>
                      </a:r>
                    </a:p>
                  </a:txBody>
                  <a:tcPr/>
                </a:tc>
                <a:tc>
                  <a:txBody>
                    <a:bodyPr/>
                    <a:lstStyle/>
                    <a:p>
                      <a:r>
                        <a:rPr lang="de-DE" dirty="0"/>
                        <a:t>1</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9</a:t>
                      </a:r>
                    </a:p>
                  </a:txBody>
                  <a:tcPr/>
                </a:tc>
                <a:tc>
                  <a:txBody>
                    <a:bodyPr/>
                    <a:lstStyle/>
                    <a:p>
                      <a:r>
                        <a:rPr lang="de-DE" dirty="0"/>
                        <a:t>0</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1205403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198D-0B7C-B42A-8E88-4EB152B40B8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4D3D799-7FEB-EDCF-EA75-65E03151DAAB}"/>
              </a:ext>
            </a:extLst>
          </p:cNvPr>
          <p:cNvSpPr>
            <a:spLocks noGrp="1"/>
          </p:cNvSpPr>
          <p:nvPr>
            <p:ph type="title"/>
          </p:nvPr>
        </p:nvSpPr>
        <p:spPr/>
        <p:txBody>
          <a:bodyPr/>
          <a:lstStyle/>
          <a:p>
            <a:r>
              <a:rPr lang="de-DE" dirty="0">
                <a:latin typeface="Arial"/>
                <a:cs typeface="Arial"/>
              </a:rPr>
              <a:t>Weather </a:t>
            </a:r>
            <a:r>
              <a:rPr lang="de-DE" dirty="0" err="1">
                <a:latin typeface="Arial"/>
                <a:cs typeface="Arial"/>
              </a:rPr>
              <a:t>data</a:t>
            </a:r>
            <a:endParaRPr lang="de-DE" dirty="0" err="1"/>
          </a:p>
        </p:txBody>
      </p:sp>
      <p:sp>
        <p:nvSpPr>
          <p:cNvPr id="3" name="Textplatzhalter 2">
            <a:extLst>
              <a:ext uri="{FF2B5EF4-FFF2-40B4-BE49-F238E27FC236}">
                <a16:creationId xmlns:a16="http://schemas.microsoft.com/office/drawing/2014/main" id="{1D453670-0BBB-427B-7869-034A47DE8D25}"/>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12 = 10 / 12 = 0.833</a:t>
            </a:r>
            <a:endParaRPr lang="de-DE" dirty="0"/>
          </a:p>
          <a:p>
            <a:r>
              <a:rPr lang="de-DE" dirty="0">
                <a:latin typeface="Arial"/>
                <a:cs typeface="Arial"/>
              </a:rPr>
              <a:t>Precision = TP / (TP+FP) = 1 / 1 = 1</a:t>
            </a:r>
            <a:endParaRPr lang="de-DE"/>
          </a:p>
          <a:p>
            <a:r>
              <a:rPr lang="de-DE" dirty="0">
                <a:latin typeface="Arial"/>
                <a:cs typeface="Arial"/>
              </a:rPr>
              <a:t>Recall = TP / (TP+FN) = 1 / 2 = 0.5</a:t>
            </a:r>
          </a:p>
          <a:p>
            <a:r>
              <a:rPr lang="de-DE" dirty="0">
                <a:latin typeface="Arial"/>
                <a:cs typeface="Arial"/>
              </a:rPr>
              <a:t>F1 = 2PR / (P + R) = 0.833</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CDD7226D-258B-0925-C42F-E05F3E64615C}"/>
              </a:ext>
            </a:extLst>
          </p:cNvPr>
          <p:cNvGraphicFramePr>
            <a:graphicFrameLocks noGrp="1"/>
          </p:cNvGraphicFramePr>
          <p:nvPr>
            <p:extLst>
              <p:ext uri="{D42A27DB-BD31-4B8C-83A1-F6EECF244321}">
                <p14:modId xmlns:p14="http://schemas.microsoft.com/office/powerpoint/2010/main" val="4193752060"/>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1</a:t>
                      </a:r>
                    </a:p>
                  </a:txBody>
                  <a:tcPr/>
                </a:tc>
                <a:tc>
                  <a:txBody>
                    <a:bodyPr/>
                    <a:lstStyle/>
                    <a:p>
                      <a:r>
                        <a:rPr lang="de-DE" dirty="0"/>
                        <a:t>2</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0</a:t>
                      </a:r>
                    </a:p>
                  </a:txBody>
                  <a:tcPr/>
                </a:tc>
                <a:tc>
                  <a:txBody>
                    <a:bodyPr/>
                    <a:lstStyle/>
                    <a:p>
                      <a:r>
                        <a:rPr lang="de-DE" dirty="0"/>
                        <a:t>9</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1758268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9EB42E-5639-CD26-FCD7-1D7EE8CE802D}"/>
              </a:ext>
            </a:extLst>
          </p:cNvPr>
          <p:cNvSpPr>
            <a:spLocks noGrp="1"/>
          </p:cNvSpPr>
          <p:nvPr>
            <p:ph type="title"/>
          </p:nvPr>
        </p:nvSpPr>
        <p:spPr/>
        <p:txBody>
          <a:bodyPr/>
          <a:lstStyle/>
          <a:p>
            <a:r>
              <a:rPr lang="en-US">
                <a:latin typeface="Arial"/>
                <a:cs typeface="Arial"/>
              </a:rPr>
              <a:t>Weather Data</a:t>
            </a:r>
            <a:endParaRPr lang="en-US"/>
          </a:p>
        </p:txBody>
      </p:sp>
      <p:pic>
        <p:nvPicPr>
          <p:cNvPr id="4" name="Grafik 3" descr="Ein Bild, das Text, Screenshot, Schrift, Zahl enthält.&#10;&#10;KI-generierte Inhalte können fehlerhaft sein.">
            <a:extLst>
              <a:ext uri="{FF2B5EF4-FFF2-40B4-BE49-F238E27FC236}">
                <a16:creationId xmlns:a16="http://schemas.microsoft.com/office/drawing/2014/main" id="{E4D8E43E-7CE6-E5CF-7A5A-C39EF2C9C3D4}"/>
              </a:ext>
            </a:extLst>
          </p:cNvPr>
          <p:cNvPicPr>
            <a:picLocks noChangeAspect="1"/>
          </p:cNvPicPr>
          <p:nvPr/>
        </p:nvPicPr>
        <p:blipFill>
          <a:blip r:embed="rId2"/>
          <a:stretch>
            <a:fillRect/>
          </a:stretch>
        </p:blipFill>
        <p:spPr>
          <a:xfrm>
            <a:off x="0" y="1359868"/>
            <a:ext cx="9144000" cy="4138264"/>
          </a:xfrm>
          <a:prstGeom prst="rect">
            <a:avLst/>
          </a:prstGeom>
        </p:spPr>
      </p:pic>
      <p:sp>
        <p:nvSpPr>
          <p:cNvPr id="6" name="Textfeld 7">
            <a:extLst>
              <a:ext uri="{FF2B5EF4-FFF2-40B4-BE49-F238E27FC236}">
                <a16:creationId xmlns:a16="http://schemas.microsoft.com/office/drawing/2014/main" id="{3383D2FC-4247-002C-C757-1EC436AD3301}"/>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2096707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11849-FE4D-A0DE-A4D5-8ABB57B4AC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9C048D-C2EF-0862-ECA1-51B4424F5D0C}"/>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r>
              <a:rPr lang="en-US">
                <a:latin typeface="Arial"/>
                <a:cs typeface="Arial"/>
              </a:rPr>
              <a:t> </a:t>
            </a:r>
            <a:r>
              <a:rPr lang="en-US" err="1">
                <a:latin typeface="Arial"/>
                <a:cs typeface="Arial"/>
              </a:rPr>
              <a:t>given</a:t>
            </a:r>
            <a:r>
              <a:rPr lang="en-US">
                <a:latin typeface="Arial"/>
                <a:cs typeface="Arial"/>
              </a:rPr>
              <a:t> PD</a:t>
            </a:r>
            <a:endParaRPr lang="en-US"/>
          </a:p>
        </p:txBody>
      </p:sp>
      <p:graphicFrame>
        <p:nvGraphicFramePr>
          <p:cNvPr id="4" name="Tabelle 3">
            <a:extLst>
              <a:ext uri="{FF2B5EF4-FFF2-40B4-BE49-F238E27FC236}">
                <a16:creationId xmlns:a16="http://schemas.microsoft.com/office/drawing/2014/main" id="{B68693B7-E9FA-6CE2-A66B-8135495D5FD2}"/>
              </a:ext>
            </a:extLst>
          </p:cNvPr>
          <p:cNvGraphicFramePr>
            <a:graphicFrameLocks noGrp="1"/>
          </p:cNvGraphicFramePr>
          <p:nvPr>
            <p:extLst>
              <p:ext uri="{D42A27DB-BD31-4B8C-83A1-F6EECF244321}">
                <p14:modId xmlns:p14="http://schemas.microsoft.com/office/powerpoint/2010/main" val="1975174066"/>
              </p:ext>
            </p:extLst>
          </p:nvPr>
        </p:nvGraphicFramePr>
        <p:xfrm>
          <a:off x="284480" y="1006856"/>
          <a:ext cx="8593754" cy="3190604"/>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LLM</a:t>
                      </a:r>
                    </a:p>
                  </a:txBody>
                  <a:tcPr/>
                </a:tc>
                <a:tc>
                  <a:txBody>
                    <a:bodyPr/>
                    <a:lstStyle/>
                    <a:p>
                      <a:r>
                        <a:rPr lang="en-US" sz="1400" noProof="0"/>
                        <a:t>1 – 0.70</a:t>
                      </a:r>
                    </a:p>
                  </a:txBody>
                  <a:tcPr/>
                </a:tc>
                <a:tc>
                  <a:txBody>
                    <a:bodyPr/>
                    <a:lstStyle/>
                    <a:p>
                      <a:r>
                        <a:rPr lang="en-US" sz="1400" noProof="0"/>
                        <a:t>0 – 0.20</a:t>
                      </a:r>
                    </a:p>
                  </a:txBody>
                  <a:tcPr/>
                </a:tc>
                <a:tc>
                  <a:txBody>
                    <a:bodyPr/>
                    <a:lstStyle/>
                    <a:p>
                      <a:r>
                        <a:rPr lang="en-US" sz="1400" noProof="0"/>
                        <a:t>0 – 0.20</a:t>
                      </a:r>
                    </a:p>
                  </a:txBody>
                  <a:tcPr/>
                </a:tc>
                <a:tc>
                  <a:txBody>
                    <a:bodyPr/>
                    <a:lstStyle/>
                    <a:p>
                      <a:r>
                        <a:rPr lang="en-US" sz="1400" noProof="0"/>
                        <a:t>0 – 0.00</a:t>
                      </a:r>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baseline="0" noProof="0">
                          <a:solidFill>
                            <a:srgbClr val="000000"/>
                          </a:solidFill>
                          <a:latin typeface="Arial"/>
                          <a:cs typeface="Arial"/>
                        </a:rPr>
                        <a:t>0 – 0.00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0628D54C-3AB4-C7E9-BEB8-B82AE42D19D5}"/>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CC3595F5-BB97-5BF7-9B1F-25E5F7B9DD6D}"/>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7" name="Textfeld 6">
            <a:extLst>
              <a:ext uri="{FF2B5EF4-FFF2-40B4-BE49-F238E27FC236}">
                <a16:creationId xmlns:a16="http://schemas.microsoft.com/office/drawing/2014/main" id="{91DB02F3-1D85-FA93-8B7E-C469BEC6D899}"/>
              </a:ext>
            </a:extLst>
          </p:cNvPr>
          <p:cNvSpPr txBox="1"/>
          <p:nvPr/>
        </p:nvSpPr>
        <p:spPr>
          <a:xfrm>
            <a:off x="-691342" y="4395123"/>
            <a:ext cx="12865189" cy="3631763"/>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cs typeface="Arial"/>
              </a:rPr>
              <a:t>1. **DPV‑Definition von personenbezogenen Daten**  </a:t>
            </a:r>
            <a:endParaRPr lang="de-DE"/>
          </a:p>
          <a:p>
            <a:r>
              <a:rPr lang="de-DE" sz="1400">
                <a:latin typeface="Arial"/>
                <a:cs typeface="Arial"/>
              </a:rPr>
              <a:t>   DPV unterscheidet klar zwischen *personenbezogenen* und *nicht‑personenbezogenen* Daten. </a:t>
            </a:r>
            <a:endParaRPr lang="de-DE">
              <a:latin typeface="Arial"/>
              <a:cs typeface="Arial" panose="020B0604020202020204" pitchFamily="34" charset="0"/>
            </a:endParaRPr>
          </a:p>
          <a:p>
            <a:r>
              <a:rPr lang="de-DE" sz="1400">
                <a:latin typeface="Arial"/>
                <a:cs typeface="Arial"/>
              </a:rPr>
              <a:t>Daten gelten als personenbezogen, wenn sie einer *identifizierten* oder *identifizierbaren* natürlichen Person zugeordnet werden können.  </a:t>
            </a:r>
            <a:endParaRPr lang="de-DE">
              <a:latin typeface="Arial"/>
              <a:cs typeface="Arial"/>
            </a:endParaRPr>
          </a:p>
          <a:p>
            <a:endParaRPr lang="de-DE"/>
          </a:p>
          <a:p>
            <a:r>
              <a:rPr lang="de-DE" sz="1400">
                <a:cs typeface="Arial"/>
              </a:rPr>
              <a:t>2. **Identifier‑Kategorie**  </a:t>
            </a:r>
            <a:endParaRPr lang="de-DE"/>
          </a:p>
          <a:p>
            <a:r>
              <a:rPr lang="de-DE" sz="1400">
                <a:latin typeface="Arial"/>
                <a:cs typeface="Arial"/>
              </a:rPr>
              <a:t>   In DPV ist ein „Identifier“ (z. B. ID‑Nummer, Gerätename) als personenbezogen klassifiziert, wenn der Identifier in Verbindung mit einer Person steht. </a:t>
            </a:r>
            <a:endParaRPr lang="de-DE">
              <a:latin typeface="Arial"/>
              <a:cs typeface="Arial" panose="020B0604020202020204" pitchFamily="34" charset="0"/>
            </a:endParaRPr>
          </a:p>
          <a:p>
            <a:r>
              <a:rPr lang="de-DE" sz="1400">
                <a:latin typeface="Arial"/>
                <a:cs typeface="Arial"/>
              </a:rPr>
              <a:t>Der *</a:t>
            </a:r>
            <a:r>
              <a:rPr lang="de-DE" sz="1400" err="1">
                <a:latin typeface="Arial"/>
                <a:cs typeface="Arial"/>
              </a:rPr>
              <a:t>feeder</a:t>
            </a:r>
            <a:r>
              <a:rPr lang="de-DE" sz="1400">
                <a:latin typeface="Arial"/>
                <a:cs typeface="Arial"/>
              </a:rPr>
              <a:t>* ist ein möglicher eindeutiger Bezeichner für eine Messstation; wenn diese Station in privatem oder firmeneigenem Besitz ist, </a:t>
            </a:r>
            <a:endParaRPr lang="de-DE">
              <a:latin typeface="Arial"/>
              <a:cs typeface="Arial" panose="020B0604020202020204" pitchFamily="34" charset="0"/>
            </a:endParaRPr>
          </a:p>
          <a:p>
            <a:r>
              <a:rPr lang="de-DE" sz="1400">
                <a:latin typeface="Arial"/>
                <a:cs typeface="Arial"/>
              </a:rPr>
              <a:t>könnte der Identifier zur Identifikation der jeweiligen Person oder des Unternehmens verwendet werden.  </a:t>
            </a:r>
            <a:endParaRPr lang="de-DE">
              <a:latin typeface="Arial"/>
              <a:cs typeface="Arial" panose="020B0604020202020204" pitchFamily="34" charset="0"/>
            </a:endParaRPr>
          </a:p>
          <a:p>
            <a:endParaRPr lang="de-DE"/>
          </a:p>
          <a:p>
            <a:r>
              <a:rPr lang="de-DE" sz="1400">
                <a:cs typeface="Arial"/>
              </a:rPr>
              <a:t>3. **Temporal‑ und Location‑Daten**  </a:t>
            </a:r>
            <a:endParaRPr lang="de-DE"/>
          </a:p>
          <a:p>
            <a:r>
              <a:rPr lang="de-DE" sz="1400">
                <a:latin typeface="Arial"/>
                <a:cs typeface="Arial"/>
              </a:rPr>
              <a:t>   Zeitstempel (und in Kombination mit Standortdaten) können zur Re‑Identifikation herangezogen werden, wenn genügend Kontext vorhanden ist. </a:t>
            </a:r>
            <a:endParaRPr lang="de-DE">
              <a:latin typeface="Arial"/>
              <a:cs typeface="Arial" panose="020B0604020202020204" pitchFamily="34" charset="0"/>
            </a:endParaRPr>
          </a:p>
          <a:p>
            <a:r>
              <a:rPr lang="de-DE" sz="1400">
                <a:latin typeface="Arial"/>
                <a:cs typeface="Arial"/>
              </a:rPr>
              <a:t>In Ihrem Datensatz gibt es jedoch keine direkten Standortangaben, sodass das Risiko klein ist. Deshalb wird ein niedriger Confidence‑Score gesetzt.  </a:t>
            </a:r>
            <a:endParaRPr lang="de-DE">
              <a:latin typeface="Arial"/>
              <a:cs typeface="Arial" panose="020B0604020202020204" pitchFamily="34" charset="0"/>
            </a:endParaRPr>
          </a:p>
          <a:p>
            <a:endParaRPr lang="de-DE"/>
          </a:p>
          <a:p>
            <a:r>
              <a:rPr lang="de-DE" sz="1400">
                <a:cs typeface="Arial"/>
              </a:rPr>
              <a:t>4. **Technische Messdaten**  </a:t>
            </a:r>
            <a:endParaRPr lang="de-DE"/>
          </a:p>
          <a:p>
            <a:r>
              <a:rPr lang="de-DE" sz="1400">
                <a:latin typeface="Arial"/>
                <a:cs typeface="Arial"/>
              </a:rPr>
              <a:t>   Alle übrigen Spalten liefern reine physikalische Messwerte (Temperatur, Strahlung, Windgeschwindigkeit, etc.) </a:t>
            </a:r>
            <a:endParaRPr lang="de-DE">
              <a:latin typeface="Arial"/>
              <a:cs typeface="Arial" panose="020B0604020202020204" pitchFamily="34" charset="0"/>
            </a:endParaRPr>
          </a:p>
          <a:p>
            <a:r>
              <a:rPr lang="de-DE" sz="1400">
                <a:latin typeface="Arial"/>
                <a:cs typeface="Arial"/>
              </a:rPr>
              <a:t>und stellen keine direkte oder indirekte Information über eine Person dar. DPV klassifiziert diese als *technische Messdaten* und erfordert keine Anonymisierung.  </a:t>
            </a:r>
            <a:endParaRPr lang="de-DE">
              <a:latin typeface="Arial"/>
              <a:cs typeface="Arial"/>
            </a:endParaRPr>
          </a:p>
        </p:txBody>
      </p:sp>
    </p:spTree>
    <p:extLst>
      <p:ext uri="{BB962C8B-B14F-4D97-AF65-F5344CB8AC3E}">
        <p14:creationId xmlns:p14="http://schemas.microsoft.com/office/powerpoint/2010/main" val="3349056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D381C-AF8E-CFFF-FFCB-83A4A4F27A6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CA8C79E-AFD7-0793-C7B9-040DDAA81459}"/>
              </a:ext>
            </a:extLst>
          </p:cNvPr>
          <p:cNvSpPr>
            <a:spLocks noGrp="1"/>
          </p:cNvSpPr>
          <p:nvPr>
            <p:ph type="title"/>
          </p:nvPr>
        </p:nvSpPr>
        <p:spPr/>
        <p:txBody>
          <a:bodyPr/>
          <a:lstStyle/>
          <a:p>
            <a:r>
              <a:rPr lang="de-DE" dirty="0">
                <a:latin typeface="Arial"/>
                <a:cs typeface="Arial"/>
              </a:rPr>
              <a:t>Weather </a:t>
            </a:r>
            <a:r>
              <a:rPr lang="de-DE" dirty="0" err="1">
                <a:latin typeface="Arial"/>
                <a:cs typeface="Arial"/>
              </a:rPr>
              <a:t>data</a:t>
            </a:r>
            <a:r>
              <a:rPr lang="de-DE" dirty="0">
                <a:latin typeface="Arial"/>
                <a:cs typeface="Arial"/>
              </a:rPr>
              <a:t> </a:t>
            </a:r>
            <a:r>
              <a:rPr lang="de-DE" dirty="0" err="1">
                <a:latin typeface="Arial"/>
                <a:cs typeface="Arial"/>
              </a:rPr>
              <a:t>given</a:t>
            </a:r>
            <a:r>
              <a:rPr lang="de-DE" dirty="0">
                <a:latin typeface="Arial"/>
                <a:cs typeface="Arial"/>
              </a:rPr>
              <a:t> PD</a:t>
            </a:r>
            <a:endParaRPr lang="de-DE" dirty="0" err="1"/>
          </a:p>
        </p:txBody>
      </p:sp>
      <p:sp>
        <p:nvSpPr>
          <p:cNvPr id="3" name="Textplatzhalter 2">
            <a:extLst>
              <a:ext uri="{FF2B5EF4-FFF2-40B4-BE49-F238E27FC236}">
                <a16:creationId xmlns:a16="http://schemas.microsoft.com/office/drawing/2014/main" id="{31F273E8-9F2D-2126-4497-12C4643F2C1E}"/>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12 = 10 / 12 = 0.833</a:t>
            </a:r>
            <a:endParaRPr lang="de-DE" dirty="0"/>
          </a:p>
          <a:p>
            <a:r>
              <a:rPr lang="de-DE" dirty="0">
                <a:latin typeface="Arial"/>
                <a:cs typeface="Arial"/>
              </a:rPr>
              <a:t>Precision = TP / (TP+FP) = 1 / 1 = 1</a:t>
            </a:r>
            <a:endParaRPr lang="de-DE"/>
          </a:p>
          <a:p>
            <a:r>
              <a:rPr lang="de-DE" dirty="0">
                <a:latin typeface="Arial"/>
                <a:cs typeface="Arial"/>
              </a:rPr>
              <a:t>Recall = TP / (TP+FN) = 1 / 3 = 0.333</a:t>
            </a:r>
          </a:p>
          <a:p>
            <a:r>
              <a:rPr lang="de-DE" dirty="0">
                <a:latin typeface="Arial"/>
                <a:cs typeface="Arial"/>
              </a:rPr>
              <a:t>F1 = 2PR / (P + R) = 0.5</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DB22697F-2940-D854-F1F8-AB181135B4EF}"/>
              </a:ext>
            </a:extLst>
          </p:cNvPr>
          <p:cNvGraphicFramePr>
            <a:graphicFrameLocks noGrp="1"/>
          </p:cNvGraphicFramePr>
          <p:nvPr>
            <p:extLst>
              <p:ext uri="{D42A27DB-BD31-4B8C-83A1-F6EECF244321}">
                <p14:modId xmlns:p14="http://schemas.microsoft.com/office/powerpoint/2010/main" val="1773133462"/>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1</a:t>
                      </a:r>
                    </a:p>
                  </a:txBody>
                  <a:tcPr/>
                </a:tc>
                <a:tc>
                  <a:txBody>
                    <a:bodyPr/>
                    <a:lstStyle/>
                    <a:p>
                      <a:r>
                        <a:rPr lang="de-DE" dirty="0"/>
                        <a:t>2</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0</a:t>
                      </a:r>
                    </a:p>
                  </a:txBody>
                  <a:tcPr/>
                </a:tc>
                <a:tc>
                  <a:txBody>
                    <a:bodyPr/>
                    <a:lstStyle/>
                    <a:p>
                      <a:r>
                        <a:rPr lang="de-DE" dirty="0"/>
                        <a:t>9</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3604814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8BBA-8B33-A998-C219-5E8D93865B5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CC45BA-57BD-BBDA-7A1B-918F47EC1FBA}"/>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r>
              <a:rPr lang="en-US">
                <a:latin typeface="Arial"/>
                <a:cs typeface="Arial"/>
              </a:rPr>
              <a:t> </a:t>
            </a:r>
            <a:r>
              <a:rPr lang="en-US" err="1">
                <a:latin typeface="Arial"/>
                <a:cs typeface="Arial"/>
              </a:rPr>
              <a:t>given</a:t>
            </a:r>
            <a:r>
              <a:rPr lang="en-US">
                <a:latin typeface="Arial"/>
                <a:cs typeface="Arial"/>
              </a:rPr>
              <a:t> LOC</a:t>
            </a:r>
            <a:endParaRPr lang="en-US"/>
          </a:p>
        </p:txBody>
      </p:sp>
      <p:graphicFrame>
        <p:nvGraphicFramePr>
          <p:cNvPr id="4" name="Tabelle 3">
            <a:extLst>
              <a:ext uri="{FF2B5EF4-FFF2-40B4-BE49-F238E27FC236}">
                <a16:creationId xmlns:a16="http://schemas.microsoft.com/office/drawing/2014/main" id="{D40AF08E-21E9-5CC7-A859-1CAF5045BD6F}"/>
              </a:ext>
            </a:extLst>
          </p:cNvPr>
          <p:cNvGraphicFramePr>
            <a:graphicFrameLocks noGrp="1"/>
          </p:cNvGraphicFramePr>
          <p:nvPr>
            <p:extLst>
              <p:ext uri="{D42A27DB-BD31-4B8C-83A1-F6EECF244321}">
                <p14:modId xmlns:p14="http://schemas.microsoft.com/office/powerpoint/2010/main" val="3072216554"/>
              </p:ext>
            </p:extLst>
          </p:nvPr>
        </p:nvGraphicFramePr>
        <p:xfrm>
          <a:off x="284480" y="1006856"/>
          <a:ext cx="8593754" cy="3190604"/>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LLM</a:t>
                      </a:r>
                    </a:p>
                  </a:txBody>
                  <a:tcPr/>
                </a:tc>
                <a:tc>
                  <a:txBody>
                    <a:bodyPr/>
                    <a:lstStyle/>
                    <a:p>
                      <a:r>
                        <a:rPr lang="en-US" sz="1400" noProof="0"/>
                        <a:t>1 – 0.70</a:t>
                      </a:r>
                    </a:p>
                  </a:txBody>
                  <a:tcPr/>
                </a:tc>
                <a:tc>
                  <a:txBody>
                    <a:bodyPr/>
                    <a:lstStyle/>
                    <a:p>
                      <a:r>
                        <a:rPr lang="en-US" sz="1400" noProof="0"/>
                        <a:t>0 – 0.30</a:t>
                      </a:r>
                    </a:p>
                  </a:txBody>
                  <a:tcPr/>
                </a:tc>
                <a:tc>
                  <a:txBody>
                    <a:bodyPr/>
                    <a:lstStyle/>
                    <a:p>
                      <a:r>
                        <a:rPr lang="en-US" sz="1400" noProof="0"/>
                        <a:t>0 – 0.30</a:t>
                      </a:r>
                    </a:p>
                  </a:txBody>
                  <a:tcPr/>
                </a:tc>
                <a:tc>
                  <a:txBody>
                    <a:bodyPr/>
                    <a:lstStyle/>
                    <a:p>
                      <a:r>
                        <a:rPr lang="en-US" sz="1400" noProof="0"/>
                        <a:t>0 – 0.00</a:t>
                      </a:r>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baseline="0" noProof="0">
                          <a:solidFill>
                            <a:srgbClr val="000000"/>
                          </a:solidFill>
                          <a:latin typeface="Arial"/>
                          <a:cs typeface="Arial"/>
                        </a:rPr>
                        <a:t>0 – 0.00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5A22DEE0-BCDF-92A0-10AD-5A8A9747510D}"/>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5CCCA212-2E49-FFB3-0379-461DF8344C41}"/>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3" name="Textfeld 2">
            <a:extLst>
              <a:ext uri="{FF2B5EF4-FFF2-40B4-BE49-F238E27FC236}">
                <a16:creationId xmlns:a16="http://schemas.microsoft.com/office/drawing/2014/main" id="{5465C926-2955-E6F8-2B38-07815C08D913}"/>
              </a:ext>
            </a:extLst>
          </p:cNvPr>
          <p:cNvSpPr txBox="1"/>
          <p:nvPr/>
        </p:nvSpPr>
        <p:spPr>
          <a:xfrm>
            <a:off x="-136929" y="4307147"/>
            <a:ext cx="10550004" cy="2431435"/>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latin typeface="Arial"/>
                <a:cs typeface="Arial"/>
              </a:rPr>
              <a:t>- **Feeder**: 70 % Wahrscheinlichkeit, dass diese Spalte ortsbezogene bzw. </a:t>
            </a:r>
            <a:endParaRPr lang="de-DE">
              <a:latin typeface="Arial"/>
              <a:cs typeface="Arial" panose="020B0604020202020204" pitchFamily="34" charset="0"/>
            </a:endParaRPr>
          </a:p>
          <a:p>
            <a:r>
              <a:rPr lang="de-DE" sz="1400">
                <a:latin typeface="Arial"/>
                <a:cs typeface="Arial"/>
              </a:rPr>
              <a:t>personenbezogene Daten enthält. **Empfehlung**: </a:t>
            </a:r>
            <a:endParaRPr lang="de-DE">
              <a:latin typeface="Arial"/>
              <a:cs typeface="Arial" panose="020B0604020202020204" pitchFamily="34" charset="0"/>
            </a:endParaRPr>
          </a:p>
          <a:p>
            <a:r>
              <a:rPr lang="de-DE" sz="1400">
                <a:latin typeface="Arial"/>
                <a:cs typeface="Arial"/>
              </a:rPr>
              <a:t>pseudonymisieren (z. B. Hash) oder entfernen, falls rechtlich nötig.</a:t>
            </a:r>
            <a:endParaRPr lang="de-DE">
              <a:latin typeface="Arial"/>
              <a:cs typeface="Arial"/>
            </a:endParaRPr>
          </a:p>
          <a:p>
            <a:r>
              <a:rPr lang="de-DE" sz="1400">
                <a:latin typeface="Arial"/>
                <a:cs typeface="Arial"/>
              </a:rPr>
              <a:t>- **</a:t>
            </a:r>
            <a:r>
              <a:rPr lang="de-DE" sz="1400" err="1">
                <a:latin typeface="Arial"/>
                <a:cs typeface="Arial"/>
              </a:rPr>
              <a:t>Timestamp</a:t>
            </a:r>
            <a:r>
              <a:rPr lang="de-DE" sz="1400">
                <a:latin typeface="Arial"/>
                <a:cs typeface="Arial"/>
              </a:rPr>
              <a:t>‑Spalten**: 30 % Wahrscheinlichkeit, dass sie in Kombination mit Standortdaten personenbezogen werden könnten. </a:t>
            </a:r>
            <a:endParaRPr lang="de-DE">
              <a:latin typeface="Arial"/>
              <a:cs typeface="Arial" panose="020B0604020202020204" pitchFamily="34" charset="0"/>
            </a:endParaRPr>
          </a:p>
          <a:p>
            <a:r>
              <a:rPr lang="de-DE" sz="1400">
                <a:latin typeface="Arial"/>
                <a:cs typeface="Arial"/>
              </a:rPr>
              <a:t>**Empfehlung**: prüfen, ob sie wirklich nötig sind; wenn ja, ggf. aggregieren (z. B. auf Stunden‑ oder Tagesbasis).</a:t>
            </a:r>
            <a:endParaRPr lang="de-DE">
              <a:latin typeface="Arial"/>
              <a:cs typeface="Arial"/>
            </a:endParaRPr>
          </a:p>
          <a:p>
            <a:r>
              <a:rPr lang="de-DE" sz="1400">
                <a:latin typeface="Arial"/>
                <a:cs typeface="Arial"/>
              </a:rPr>
              <a:t>- **Alle anderen Spalten**: 0 % Wahrscheinlichkeit, dass sie als ortsbezogene Daten gelten. </a:t>
            </a:r>
            <a:endParaRPr lang="de-DE">
              <a:latin typeface="Arial"/>
              <a:cs typeface="Arial" panose="020B0604020202020204" pitchFamily="34" charset="0"/>
            </a:endParaRPr>
          </a:p>
          <a:p>
            <a:r>
              <a:rPr lang="de-DE" sz="1400">
                <a:latin typeface="Arial"/>
                <a:cs typeface="Arial"/>
              </a:rPr>
              <a:t>Kein Anonymisierungsbedarf gemäß DPV‑Location‑Abstrakt.</a:t>
            </a:r>
            <a:endParaRPr lang="de-DE">
              <a:latin typeface="Arial"/>
              <a:cs typeface="Arial"/>
            </a:endParaRPr>
          </a:p>
          <a:p>
            <a:endParaRPr lang="de-DE"/>
          </a:p>
          <a:p>
            <a:r>
              <a:rPr lang="de-DE" sz="1400">
                <a:latin typeface="Arial"/>
                <a:cs typeface="Arial"/>
              </a:rPr>
              <a:t>&gt; **Hinweis:** Der DPV‑Abstrakt konzentriert sich auf das Konzept „Location“ – geografische oder räumliche Information. </a:t>
            </a:r>
            <a:endParaRPr lang="de-DE">
              <a:latin typeface="Arial"/>
              <a:cs typeface="Arial" panose="020B0604020202020204" pitchFamily="34" charset="0"/>
            </a:endParaRPr>
          </a:p>
          <a:p>
            <a:r>
              <a:rPr lang="de-DE" sz="1400">
                <a:latin typeface="Arial"/>
                <a:cs typeface="Arial"/>
              </a:rPr>
              <a:t>Da die Tabelle keine expliziten Koordinaten oder Adressinformationen enthält, liegt die Hauptanrechenbarkeit bei der Spalte „</a:t>
            </a:r>
            <a:r>
              <a:rPr lang="de-DE" sz="1400" err="1">
                <a:latin typeface="Arial"/>
                <a:cs typeface="Arial"/>
              </a:rPr>
              <a:t>feeder</a:t>
            </a:r>
            <a:r>
              <a:rPr lang="de-DE" sz="1400">
                <a:latin typeface="Arial"/>
                <a:cs typeface="Arial"/>
              </a:rPr>
              <a:t>“, </a:t>
            </a:r>
            <a:endParaRPr lang="de-DE">
              <a:latin typeface="Arial"/>
              <a:cs typeface="Arial"/>
            </a:endParaRPr>
          </a:p>
          <a:p>
            <a:r>
              <a:rPr lang="de-DE" sz="1400">
                <a:latin typeface="Arial"/>
                <a:cs typeface="Arial"/>
              </a:rPr>
              <a:t>die als Standortindikation fungieren kann. Alle anderen Messwerte sind reine physikalische Kennzahlen.</a:t>
            </a:r>
            <a:endParaRPr lang="de-DE">
              <a:latin typeface="Arial"/>
              <a:cs typeface="Arial"/>
            </a:endParaRPr>
          </a:p>
        </p:txBody>
      </p:sp>
    </p:spTree>
    <p:extLst>
      <p:ext uri="{BB962C8B-B14F-4D97-AF65-F5344CB8AC3E}">
        <p14:creationId xmlns:p14="http://schemas.microsoft.com/office/powerpoint/2010/main" val="4231908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3BF69-2224-D8DA-6371-34DAC9101D2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0F68C6-8F6E-3864-3BF1-6C6F9841F04E}"/>
              </a:ext>
            </a:extLst>
          </p:cNvPr>
          <p:cNvSpPr>
            <a:spLocks noGrp="1"/>
          </p:cNvSpPr>
          <p:nvPr>
            <p:ph type="title"/>
          </p:nvPr>
        </p:nvSpPr>
        <p:spPr/>
        <p:txBody>
          <a:bodyPr/>
          <a:lstStyle/>
          <a:p>
            <a:r>
              <a:rPr lang="de-DE" dirty="0">
                <a:latin typeface="Arial"/>
                <a:cs typeface="Arial"/>
              </a:rPr>
              <a:t>Weather </a:t>
            </a:r>
            <a:r>
              <a:rPr lang="de-DE" dirty="0" err="1">
                <a:latin typeface="Arial"/>
                <a:cs typeface="Arial"/>
              </a:rPr>
              <a:t>data</a:t>
            </a:r>
            <a:r>
              <a:rPr lang="de-DE" dirty="0">
                <a:latin typeface="Arial"/>
                <a:cs typeface="Arial"/>
              </a:rPr>
              <a:t> </a:t>
            </a:r>
            <a:r>
              <a:rPr lang="de-DE" dirty="0" err="1">
                <a:latin typeface="Arial"/>
                <a:cs typeface="Arial"/>
              </a:rPr>
              <a:t>given</a:t>
            </a:r>
            <a:r>
              <a:rPr lang="de-DE" dirty="0">
                <a:latin typeface="Arial"/>
                <a:cs typeface="Arial"/>
              </a:rPr>
              <a:t> LOC</a:t>
            </a:r>
            <a:endParaRPr lang="de-DE" dirty="0" err="1"/>
          </a:p>
        </p:txBody>
      </p:sp>
      <p:sp>
        <p:nvSpPr>
          <p:cNvPr id="3" name="Textplatzhalter 2">
            <a:extLst>
              <a:ext uri="{FF2B5EF4-FFF2-40B4-BE49-F238E27FC236}">
                <a16:creationId xmlns:a16="http://schemas.microsoft.com/office/drawing/2014/main" id="{CC4AE457-A9F2-7101-003E-C238D146FF2E}"/>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12 = 10 / 12 = 0.833</a:t>
            </a:r>
            <a:endParaRPr lang="de-DE" dirty="0"/>
          </a:p>
          <a:p>
            <a:r>
              <a:rPr lang="de-DE" dirty="0">
                <a:latin typeface="Arial"/>
                <a:cs typeface="Arial"/>
              </a:rPr>
              <a:t>Precision = TP / (TP+FP) = 1 / 1 = 1</a:t>
            </a:r>
            <a:endParaRPr lang="de-DE"/>
          </a:p>
          <a:p>
            <a:r>
              <a:rPr lang="de-DE" dirty="0">
                <a:latin typeface="Arial"/>
                <a:cs typeface="Arial"/>
              </a:rPr>
              <a:t>Recall = TP / (TP+FN) = 1 / 3 = 0.333</a:t>
            </a:r>
          </a:p>
          <a:p>
            <a:r>
              <a:rPr lang="de-DE" dirty="0">
                <a:latin typeface="Arial"/>
                <a:cs typeface="Arial"/>
              </a:rPr>
              <a:t>F1 = 2PR / (P + R) = 0.5</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4C4ED5A2-0E2D-0227-6A78-8292AA5FA232}"/>
              </a:ext>
            </a:extLst>
          </p:cNvPr>
          <p:cNvGraphicFramePr>
            <a:graphicFrameLocks noGrp="1"/>
          </p:cNvGraphicFramePr>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1</a:t>
                      </a:r>
                    </a:p>
                  </a:txBody>
                  <a:tcPr/>
                </a:tc>
                <a:tc>
                  <a:txBody>
                    <a:bodyPr/>
                    <a:lstStyle/>
                    <a:p>
                      <a:r>
                        <a:rPr lang="de-DE" dirty="0"/>
                        <a:t>2</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0</a:t>
                      </a:r>
                    </a:p>
                  </a:txBody>
                  <a:tcPr/>
                </a:tc>
                <a:tc>
                  <a:txBody>
                    <a:bodyPr/>
                    <a:lstStyle/>
                    <a:p>
                      <a:r>
                        <a:rPr lang="de-DE" dirty="0"/>
                        <a:t>9</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37233098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B00C3-3349-46F5-6731-2F6FC633FAF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BA64408-AF1C-0D14-47D1-AAB71E65EFE3}"/>
              </a:ext>
            </a:extLst>
          </p:cNvPr>
          <p:cNvSpPr>
            <a:spLocks noGrp="1"/>
          </p:cNvSpPr>
          <p:nvPr>
            <p:ph type="title"/>
          </p:nvPr>
        </p:nvSpPr>
        <p:spPr/>
        <p:txBody>
          <a:bodyPr/>
          <a:lstStyle/>
          <a:p>
            <a:r>
              <a:rPr lang="en-US">
                <a:latin typeface="Arial"/>
                <a:cs typeface="Arial"/>
              </a:rPr>
              <a:t>Weather </a:t>
            </a:r>
            <a:r>
              <a:rPr lang="en-US" err="1">
                <a:latin typeface="Arial"/>
                <a:cs typeface="Arial"/>
              </a:rPr>
              <a:t>data</a:t>
            </a:r>
            <a:r>
              <a:rPr lang="en-US">
                <a:latin typeface="Arial"/>
                <a:cs typeface="Arial"/>
              </a:rPr>
              <a:t> given TECH</a:t>
            </a:r>
            <a:endParaRPr lang="en-US"/>
          </a:p>
        </p:txBody>
      </p:sp>
      <p:graphicFrame>
        <p:nvGraphicFramePr>
          <p:cNvPr id="4" name="Tabelle 3">
            <a:extLst>
              <a:ext uri="{FF2B5EF4-FFF2-40B4-BE49-F238E27FC236}">
                <a16:creationId xmlns:a16="http://schemas.microsoft.com/office/drawing/2014/main" id="{1B2D4313-E93B-F2F1-8991-02F6BBC35AF4}"/>
              </a:ext>
            </a:extLst>
          </p:cNvPr>
          <p:cNvGraphicFramePr>
            <a:graphicFrameLocks noGrp="1"/>
          </p:cNvGraphicFramePr>
          <p:nvPr>
            <p:extLst>
              <p:ext uri="{D42A27DB-BD31-4B8C-83A1-F6EECF244321}">
                <p14:modId xmlns:p14="http://schemas.microsoft.com/office/powerpoint/2010/main" val="2457323810"/>
              </p:ext>
            </p:extLst>
          </p:nvPr>
        </p:nvGraphicFramePr>
        <p:xfrm>
          <a:off x="284480" y="1006856"/>
          <a:ext cx="8593754" cy="3190604"/>
        </p:xfrm>
        <a:graphic>
          <a:graphicData uri="http://schemas.openxmlformats.org/drawingml/2006/table">
            <a:tbl>
              <a:tblPr firstRow="1" bandRow="1">
                <a:tableStyleId>{5C22544A-7EE6-4342-B048-85BDC9FD1C3A}</a:tableStyleId>
              </a:tblPr>
              <a:tblGrid>
                <a:gridCol w="661058">
                  <a:extLst>
                    <a:ext uri="{9D8B030D-6E8A-4147-A177-3AD203B41FA5}">
                      <a16:colId xmlns:a16="http://schemas.microsoft.com/office/drawing/2014/main" val="626003958"/>
                    </a:ext>
                  </a:extLst>
                </a:gridCol>
                <a:gridCol w="661058">
                  <a:extLst>
                    <a:ext uri="{9D8B030D-6E8A-4147-A177-3AD203B41FA5}">
                      <a16:colId xmlns:a16="http://schemas.microsoft.com/office/drawing/2014/main" val="3533797695"/>
                    </a:ext>
                  </a:extLst>
                </a:gridCol>
                <a:gridCol w="661058">
                  <a:extLst>
                    <a:ext uri="{9D8B030D-6E8A-4147-A177-3AD203B41FA5}">
                      <a16:colId xmlns:a16="http://schemas.microsoft.com/office/drawing/2014/main" val="1723621392"/>
                    </a:ext>
                  </a:extLst>
                </a:gridCol>
                <a:gridCol w="661058">
                  <a:extLst>
                    <a:ext uri="{9D8B030D-6E8A-4147-A177-3AD203B41FA5}">
                      <a16:colId xmlns:a16="http://schemas.microsoft.com/office/drawing/2014/main" val="3684016445"/>
                    </a:ext>
                  </a:extLst>
                </a:gridCol>
                <a:gridCol w="661058">
                  <a:extLst>
                    <a:ext uri="{9D8B030D-6E8A-4147-A177-3AD203B41FA5}">
                      <a16:colId xmlns:a16="http://schemas.microsoft.com/office/drawing/2014/main" val="3120114581"/>
                    </a:ext>
                  </a:extLst>
                </a:gridCol>
                <a:gridCol w="661058">
                  <a:extLst>
                    <a:ext uri="{9D8B030D-6E8A-4147-A177-3AD203B41FA5}">
                      <a16:colId xmlns:a16="http://schemas.microsoft.com/office/drawing/2014/main" val="1066362318"/>
                    </a:ext>
                  </a:extLst>
                </a:gridCol>
                <a:gridCol w="661058">
                  <a:extLst>
                    <a:ext uri="{9D8B030D-6E8A-4147-A177-3AD203B41FA5}">
                      <a16:colId xmlns:a16="http://schemas.microsoft.com/office/drawing/2014/main" val="1613802814"/>
                    </a:ext>
                  </a:extLst>
                </a:gridCol>
                <a:gridCol w="661058">
                  <a:extLst>
                    <a:ext uri="{9D8B030D-6E8A-4147-A177-3AD203B41FA5}">
                      <a16:colId xmlns:a16="http://schemas.microsoft.com/office/drawing/2014/main" val="3235018036"/>
                    </a:ext>
                  </a:extLst>
                </a:gridCol>
                <a:gridCol w="661058">
                  <a:extLst>
                    <a:ext uri="{9D8B030D-6E8A-4147-A177-3AD203B41FA5}">
                      <a16:colId xmlns:a16="http://schemas.microsoft.com/office/drawing/2014/main" val="18120407"/>
                    </a:ext>
                  </a:extLst>
                </a:gridCol>
                <a:gridCol w="661058">
                  <a:extLst>
                    <a:ext uri="{9D8B030D-6E8A-4147-A177-3AD203B41FA5}">
                      <a16:colId xmlns:a16="http://schemas.microsoft.com/office/drawing/2014/main" val="3911571886"/>
                    </a:ext>
                  </a:extLst>
                </a:gridCol>
                <a:gridCol w="661058">
                  <a:extLst>
                    <a:ext uri="{9D8B030D-6E8A-4147-A177-3AD203B41FA5}">
                      <a16:colId xmlns:a16="http://schemas.microsoft.com/office/drawing/2014/main" val="444949786"/>
                    </a:ext>
                  </a:extLst>
                </a:gridCol>
                <a:gridCol w="661058">
                  <a:extLst>
                    <a:ext uri="{9D8B030D-6E8A-4147-A177-3AD203B41FA5}">
                      <a16:colId xmlns:a16="http://schemas.microsoft.com/office/drawing/2014/main" val="3381821050"/>
                    </a:ext>
                  </a:extLst>
                </a:gridCol>
                <a:gridCol w="661058">
                  <a:extLst>
                    <a:ext uri="{9D8B030D-6E8A-4147-A177-3AD203B41FA5}">
                      <a16:colId xmlns:a16="http://schemas.microsoft.com/office/drawing/2014/main" val="3699814725"/>
                    </a:ext>
                  </a:extLst>
                </a:gridCol>
              </a:tblGrid>
              <a:tr h="909502">
                <a:tc>
                  <a:txBody>
                    <a:bodyPr/>
                    <a:lstStyle/>
                    <a:p>
                      <a:endParaRPr lang="en-US" sz="1400" noProof="0"/>
                    </a:p>
                  </a:txBody>
                  <a:tcPr/>
                </a:tc>
                <a:tc>
                  <a:txBody>
                    <a:bodyPr/>
                    <a:lstStyle/>
                    <a:p>
                      <a:pPr marL="0" lvl="0" indent="0" algn="l">
                        <a:lnSpc>
                          <a:spcPct val="100000"/>
                        </a:lnSpc>
                        <a:buNone/>
                      </a:pPr>
                      <a:r>
                        <a:rPr lang="en-US" sz="1400" b="1" i="0" u="none" strike="noStrike" baseline="0" noProof="0">
                          <a:solidFill>
                            <a:srgbClr val="FFFFFF"/>
                          </a:solidFill>
                          <a:latin typeface="Arial"/>
                          <a:cs typeface="Arial"/>
                        </a:rPr>
                        <a:t>feeder</a:t>
                      </a:r>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timestamp_UTC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timestamp_CET_CEST</a:t>
                      </a:r>
                      <a:endParaRPr lang="de-DE" sz="1400"/>
                    </a:p>
                    <a:p>
                      <a:pPr lvl="0">
                        <a:buNone/>
                      </a:pPr>
                      <a:endParaRPr lang="en-US" sz="1400" noProof="0"/>
                    </a:p>
                  </a:txBody>
                  <a:tcPr/>
                </a:tc>
                <a:tc>
                  <a:txBody>
                    <a:bodyPr/>
                    <a:lstStyle/>
                    <a:p>
                      <a:pPr lvl="0">
                        <a:buNone/>
                      </a:pPr>
                      <a:r>
                        <a:rPr lang="en-US" sz="1400" b="1" i="0" u="none" strike="noStrike" baseline="0" noProof="0" err="1">
                          <a:solidFill>
                            <a:srgbClr val="FFFFFF"/>
                          </a:solidFill>
                          <a:latin typeface="Arial"/>
                          <a:cs typeface="Arial"/>
                        </a:rPr>
                        <a:t>direct_radiation_W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diffuse_radiation_W</a:t>
                      </a:r>
                      <a:r>
                        <a:rPr lang="en-US" sz="1400" b="1" i="0" u="none" strike="noStrike" baseline="0" noProof="0">
                          <a:solidFill>
                            <a:srgbClr val="FFFFFF"/>
                          </a:solidFill>
                          <a:latin typeface="Arial"/>
                          <a:cs typeface="Arial"/>
                        </a:rPr>
                        <a:t>/m2</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air_temperature_C</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precipitation_kg</a:t>
                      </a:r>
                      <a:r>
                        <a:rPr lang="en-US" sz="1400" b="1" i="0" u="none" strike="noStrike" baseline="0" noProof="0">
                          <a:solidFill>
                            <a:srgbClr val="FFFFFF"/>
                          </a:solidFill>
                          <a:latin typeface="Arial"/>
                          <a:cs typeface="Arial"/>
                        </a:rPr>
                        <a:t>/m2</a:t>
                      </a:r>
                      <a:endParaRPr lang="de-DE" sz="1400"/>
                    </a:p>
                    <a:p>
                      <a:pPr lvl="0">
                        <a:buNone/>
                      </a:pPr>
                      <a:endParaRPr lang="en-US" sz="1400" noProof="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snow_height_m</a:t>
                      </a:r>
                      <a:endParaRPr lang="de-DE" sz="1400"/>
                    </a:p>
                  </a:txBody>
                  <a:tcPr/>
                </a:tc>
                <a:tc>
                  <a:txBody>
                    <a:bodyPr/>
                    <a:lstStyle/>
                    <a:p>
                      <a:pPr lvl="0" algn="l">
                        <a:lnSpc>
                          <a:spcPct val="100000"/>
                        </a:lnSpc>
                        <a:spcBef>
                          <a:spcPts val="0"/>
                        </a:spcBef>
                        <a:spcAft>
                          <a:spcPts val="0"/>
                        </a:spcAft>
                        <a:buNone/>
                      </a:pPr>
                      <a:r>
                        <a:rPr lang="en-US" sz="1400" b="1" i="0" u="none" strike="noStrike" baseline="0" noProof="0" err="1">
                          <a:solidFill>
                            <a:srgbClr val="FFFFFF"/>
                          </a:solidFill>
                          <a:latin typeface="Arial"/>
                          <a:cs typeface="Arial"/>
                        </a:rPr>
                        <a:t>humidity_kg</a:t>
                      </a:r>
                      <a:r>
                        <a:rPr lang="en-US" sz="1400" b="1" i="0" u="none" strike="noStrike" baseline="0" noProof="0">
                          <a:solidFill>
                            <a:srgbClr val="FFFFFF"/>
                          </a:solidFill>
                          <a:latin typeface="Arial"/>
                          <a:cs typeface="Arial"/>
                        </a:rPr>
                        <a:t>/kg</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max_wind_gust_m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meridional_wind_m</a:t>
                      </a:r>
                      <a:r>
                        <a:rPr lang="de-DE" sz="1400" b="1" i="0" u="none" strike="noStrike" baseline="0" noProof="0">
                          <a:solidFill>
                            <a:srgbClr val="FFFFFF"/>
                          </a:solidFill>
                          <a:latin typeface="Arial"/>
                          <a:cs typeface="Arial"/>
                        </a:rPr>
                        <a:t>/s</a:t>
                      </a:r>
                      <a:endParaRPr lang="de-DE" sz="1400"/>
                    </a:p>
                  </a:txBody>
                  <a:tcPr/>
                </a:tc>
                <a:tc>
                  <a:txBody>
                    <a:bodyPr/>
                    <a:lstStyle/>
                    <a:p>
                      <a:pPr lvl="0" algn="l">
                        <a:lnSpc>
                          <a:spcPct val="100000"/>
                        </a:lnSpc>
                        <a:spcBef>
                          <a:spcPts val="0"/>
                        </a:spcBef>
                        <a:spcAft>
                          <a:spcPts val="0"/>
                        </a:spcAft>
                        <a:buNone/>
                      </a:pPr>
                      <a:r>
                        <a:rPr lang="de-DE" sz="1400" b="1" i="0" u="none" strike="noStrike" baseline="0" noProof="0" err="1">
                          <a:solidFill>
                            <a:srgbClr val="FFFFFF"/>
                          </a:solidFill>
                          <a:latin typeface="Arial"/>
                          <a:cs typeface="Arial"/>
                        </a:rPr>
                        <a:t>zonal_wind_m</a:t>
                      </a:r>
                      <a:r>
                        <a:rPr lang="de-DE" sz="1400" b="1" i="0" u="none" strike="noStrike" baseline="0" noProof="0">
                          <a:solidFill>
                            <a:srgbClr val="FFFFFF"/>
                          </a:solidFill>
                          <a:latin typeface="Arial"/>
                          <a:cs typeface="Arial"/>
                        </a:rPr>
                        <a:t>/s</a:t>
                      </a:r>
                      <a:endParaRPr lang="de-DE" sz="1400"/>
                    </a:p>
                  </a:txBody>
                  <a:tcPr/>
                </a:tc>
                <a:extLst>
                  <a:ext uri="{0D108BD9-81ED-4DB2-BD59-A6C34878D82A}">
                    <a16:rowId xmlns:a16="http://schemas.microsoft.com/office/drawing/2014/main" val="3879814623"/>
                  </a:ext>
                </a:extLst>
              </a:tr>
              <a:tr h="909502">
                <a:tc>
                  <a:txBody>
                    <a:bodyPr/>
                    <a:lstStyle/>
                    <a:p>
                      <a:r>
                        <a:rPr lang="en-US" sz="1400" noProof="0"/>
                        <a:t>Me</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1</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tc>
                  <a:txBody>
                    <a:bodyPr/>
                    <a:lstStyle/>
                    <a:p>
                      <a:pPr lvl="0">
                        <a:buNone/>
                      </a:pPr>
                      <a:r>
                        <a:rPr lang="en-US" sz="1400" noProof="0"/>
                        <a:t>0</a:t>
                      </a:r>
                    </a:p>
                  </a:txBody>
                  <a:tcPr/>
                </a:tc>
                <a:extLst>
                  <a:ext uri="{0D108BD9-81ED-4DB2-BD59-A6C34878D82A}">
                    <a16:rowId xmlns:a16="http://schemas.microsoft.com/office/drawing/2014/main" val="3256142858"/>
                  </a:ext>
                </a:extLst>
              </a:tr>
              <a:tr h="909502">
                <a:tc>
                  <a:txBody>
                    <a:bodyPr/>
                    <a:lstStyle/>
                    <a:p>
                      <a:r>
                        <a:rPr lang="en-US" sz="1400" noProof="0"/>
                        <a:t>LLM</a:t>
                      </a:r>
                    </a:p>
                  </a:txBody>
                  <a:tcPr/>
                </a:tc>
                <a:tc>
                  <a:txBody>
                    <a:bodyPr/>
                    <a:lstStyle/>
                    <a:p>
                      <a:r>
                        <a:rPr lang="en-US" sz="1400" noProof="0"/>
                        <a:t>1 – 0.90</a:t>
                      </a:r>
                    </a:p>
                  </a:txBody>
                  <a:tcPr/>
                </a:tc>
                <a:tc>
                  <a:txBody>
                    <a:bodyPr/>
                    <a:lstStyle/>
                    <a:p>
                      <a:r>
                        <a:rPr lang="en-US" sz="1400" noProof="0"/>
                        <a:t>1 – 0.70</a:t>
                      </a:r>
                    </a:p>
                  </a:txBody>
                  <a:tcPr/>
                </a:tc>
                <a:tc>
                  <a:txBody>
                    <a:bodyPr/>
                    <a:lstStyle/>
                    <a:p>
                      <a:r>
                        <a:rPr lang="en-US" sz="1400" noProof="0"/>
                        <a:t>1 – 0.70</a:t>
                      </a:r>
                    </a:p>
                  </a:txBody>
                  <a:tcPr/>
                </a:tc>
                <a:tc>
                  <a:txBody>
                    <a:bodyPr/>
                    <a:lstStyle/>
                    <a:p>
                      <a:r>
                        <a:rPr lang="en-US" sz="1400" noProof="0"/>
                        <a:t>0 – 0.00</a:t>
                      </a:r>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r>
                        <a:rPr lang="en-US" sz="1400" noProof="0"/>
                        <a:t>0 – </a:t>
                      </a:r>
                      <a:r>
                        <a:rPr lang="en-US" sz="1400" b="0" i="0" u="none" strike="noStrike" noProof="0">
                          <a:solidFill>
                            <a:srgbClr val="000000"/>
                          </a:solidFill>
                          <a:latin typeface="Arial"/>
                          <a:cs typeface="Arial"/>
                        </a:rPr>
                        <a:t>0.00</a:t>
                      </a:r>
                      <a:endParaRPr lang="en-US" sz="1400" noProof="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noProof="0">
                          <a:solidFill>
                            <a:srgbClr val="000000"/>
                          </a:solidFill>
                          <a:latin typeface="Arial"/>
                          <a:cs typeface="Arial"/>
                        </a:rPr>
                        <a:t>0 – 0.00</a:t>
                      </a:r>
                      <a:endParaRPr lang="de-DE" sz="1400"/>
                    </a:p>
                  </a:txBody>
                  <a:tcPr/>
                </a:tc>
                <a:tc>
                  <a:txBody>
                    <a:bodyPr/>
                    <a:lstStyle/>
                    <a:p>
                      <a:pPr lvl="0">
                        <a:buNone/>
                      </a:pPr>
                      <a:r>
                        <a:rPr lang="en-US" sz="1400" b="0" i="0" u="none" strike="noStrike" baseline="0" noProof="0">
                          <a:solidFill>
                            <a:srgbClr val="000000"/>
                          </a:solidFill>
                          <a:latin typeface="Arial"/>
                          <a:cs typeface="Arial"/>
                        </a:rPr>
                        <a:t>0 – 0.00</a:t>
                      </a:r>
                      <a:endParaRPr lang="de-DE" sz="1400"/>
                    </a:p>
                  </a:txBody>
                  <a:tcPr/>
                </a:tc>
                <a:extLst>
                  <a:ext uri="{0D108BD9-81ED-4DB2-BD59-A6C34878D82A}">
                    <a16:rowId xmlns:a16="http://schemas.microsoft.com/office/drawing/2014/main" val="165200827"/>
                  </a:ext>
                </a:extLst>
              </a:tr>
            </a:tbl>
          </a:graphicData>
        </a:graphic>
      </p:graphicFrame>
      <p:sp>
        <p:nvSpPr>
          <p:cNvPr id="6" name="Textfeld 5">
            <a:extLst>
              <a:ext uri="{FF2B5EF4-FFF2-40B4-BE49-F238E27FC236}">
                <a16:creationId xmlns:a16="http://schemas.microsoft.com/office/drawing/2014/main" id="{8E4E676A-354C-1FF6-7CD6-8CBA4491FEDA}"/>
              </a:ext>
            </a:extLst>
          </p:cNvPr>
          <p:cNvSpPr txBox="1"/>
          <p:nvPr/>
        </p:nvSpPr>
        <p:spPr>
          <a:xfrm>
            <a:off x="-2825404" y="4306223"/>
            <a:ext cx="1833835" cy="830997"/>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en-US">
                <a:latin typeface="Arial"/>
                <a:cs typeface="Arial"/>
              </a:rPr>
              <a:t>0 – not necessary</a:t>
            </a:r>
          </a:p>
          <a:p>
            <a:r>
              <a:rPr lang="en-US">
                <a:latin typeface="Arial"/>
                <a:cs typeface="Arial"/>
              </a:rPr>
              <a:t>1 – must</a:t>
            </a:r>
            <a:endParaRPr lang="en-US">
              <a:cs typeface="Arial"/>
            </a:endParaRPr>
          </a:p>
          <a:p>
            <a:r>
              <a:rPr lang="en-US">
                <a:latin typeface="Arial"/>
                <a:cs typeface="Arial"/>
              </a:rPr>
              <a:t>Confidence score</a:t>
            </a:r>
            <a:endParaRPr lang="en-US">
              <a:cs typeface="Arial"/>
            </a:endParaRPr>
          </a:p>
        </p:txBody>
      </p:sp>
      <p:sp>
        <p:nvSpPr>
          <p:cNvPr id="5" name="Textfeld 7">
            <a:extLst>
              <a:ext uri="{FF2B5EF4-FFF2-40B4-BE49-F238E27FC236}">
                <a16:creationId xmlns:a16="http://schemas.microsoft.com/office/drawing/2014/main" id="{B073B12A-9267-5EA3-DE06-DC89F46F904A}"/>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
        <p:nvSpPr>
          <p:cNvPr id="7" name="Textfeld 6">
            <a:extLst>
              <a:ext uri="{FF2B5EF4-FFF2-40B4-BE49-F238E27FC236}">
                <a16:creationId xmlns:a16="http://schemas.microsoft.com/office/drawing/2014/main" id="{34BD1275-C9CC-C176-B469-1FBEEF9F15A8}"/>
              </a:ext>
            </a:extLst>
          </p:cNvPr>
          <p:cNvSpPr txBox="1"/>
          <p:nvPr/>
        </p:nvSpPr>
        <p:spPr>
          <a:xfrm>
            <a:off x="342899" y="4384964"/>
            <a:ext cx="11395235" cy="2369880"/>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latin typeface="Arial"/>
                <a:cs typeface="Arial"/>
              </a:rPr>
              <a:t>| **</a:t>
            </a:r>
            <a:r>
              <a:rPr lang="de-DE" sz="1400" err="1">
                <a:latin typeface="Arial"/>
                <a:cs typeface="Arial"/>
              </a:rPr>
              <a:t>feeder</a:t>
            </a:r>
            <a:r>
              <a:rPr lang="de-DE" sz="1400">
                <a:latin typeface="Arial"/>
                <a:cs typeface="Arial"/>
              </a:rPr>
              <a:t>** | **≈ 90 %** | `</a:t>
            </a:r>
            <a:r>
              <a:rPr lang="de-DE" sz="1400" err="1">
                <a:latin typeface="Arial"/>
                <a:cs typeface="Arial"/>
              </a:rPr>
              <a:t>feeder</a:t>
            </a:r>
            <a:r>
              <a:rPr lang="de-DE" sz="1400">
                <a:latin typeface="Arial"/>
                <a:cs typeface="Arial"/>
              </a:rPr>
              <a:t>` wirkt als eindeutiger **Identifier**. Wenn dieser Code eine einzelne Hausanschluss‑Nummer, </a:t>
            </a:r>
            <a:endParaRPr lang="de-DE">
              <a:cs typeface="Arial" panose="020B0604020202020204" pitchFamily="34" charset="0"/>
            </a:endParaRPr>
          </a:p>
          <a:p>
            <a:r>
              <a:rPr lang="de-DE" sz="1400">
                <a:latin typeface="Arial"/>
                <a:cs typeface="Arial"/>
              </a:rPr>
              <a:t>ein Gebäude oder eine Region eindeutig kennzeichnet, fällt er in die Klasse `Identifier`, die in DPV als potenziell personenbezogene </a:t>
            </a:r>
            <a:endParaRPr lang="de-DE">
              <a:cs typeface="Arial"/>
            </a:endParaRPr>
          </a:p>
          <a:p>
            <a:r>
              <a:rPr lang="de-DE" sz="1400">
                <a:latin typeface="Arial"/>
                <a:cs typeface="Arial"/>
              </a:rPr>
              <a:t>Daten klassifiziert ist. Anonymisierung (z. B. Pseudonymisierung oder Hash‑Kodierung) verhindert Rückverfolgungen. |</a:t>
            </a:r>
            <a:endParaRPr lang="de-DE">
              <a:cs typeface="Arial"/>
            </a:endParaRPr>
          </a:p>
          <a:p>
            <a:r>
              <a:rPr lang="de-DE" sz="1400">
                <a:latin typeface="Arial"/>
                <a:cs typeface="Arial"/>
              </a:rPr>
              <a:t>| **</a:t>
            </a:r>
            <a:r>
              <a:rPr lang="de-DE" sz="1400" err="1">
                <a:latin typeface="Arial"/>
                <a:cs typeface="Arial"/>
              </a:rPr>
              <a:t>timestamp_UTC</a:t>
            </a:r>
            <a:r>
              <a:rPr lang="de-DE" sz="1400">
                <a:latin typeface="Arial"/>
                <a:cs typeface="Arial"/>
              </a:rPr>
              <a:t>** | **≈ 70 %** | Zeitstempel zusammen mit einem eindeutigen Identifier können, selbst wenn sie nicht direkt </a:t>
            </a:r>
            <a:endParaRPr lang="de-DE">
              <a:cs typeface="Arial" panose="020B0604020202020204" pitchFamily="34" charset="0"/>
            </a:endParaRPr>
          </a:p>
          <a:p>
            <a:r>
              <a:rPr lang="de-DE" sz="1400">
                <a:latin typeface="Arial"/>
                <a:cs typeface="Arial"/>
              </a:rPr>
              <a:t>personenbezogen sind, in Kombination mit anderen Daten Rückschlüsse auf Aktivitäten ermöglichen. </a:t>
            </a:r>
            <a:endParaRPr lang="de-DE">
              <a:cs typeface="Arial"/>
            </a:endParaRPr>
          </a:p>
          <a:p>
            <a:r>
              <a:rPr lang="de-DE" sz="1400">
                <a:latin typeface="Arial"/>
                <a:cs typeface="Arial"/>
              </a:rPr>
              <a:t>DPV bezeichnet Zeit‑ und Datumsangaben als `</a:t>
            </a:r>
            <a:r>
              <a:rPr lang="de-DE" sz="1400" err="1">
                <a:latin typeface="Arial"/>
                <a:cs typeface="Arial"/>
              </a:rPr>
              <a:t>Timestamp</a:t>
            </a:r>
            <a:r>
              <a:rPr lang="de-DE" sz="1400">
                <a:latin typeface="Arial"/>
                <a:cs typeface="Arial"/>
              </a:rPr>
              <a:t>`, die bei Personenbezug potenziell sensibel sein können. |</a:t>
            </a:r>
            <a:endParaRPr lang="de-DE">
              <a:cs typeface="Arial"/>
            </a:endParaRPr>
          </a:p>
          <a:p>
            <a:r>
              <a:rPr lang="de-DE" sz="1400">
                <a:latin typeface="Arial"/>
                <a:cs typeface="Arial"/>
              </a:rPr>
              <a:t>| **</a:t>
            </a:r>
            <a:r>
              <a:rPr lang="de-DE" sz="1400" err="1">
                <a:latin typeface="Arial"/>
                <a:cs typeface="Arial"/>
              </a:rPr>
              <a:t>timestamp_CET_CEST</a:t>
            </a:r>
            <a:r>
              <a:rPr lang="de-DE" sz="1400">
                <a:latin typeface="Arial"/>
                <a:cs typeface="Arial"/>
              </a:rPr>
              <a:t>** | **≈ 70 %** | Selbiges Argument wie bei `</a:t>
            </a:r>
            <a:r>
              <a:rPr lang="de-DE" sz="1400" err="1">
                <a:latin typeface="Arial"/>
                <a:cs typeface="Arial"/>
              </a:rPr>
              <a:t>timestamp_UTC</a:t>
            </a:r>
            <a:r>
              <a:rPr lang="de-DE" sz="1400">
                <a:latin typeface="Arial"/>
                <a:cs typeface="Arial"/>
              </a:rPr>
              <a:t>`. Wenn der Zeitzoneneintrag spezifische </a:t>
            </a:r>
            <a:endParaRPr lang="de-DE">
              <a:cs typeface="Arial" panose="020B0604020202020204" pitchFamily="34" charset="0"/>
            </a:endParaRPr>
          </a:p>
          <a:p>
            <a:r>
              <a:rPr lang="de-DE" sz="1400">
                <a:latin typeface="Arial"/>
                <a:cs typeface="Arial"/>
              </a:rPr>
              <a:t>regionale Angaben enthält, kann er mit anderen Informationen verknüpft werden. |</a:t>
            </a:r>
            <a:endParaRPr lang="de-DE">
              <a:cs typeface="Arial"/>
            </a:endParaRPr>
          </a:p>
          <a:p>
            <a:r>
              <a:rPr lang="de-DE" sz="1400">
                <a:latin typeface="Arial"/>
                <a:cs typeface="Arial"/>
              </a:rPr>
              <a:t>| **alle anderen Spalten** | **≈ 0 %** | Die restlichen Felder sind reine Messwerte. Sie enthalten keine direkten Personenbezüge, </a:t>
            </a:r>
            <a:endParaRPr lang="de-DE">
              <a:cs typeface="Arial" panose="020B0604020202020204" pitchFamily="34" charset="0"/>
            </a:endParaRPr>
          </a:p>
          <a:p>
            <a:r>
              <a:rPr lang="de-DE" sz="1400">
                <a:latin typeface="Arial"/>
                <a:cs typeface="Arial"/>
              </a:rPr>
              <a:t>keine ID‑Informationen und fallen nicht unter die DPV‑Klassen `PersonalData` oder `</a:t>
            </a:r>
            <a:r>
              <a:rPr lang="de-DE" sz="1400" err="1">
                <a:latin typeface="Arial"/>
                <a:cs typeface="Arial"/>
              </a:rPr>
              <a:t>SensitivePersonalData</a:t>
            </a:r>
            <a:r>
              <a:rPr lang="de-DE" sz="1400">
                <a:latin typeface="Arial"/>
                <a:cs typeface="Arial"/>
              </a:rPr>
              <a:t>`. Sie sind in der Regel für Analysen </a:t>
            </a:r>
            <a:endParaRPr lang="de-DE">
              <a:cs typeface="Arial"/>
            </a:endParaRPr>
          </a:p>
          <a:p>
            <a:r>
              <a:rPr lang="de-DE" sz="1400">
                <a:latin typeface="Arial"/>
                <a:cs typeface="Arial"/>
              </a:rPr>
              <a:t>sicher zu behalten, solange sie nicht mit Personen‑IDs verknüpft werden. |</a:t>
            </a:r>
            <a:endParaRPr lang="de-DE">
              <a:cs typeface="Arial"/>
            </a:endParaRPr>
          </a:p>
        </p:txBody>
      </p:sp>
    </p:spTree>
    <p:extLst>
      <p:ext uri="{BB962C8B-B14F-4D97-AF65-F5344CB8AC3E}">
        <p14:creationId xmlns:p14="http://schemas.microsoft.com/office/powerpoint/2010/main" val="3470691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02E0C-977C-EF06-2008-86FDAB0061D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93C6129-4CAF-BFAA-F1CE-6A0CF0D4EFA9}"/>
              </a:ext>
            </a:extLst>
          </p:cNvPr>
          <p:cNvSpPr>
            <a:spLocks noGrp="1"/>
          </p:cNvSpPr>
          <p:nvPr>
            <p:ph type="title"/>
          </p:nvPr>
        </p:nvSpPr>
        <p:spPr/>
        <p:txBody>
          <a:bodyPr/>
          <a:lstStyle/>
          <a:p>
            <a:r>
              <a:rPr lang="de-DE" dirty="0">
                <a:latin typeface="Arial"/>
                <a:cs typeface="Arial"/>
              </a:rPr>
              <a:t>Weather </a:t>
            </a:r>
            <a:r>
              <a:rPr lang="de-DE" dirty="0" err="1">
                <a:latin typeface="Arial"/>
                <a:cs typeface="Arial"/>
              </a:rPr>
              <a:t>data</a:t>
            </a:r>
            <a:r>
              <a:rPr lang="de-DE" dirty="0">
                <a:latin typeface="Arial"/>
                <a:cs typeface="Arial"/>
              </a:rPr>
              <a:t> </a:t>
            </a:r>
            <a:r>
              <a:rPr lang="de-DE" dirty="0" err="1">
                <a:latin typeface="Arial"/>
                <a:cs typeface="Arial"/>
              </a:rPr>
              <a:t>given</a:t>
            </a:r>
            <a:r>
              <a:rPr lang="de-DE" dirty="0">
                <a:latin typeface="Arial"/>
                <a:cs typeface="Arial"/>
              </a:rPr>
              <a:t> TECH</a:t>
            </a:r>
            <a:endParaRPr lang="de-DE" dirty="0" err="1"/>
          </a:p>
        </p:txBody>
      </p:sp>
      <p:sp>
        <p:nvSpPr>
          <p:cNvPr id="3" name="Textplatzhalter 2">
            <a:extLst>
              <a:ext uri="{FF2B5EF4-FFF2-40B4-BE49-F238E27FC236}">
                <a16:creationId xmlns:a16="http://schemas.microsoft.com/office/drawing/2014/main" id="{2C365A27-EF77-2A32-8DFE-60E0352EACE9}"/>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12 = 12 / 12 = 1</a:t>
            </a:r>
            <a:endParaRPr lang="de-DE" dirty="0"/>
          </a:p>
          <a:p>
            <a:r>
              <a:rPr lang="de-DE" dirty="0">
                <a:latin typeface="Arial"/>
                <a:cs typeface="Arial"/>
              </a:rPr>
              <a:t>Precision = TP / (TP+FP) = 1 / 1 = 1</a:t>
            </a:r>
            <a:endParaRPr lang="de-DE"/>
          </a:p>
          <a:p>
            <a:r>
              <a:rPr lang="de-DE" dirty="0">
                <a:latin typeface="Arial"/>
                <a:cs typeface="Arial"/>
              </a:rPr>
              <a:t>Recall = TP / (TP+FN) = 3 / 3 = 1</a:t>
            </a:r>
          </a:p>
          <a:p>
            <a:r>
              <a:rPr lang="de-DE" dirty="0">
                <a:latin typeface="Arial"/>
                <a:cs typeface="Arial"/>
              </a:rPr>
              <a:t>F1 = 2PR / (P + R) = 1</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C4CAB486-02D4-3607-1571-42109A3BC95E}"/>
              </a:ext>
            </a:extLst>
          </p:cNvPr>
          <p:cNvGraphicFramePr>
            <a:graphicFrameLocks noGrp="1"/>
          </p:cNvGraphicFramePr>
          <p:nvPr>
            <p:extLst>
              <p:ext uri="{D42A27DB-BD31-4B8C-83A1-F6EECF244321}">
                <p14:modId xmlns:p14="http://schemas.microsoft.com/office/powerpoint/2010/main" val="959431236"/>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r>
                        <a:rPr lang="de-DE" dirty="0"/>
                        <a:t>3</a:t>
                      </a:r>
                    </a:p>
                  </a:txBody>
                  <a:tcPr/>
                </a:tc>
                <a:tc>
                  <a:txBody>
                    <a:bodyPr/>
                    <a:lstStyle/>
                    <a:p>
                      <a:r>
                        <a:rPr lang="de-DE" dirty="0"/>
                        <a:t>0</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0</a:t>
                      </a:r>
                    </a:p>
                  </a:txBody>
                  <a:tcPr/>
                </a:tc>
                <a:tc>
                  <a:txBody>
                    <a:bodyPr/>
                    <a:lstStyle/>
                    <a:p>
                      <a:r>
                        <a:rPr lang="de-DE" dirty="0"/>
                        <a:t>9</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2388977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891E79-5255-7801-1A9D-5991B8FF6D40}"/>
              </a:ext>
            </a:extLst>
          </p:cNvPr>
          <p:cNvSpPr>
            <a:spLocks noGrp="1"/>
          </p:cNvSpPr>
          <p:nvPr>
            <p:ph type="title"/>
          </p:nvPr>
        </p:nvSpPr>
        <p:spPr/>
        <p:txBody>
          <a:bodyPr/>
          <a:lstStyle/>
          <a:p>
            <a:r>
              <a:rPr lang="en-US" err="1">
                <a:latin typeface="Arial"/>
                <a:cs typeface="Arial"/>
              </a:rPr>
              <a:t>Feeder_metadata</a:t>
            </a:r>
            <a:endParaRPr lang="en-US" err="1"/>
          </a:p>
        </p:txBody>
      </p:sp>
      <p:graphicFrame>
        <p:nvGraphicFramePr>
          <p:cNvPr id="4" name="Tabelle 3">
            <a:extLst>
              <a:ext uri="{FF2B5EF4-FFF2-40B4-BE49-F238E27FC236}">
                <a16:creationId xmlns:a16="http://schemas.microsoft.com/office/drawing/2014/main" id="{7E6D720A-DB4B-97B9-AE33-8D4C679E2CA0}"/>
              </a:ext>
            </a:extLst>
          </p:cNvPr>
          <p:cNvGraphicFramePr>
            <a:graphicFrameLocks noGrp="1"/>
          </p:cNvGraphicFramePr>
          <p:nvPr>
            <p:extLst>
              <p:ext uri="{D42A27DB-BD31-4B8C-83A1-F6EECF244321}">
                <p14:modId xmlns:p14="http://schemas.microsoft.com/office/powerpoint/2010/main" val="4235558716"/>
              </p:ext>
            </p:extLst>
          </p:nvPr>
        </p:nvGraphicFramePr>
        <p:xfrm>
          <a:off x="284480" y="976376"/>
          <a:ext cx="8561016" cy="3320370"/>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578470">
                <a:tc>
                  <a:txBody>
                    <a:bodyPr/>
                    <a:lstStyle/>
                    <a:p>
                      <a:r>
                        <a:rPr lang="de-DE" sz="1400"/>
                        <a:t>Me</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3103680"/>
                  </a:ext>
                </a:extLst>
              </a:tr>
              <a:tr h="578470">
                <a:tc>
                  <a:txBody>
                    <a:bodyPr/>
                    <a:lstStyle/>
                    <a:p>
                      <a:r>
                        <a:rPr lang="de-DE" sz="1400"/>
                        <a:t>PII</a:t>
                      </a:r>
                    </a:p>
                  </a:txBody>
                  <a:tcPr/>
                </a:tc>
                <a:tc>
                  <a:txBody>
                    <a:bodyPr/>
                    <a:lstStyle/>
                    <a:p>
                      <a:r>
                        <a:rPr lang="de-DE" sz="1400"/>
                        <a:t>0</a:t>
                      </a:r>
                    </a:p>
                  </a:txBody>
                  <a:tcPr/>
                </a:tc>
                <a:tc>
                  <a:txBody>
                    <a:bodyPr/>
                    <a:lstStyle/>
                    <a:p>
                      <a:r>
                        <a:rPr lang="de-DE" sz="1400"/>
                        <a:t>0</a:t>
                      </a:r>
                    </a:p>
                  </a:txBody>
                  <a:tcPr/>
                </a:tc>
                <a:tc>
                  <a:txBody>
                    <a:bodyPr/>
                    <a:lstStyle/>
                    <a:p>
                      <a:r>
                        <a:rPr lang="de-DE" sz="1400"/>
                        <a:t>1 - 0.85</a:t>
                      </a:r>
                    </a:p>
                  </a:txBody>
                  <a:tcPr/>
                </a:tc>
                <a:tc>
                  <a:txBody>
                    <a:bodyPr/>
                    <a:lstStyle/>
                    <a:p>
                      <a:r>
                        <a:rPr lang="de-DE" sz="1400"/>
                        <a:t>0</a:t>
                      </a:r>
                    </a:p>
                  </a:txBody>
                  <a:tcPr/>
                </a:tc>
                <a:tc>
                  <a:txBody>
                    <a:bodyPr/>
                    <a:lstStyle/>
                    <a:p>
                      <a:r>
                        <a:rPr lang="de-DE" sz="1400"/>
                        <a:t>0</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1</a:t>
                      </a:r>
                    </a:p>
                  </a:txBody>
                  <a:tcPr/>
                </a:tc>
                <a:tc>
                  <a:txBody>
                    <a:bodyPr/>
                    <a:lstStyle/>
                    <a:p>
                      <a:pPr lvl="0">
                        <a:buNone/>
                      </a:pPr>
                      <a:r>
                        <a:rPr lang="de-DE" sz="1400"/>
                        <a:t>0</a:t>
                      </a:r>
                    </a:p>
                  </a:txBody>
                  <a:tcPr/>
                </a:tc>
                <a:extLst>
                  <a:ext uri="{0D108BD9-81ED-4DB2-BD59-A6C34878D82A}">
                    <a16:rowId xmlns:a16="http://schemas.microsoft.com/office/drawing/2014/main" val="106881726"/>
                  </a:ext>
                </a:extLst>
              </a:tr>
              <a:tr h="578470">
                <a:tc>
                  <a:txBody>
                    <a:bodyPr/>
                    <a:lstStyle/>
                    <a:p>
                      <a:r>
                        <a:rPr lang="de-DE" sz="1400"/>
                        <a:t>LLM</a:t>
                      </a:r>
                    </a:p>
                  </a:txBody>
                  <a:tcPr/>
                </a:tc>
                <a:tc>
                  <a:txBody>
                    <a:bodyPr/>
                    <a:lstStyle/>
                    <a:p>
                      <a:r>
                        <a:rPr lang="de-DE" sz="1400"/>
                        <a:t>1 - 0.92</a:t>
                      </a:r>
                      <a:endParaRPr lang="de-DE"/>
                    </a:p>
                  </a:txBody>
                  <a:tcPr/>
                </a:tc>
                <a:tc>
                  <a:txBody>
                    <a:bodyPr/>
                    <a:lstStyle/>
                    <a:p>
                      <a:r>
                        <a:rPr lang="de-DE" sz="1400"/>
                        <a:t>1 - 0.90</a:t>
                      </a:r>
                    </a:p>
                  </a:txBody>
                  <a:tcPr/>
                </a:tc>
                <a:tc>
                  <a:txBody>
                    <a:bodyPr/>
                    <a:lstStyle/>
                    <a:p>
                      <a:r>
                        <a:rPr lang="de-DE" sz="1400"/>
                        <a:t>1 - 0.85</a:t>
                      </a:r>
                    </a:p>
                  </a:txBody>
                  <a:tcPr/>
                </a:tc>
                <a:tc>
                  <a:txBody>
                    <a:bodyPr/>
                    <a:lstStyle/>
                    <a:p>
                      <a:r>
                        <a:rPr lang="de-DE" sz="1400"/>
                        <a:t>1 - 0.80</a:t>
                      </a:r>
                    </a:p>
                  </a:txBody>
                  <a:tcPr/>
                </a:tc>
                <a:tc>
                  <a:txBody>
                    <a:bodyPr/>
                    <a:lstStyle/>
                    <a:p>
                      <a:r>
                        <a:rPr lang="de-DE" sz="1400"/>
                        <a:t>1 - 0.78</a:t>
                      </a:r>
                    </a:p>
                  </a:txBody>
                  <a:tcPr/>
                </a:tc>
                <a:tc>
                  <a:txBody>
                    <a:bodyPr/>
                    <a:lstStyle/>
                    <a:p>
                      <a:r>
                        <a:rPr lang="de-DE" sz="1400"/>
                        <a:t>1 - 0.75</a:t>
                      </a:r>
                    </a:p>
                  </a:txBody>
                  <a:tcPr/>
                </a:tc>
                <a:tc>
                  <a:txBody>
                    <a:bodyPr/>
                    <a:lstStyle/>
                    <a:p>
                      <a:r>
                        <a:rPr lang="de-DE" sz="1400"/>
                        <a:t>1- 0.73</a:t>
                      </a:r>
                    </a:p>
                  </a:txBody>
                  <a:tcPr/>
                </a:tc>
                <a:tc>
                  <a:txBody>
                    <a:bodyPr/>
                    <a:lstStyle/>
                    <a:p>
                      <a:r>
                        <a:rPr lang="de-DE" sz="1400"/>
                        <a:t>1- 0.72</a:t>
                      </a:r>
                    </a:p>
                  </a:txBody>
                  <a:tcPr/>
                </a:tc>
                <a:tc>
                  <a:txBody>
                    <a:bodyPr/>
                    <a:lstStyle/>
                    <a:p>
                      <a:r>
                        <a:rPr lang="de-DE" sz="1400"/>
                        <a:t>0.5 -  0.70</a:t>
                      </a:r>
                    </a:p>
                  </a:txBody>
                  <a:tcPr/>
                </a:tc>
                <a:tc>
                  <a:txBody>
                    <a:bodyPr/>
                    <a:lstStyle/>
                    <a:p>
                      <a:pPr lvl="0">
                        <a:buNone/>
                      </a:pPr>
                      <a:r>
                        <a:rPr lang="de-DE" sz="1400"/>
                        <a:t>0.5 - 0.68</a:t>
                      </a:r>
                    </a:p>
                  </a:txBody>
                  <a:tcPr/>
                </a:tc>
                <a:tc>
                  <a:txBody>
                    <a:bodyPr/>
                    <a:lstStyle/>
                    <a:p>
                      <a:pPr lvl="0">
                        <a:buNone/>
                      </a:pPr>
                      <a:r>
                        <a:rPr lang="de-DE" sz="1400"/>
                        <a:t>0.5 - 0.66</a:t>
                      </a:r>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3D98F2E1-6993-B6C3-2D03-D996F21AD843}"/>
              </a:ext>
            </a:extLst>
          </p:cNvPr>
          <p:cNvGraphicFramePr>
            <a:graphicFrameLocks noGrp="1"/>
          </p:cNvGraphicFramePr>
          <p:nvPr>
            <p:extLst>
              <p:ext uri="{D42A27DB-BD31-4B8C-83A1-F6EECF244321}">
                <p14:modId xmlns:p14="http://schemas.microsoft.com/office/powerpoint/2010/main" val="1590798939"/>
              </p:ext>
            </p:extLst>
          </p:nvPr>
        </p:nvGraphicFramePr>
        <p:xfrm>
          <a:off x="284480" y="4562856"/>
          <a:ext cx="8571408" cy="2631440"/>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198767"/>
                  </a:ext>
                </a:extLst>
              </a:tr>
              <a:tr h="370840">
                <a:tc>
                  <a:txBody>
                    <a:bodyPr/>
                    <a:lstStyle/>
                    <a:p>
                      <a:r>
                        <a:rPr lang="de-DE" sz="1400"/>
                        <a:t>0</a:t>
                      </a:r>
                    </a:p>
                  </a:txBody>
                  <a:tcPr/>
                </a:tc>
                <a:tc>
                  <a:txBody>
                    <a:bodyPr/>
                    <a:lstStyle/>
                    <a:p>
                      <a:r>
                        <a:rPr lang="de-DE" sz="1400"/>
                        <a:t>0</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pPr lvl="0">
                        <a:buNone/>
                      </a:pPr>
                      <a:r>
                        <a:rPr lang="de-DE" sz="1400"/>
                        <a:t>1</a:t>
                      </a:r>
                    </a:p>
                  </a:txBody>
                  <a:tcPr/>
                </a:tc>
                <a:tc>
                  <a:txBody>
                    <a:bodyPr/>
                    <a:lstStyle/>
                    <a:p>
                      <a:pPr lvl="0">
                        <a:buNone/>
                      </a:pPr>
                      <a:r>
                        <a:rPr lang="de-DE" sz="1400"/>
                        <a:t>1</a:t>
                      </a:r>
                    </a:p>
                  </a:txBody>
                  <a:tcPr/>
                </a:tc>
                <a:extLst>
                  <a:ext uri="{0D108BD9-81ED-4DB2-BD59-A6C34878D82A}">
                    <a16:rowId xmlns:a16="http://schemas.microsoft.com/office/drawing/2014/main" val="86531038"/>
                  </a:ext>
                </a:extLst>
              </a:tr>
              <a:tr h="370840">
                <a:tc>
                  <a:txBody>
                    <a:bodyPr/>
                    <a:lstStyle/>
                    <a:p>
                      <a:r>
                        <a:rPr lang="de-DE" sz="1400"/>
                        <a:t>0.5 - 0.64</a:t>
                      </a:r>
                    </a:p>
                  </a:txBody>
                  <a:tcPr/>
                </a:tc>
                <a:tc>
                  <a:txBody>
                    <a:bodyPr/>
                    <a:lstStyle/>
                    <a:p>
                      <a:r>
                        <a:rPr lang="de-DE" sz="1400"/>
                        <a:t>0.5 - 0.63</a:t>
                      </a:r>
                    </a:p>
                  </a:txBody>
                  <a:tcPr/>
                </a:tc>
                <a:tc>
                  <a:txBody>
                    <a:bodyPr/>
                    <a:lstStyle/>
                    <a:p>
                      <a:r>
                        <a:rPr lang="de-DE" sz="1400"/>
                        <a:t>0.5 - 0.62</a:t>
                      </a:r>
                    </a:p>
                  </a:txBody>
                  <a:tcPr/>
                </a:tc>
                <a:tc>
                  <a:txBody>
                    <a:bodyPr/>
                    <a:lstStyle/>
                    <a:p>
                      <a:r>
                        <a:rPr lang="de-DE" sz="1400"/>
                        <a:t>0.5 - 0.61</a:t>
                      </a:r>
                    </a:p>
                  </a:txBody>
                  <a:tcPr/>
                </a:tc>
                <a:tc>
                  <a:txBody>
                    <a:bodyPr/>
                    <a:lstStyle/>
                    <a:p>
                      <a:r>
                        <a:rPr lang="de-DE" sz="1400"/>
                        <a:t>0.5 - 0.60</a:t>
                      </a:r>
                    </a:p>
                  </a:txBody>
                  <a:tcPr/>
                </a:tc>
                <a:tc>
                  <a:txBody>
                    <a:bodyPr/>
                    <a:lstStyle/>
                    <a:p>
                      <a:r>
                        <a:rPr lang="de-DE" sz="1400"/>
                        <a:t>0 - 0.58</a:t>
                      </a:r>
                    </a:p>
                  </a:txBody>
                  <a:tcPr/>
                </a:tc>
                <a:tc>
                  <a:txBody>
                    <a:bodyPr/>
                    <a:lstStyle/>
                    <a:p>
                      <a:r>
                        <a:rPr lang="de-DE" sz="1400"/>
                        <a:t>0 - 0.57</a:t>
                      </a:r>
                    </a:p>
                  </a:txBody>
                  <a:tcPr/>
                </a:tc>
                <a:tc>
                  <a:txBody>
                    <a:bodyPr/>
                    <a:lstStyle/>
                    <a:p>
                      <a:r>
                        <a:rPr lang="de-DE" sz="1400"/>
                        <a:t>0 - 0.56</a:t>
                      </a:r>
                    </a:p>
                  </a:txBody>
                  <a:tcPr/>
                </a:tc>
                <a:tc>
                  <a:txBody>
                    <a:bodyPr/>
                    <a:lstStyle/>
                    <a:p>
                      <a:r>
                        <a:rPr lang="de-DE" sz="1400"/>
                        <a:t>0 - 0.55</a:t>
                      </a:r>
                    </a:p>
                  </a:txBody>
                  <a:tcPr/>
                </a:tc>
                <a:tc>
                  <a:txBody>
                    <a:bodyPr/>
                    <a:lstStyle/>
                    <a:p>
                      <a:r>
                        <a:rPr lang="de-DE" sz="1400"/>
                        <a:t>0 - 0.53</a:t>
                      </a:r>
                    </a:p>
                  </a:txBody>
                  <a:tcPr/>
                </a:tc>
                <a:tc>
                  <a:txBody>
                    <a:bodyPr/>
                    <a:lstStyle/>
                    <a:p>
                      <a:pPr lvl="0">
                        <a:buNone/>
                      </a:pPr>
                      <a:r>
                        <a:rPr lang="de-DE" sz="1400"/>
                        <a:t>0 - 0.52</a:t>
                      </a:r>
                    </a:p>
                  </a:txBody>
                  <a:tcPr/>
                </a:tc>
                <a:tc>
                  <a:txBody>
                    <a:bodyPr/>
                    <a:lstStyle/>
                    <a:p>
                      <a:pPr lvl="0">
                        <a:buNone/>
                      </a:pPr>
                      <a:r>
                        <a:rPr lang="de-DE" sz="1400"/>
                        <a:t>0 - 0.51</a:t>
                      </a:r>
                    </a:p>
                  </a:txBody>
                  <a:tcPr/>
                </a:tc>
                <a:extLst>
                  <a:ext uri="{0D108BD9-81ED-4DB2-BD59-A6C34878D82A}">
                    <a16:rowId xmlns:a16="http://schemas.microsoft.com/office/drawing/2014/main" val="2377502259"/>
                  </a:ext>
                </a:extLst>
              </a:tr>
            </a:tbl>
          </a:graphicData>
        </a:graphic>
      </p:graphicFrame>
    </p:spTree>
    <p:extLst>
      <p:ext uri="{BB962C8B-B14F-4D97-AF65-F5344CB8AC3E}">
        <p14:creationId xmlns:p14="http://schemas.microsoft.com/office/powerpoint/2010/main" val="3651484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43CE9-F5F7-D94C-EADB-2C749BE7B28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A3691F1-275F-DEA9-2A42-1CF5CCD5F83D}"/>
              </a:ext>
            </a:extLst>
          </p:cNvPr>
          <p:cNvSpPr>
            <a:spLocks noGrp="1"/>
          </p:cNvSpPr>
          <p:nvPr>
            <p:ph type="title"/>
          </p:nvPr>
        </p:nvSpPr>
        <p:spPr/>
        <p:txBody>
          <a:bodyPr/>
          <a:lstStyle/>
          <a:p>
            <a:r>
              <a:rPr lang="de-DE" dirty="0" err="1">
                <a:latin typeface="Arial"/>
                <a:cs typeface="Arial"/>
              </a:rPr>
              <a:t>Feeder_metadata</a:t>
            </a:r>
            <a:endParaRPr lang="en-US" dirty="0" err="1"/>
          </a:p>
        </p:txBody>
      </p:sp>
      <p:sp>
        <p:nvSpPr>
          <p:cNvPr id="3" name="Textplatzhalter 2">
            <a:extLst>
              <a:ext uri="{FF2B5EF4-FFF2-40B4-BE49-F238E27FC236}">
                <a16:creationId xmlns:a16="http://schemas.microsoft.com/office/drawing/2014/main" id="{DB86B6ED-1BD3-C90B-7C7A-6A60C497031E}"/>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22 = 10 / 22 = 0.455</a:t>
            </a:r>
            <a:endParaRPr lang="de-DE" dirty="0"/>
          </a:p>
          <a:p>
            <a:r>
              <a:rPr lang="de-DE" dirty="0">
                <a:latin typeface="Arial"/>
                <a:cs typeface="Arial"/>
              </a:rPr>
              <a:t>Precision = TP / (TP+FP) = 1 / 11 = 0.091</a:t>
            </a:r>
            <a:endParaRPr lang="de-DE" dirty="0"/>
          </a:p>
          <a:p>
            <a:r>
              <a:rPr lang="de-DE" dirty="0">
                <a:latin typeface="Arial"/>
                <a:cs typeface="Arial"/>
              </a:rPr>
              <a:t>Recall = TP / (TP+FN) = 1 / 3 = 0.333</a:t>
            </a:r>
          </a:p>
          <a:p>
            <a:r>
              <a:rPr lang="de-DE" dirty="0">
                <a:latin typeface="Arial"/>
                <a:cs typeface="Arial"/>
              </a:rPr>
              <a:t>F1 = 2PR / (P + R) = 0.143</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B28531DC-EA48-640C-F67A-FE47CAF17911}"/>
              </a:ext>
            </a:extLst>
          </p:cNvPr>
          <p:cNvGraphicFramePr>
            <a:graphicFrameLocks noGrp="1"/>
          </p:cNvGraphicFramePr>
          <p:nvPr>
            <p:extLst>
              <p:ext uri="{D42A27DB-BD31-4B8C-83A1-F6EECF244321}">
                <p14:modId xmlns:p14="http://schemas.microsoft.com/office/powerpoint/2010/main" val="1389436869"/>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pPr lvl="0">
                        <a:buNone/>
                      </a:pPr>
                      <a:r>
                        <a:rPr lang="de-DE" dirty="0"/>
                        <a:t>PII</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pPr lvl="0">
                        <a:buNone/>
                      </a:pPr>
                      <a:r>
                        <a:rPr lang="de-DE" dirty="0"/>
                        <a:t>1</a:t>
                      </a:r>
                    </a:p>
                  </a:txBody>
                  <a:tcPr/>
                </a:tc>
                <a:tc>
                  <a:txBody>
                    <a:bodyPr/>
                    <a:lstStyle/>
                    <a:p>
                      <a:r>
                        <a:rPr lang="de-DE" dirty="0"/>
                        <a:t>2</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10</a:t>
                      </a:r>
                    </a:p>
                  </a:txBody>
                  <a:tcPr/>
                </a:tc>
                <a:tc>
                  <a:txBody>
                    <a:bodyPr/>
                    <a:lstStyle/>
                    <a:p>
                      <a:r>
                        <a:rPr lang="de-DE" dirty="0"/>
                        <a:t>9</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3341408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24004-2715-3417-3F2D-FAA90617B3D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E9CB6EB-D7F2-0FB8-C04E-58651560D114}"/>
              </a:ext>
            </a:extLst>
          </p:cNvPr>
          <p:cNvSpPr>
            <a:spLocks noGrp="1"/>
          </p:cNvSpPr>
          <p:nvPr>
            <p:ph type="title"/>
          </p:nvPr>
        </p:nvSpPr>
        <p:spPr/>
        <p:txBody>
          <a:bodyPr/>
          <a:lstStyle/>
          <a:p>
            <a:r>
              <a:rPr lang="de-DE" dirty="0" err="1">
                <a:latin typeface="Arial"/>
                <a:cs typeface="Arial"/>
              </a:rPr>
              <a:t>Feeder_metadata</a:t>
            </a:r>
            <a:endParaRPr lang="en-US" dirty="0" err="1"/>
          </a:p>
        </p:txBody>
      </p:sp>
      <p:sp>
        <p:nvSpPr>
          <p:cNvPr id="3" name="Textplatzhalter 2">
            <a:extLst>
              <a:ext uri="{FF2B5EF4-FFF2-40B4-BE49-F238E27FC236}">
                <a16:creationId xmlns:a16="http://schemas.microsoft.com/office/drawing/2014/main" id="{9195B969-233A-8785-EC23-C679739C7C3A}"/>
              </a:ext>
            </a:extLst>
          </p:cNvPr>
          <p:cNvSpPr>
            <a:spLocks noGrp="1"/>
          </p:cNvSpPr>
          <p:nvPr>
            <p:ph type="body" sz="quarter" idx="12"/>
          </p:nvPr>
        </p:nvSpPr>
        <p:spPr>
          <a:xfrm>
            <a:off x="287338" y="2135795"/>
            <a:ext cx="8569325" cy="3414562"/>
          </a:xfrm>
        </p:spPr>
        <p:txBody>
          <a:bodyPr lIns="0" tIns="0" rIns="0" bIns="0" anchor="t"/>
          <a:lstStyle/>
          <a:p>
            <a:r>
              <a:rPr lang="de-DE" dirty="0" err="1">
                <a:latin typeface="Arial"/>
                <a:cs typeface="Arial"/>
              </a:rPr>
              <a:t>Accuracy</a:t>
            </a:r>
            <a:r>
              <a:rPr lang="de-DE" dirty="0">
                <a:latin typeface="Arial"/>
                <a:cs typeface="Arial"/>
              </a:rPr>
              <a:t> = (TP+TN) / 22 = 17 / 22 = 0.773</a:t>
            </a:r>
            <a:endParaRPr lang="de-DE" dirty="0"/>
          </a:p>
          <a:p>
            <a:r>
              <a:rPr lang="de-DE" dirty="0">
                <a:latin typeface="Arial"/>
                <a:cs typeface="Arial"/>
              </a:rPr>
              <a:t>Precision = TP / (TP+FP) = 3 / 8 = 0.375</a:t>
            </a:r>
            <a:endParaRPr lang="de-DE" dirty="0"/>
          </a:p>
          <a:p>
            <a:r>
              <a:rPr lang="de-DE" dirty="0">
                <a:latin typeface="Arial"/>
                <a:cs typeface="Arial"/>
              </a:rPr>
              <a:t>Recall = TP / (TP+FN) = 3 / 3 = 1</a:t>
            </a:r>
          </a:p>
          <a:p>
            <a:r>
              <a:rPr lang="de-DE" dirty="0">
                <a:latin typeface="Arial"/>
                <a:cs typeface="Arial"/>
              </a:rPr>
              <a:t>F1 = 2PR / (P + R) = 0.545</a:t>
            </a:r>
          </a:p>
          <a:p>
            <a:endParaRPr lang="de-DE" dirty="0"/>
          </a:p>
          <a:p>
            <a:endParaRPr lang="de-DE" dirty="0"/>
          </a:p>
          <a:p>
            <a:endParaRPr lang="de-DE" dirty="0"/>
          </a:p>
        </p:txBody>
      </p:sp>
      <p:graphicFrame>
        <p:nvGraphicFramePr>
          <p:cNvPr id="4" name="Tabelle 3">
            <a:extLst>
              <a:ext uri="{FF2B5EF4-FFF2-40B4-BE49-F238E27FC236}">
                <a16:creationId xmlns:a16="http://schemas.microsoft.com/office/drawing/2014/main" id="{6151ABCD-BAEC-267F-E891-3EBC8F1381C3}"/>
              </a:ext>
            </a:extLst>
          </p:cNvPr>
          <p:cNvGraphicFramePr>
            <a:graphicFrameLocks noGrp="1"/>
          </p:cNvGraphicFramePr>
          <p:nvPr>
            <p:extLst>
              <p:ext uri="{D42A27DB-BD31-4B8C-83A1-F6EECF244321}">
                <p14:modId xmlns:p14="http://schemas.microsoft.com/office/powerpoint/2010/main" val="2351535033"/>
              </p:ext>
            </p:extLst>
          </p:nvPr>
        </p:nvGraphicFramePr>
        <p:xfrm>
          <a:off x="289884" y="868291"/>
          <a:ext cx="5999133" cy="1112520"/>
        </p:xfrm>
        <a:graphic>
          <a:graphicData uri="http://schemas.openxmlformats.org/drawingml/2006/table">
            <a:tbl>
              <a:tblPr firstRow="1" bandRow="1">
                <a:tableStyleId>{5C22544A-7EE6-4342-B048-85BDC9FD1C3A}</a:tableStyleId>
              </a:tblPr>
              <a:tblGrid>
                <a:gridCol w="1999711">
                  <a:extLst>
                    <a:ext uri="{9D8B030D-6E8A-4147-A177-3AD203B41FA5}">
                      <a16:colId xmlns:a16="http://schemas.microsoft.com/office/drawing/2014/main" val="1456378999"/>
                    </a:ext>
                  </a:extLst>
                </a:gridCol>
                <a:gridCol w="1999711">
                  <a:extLst>
                    <a:ext uri="{9D8B030D-6E8A-4147-A177-3AD203B41FA5}">
                      <a16:colId xmlns:a16="http://schemas.microsoft.com/office/drawing/2014/main" val="2961793323"/>
                    </a:ext>
                  </a:extLst>
                </a:gridCol>
                <a:gridCol w="1999711">
                  <a:extLst>
                    <a:ext uri="{9D8B030D-6E8A-4147-A177-3AD203B41FA5}">
                      <a16:colId xmlns:a16="http://schemas.microsoft.com/office/drawing/2014/main" val="1522011440"/>
                    </a:ext>
                  </a:extLst>
                </a:gridCol>
              </a:tblGrid>
              <a:tr h="370840">
                <a:tc>
                  <a:txBody>
                    <a:bodyPr/>
                    <a:lstStyle/>
                    <a:p>
                      <a:pPr lvl="0">
                        <a:buNone/>
                      </a:pPr>
                      <a:r>
                        <a:rPr lang="de-DE" dirty="0"/>
                        <a:t>LLM</a:t>
                      </a:r>
                    </a:p>
                  </a:txBody>
                  <a:tcPr/>
                </a:tc>
                <a:tc>
                  <a:txBody>
                    <a:bodyPr/>
                    <a:lstStyle/>
                    <a:p>
                      <a:r>
                        <a:rPr lang="de-DE" dirty="0" err="1"/>
                        <a:t>Predicted</a:t>
                      </a:r>
                      <a:r>
                        <a:rPr lang="de-DE" dirty="0"/>
                        <a:t> P</a:t>
                      </a:r>
                    </a:p>
                  </a:txBody>
                  <a:tcPr/>
                </a:tc>
                <a:tc>
                  <a:txBody>
                    <a:bodyPr/>
                    <a:lstStyle/>
                    <a:p>
                      <a:r>
                        <a:rPr lang="de-DE" dirty="0" err="1"/>
                        <a:t>Predicted</a:t>
                      </a:r>
                      <a:r>
                        <a:rPr lang="de-DE" dirty="0"/>
                        <a:t> N</a:t>
                      </a:r>
                    </a:p>
                  </a:txBody>
                  <a:tcPr/>
                </a:tc>
                <a:extLst>
                  <a:ext uri="{0D108BD9-81ED-4DB2-BD59-A6C34878D82A}">
                    <a16:rowId xmlns:a16="http://schemas.microsoft.com/office/drawing/2014/main" val="812812174"/>
                  </a:ext>
                </a:extLst>
              </a:tr>
              <a:tr h="370840">
                <a:tc>
                  <a:txBody>
                    <a:bodyPr/>
                    <a:lstStyle/>
                    <a:p>
                      <a:r>
                        <a:rPr lang="de-DE" dirty="0"/>
                        <a:t>Actual P</a:t>
                      </a:r>
                    </a:p>
                  </a:txBody>
                  <a:tcPr/>
                </a:tc>
                <a:tc>
                  <a:txBody>
                    <a:bodyPr/>
                    <a:lstStyle/>
                    <a:p>
                      <a:pPr lvl="0">
                        <a:buNone/>
                      </a:pPr>
                      <a:r>
                        <a:rPr lang="de-DE" dirty="0"/>
                        <a:t>3</a:t>
                      </a:r>
                    </a:p>
                  </a:txBody>
                  <a:tcPr/>
                </a:tc>
                <a:tc>
                  <a:txBody>
                    <a:bodyPr/>
                    <a:lstStyle/>
                    <a:p>
                      <a:r>
                        <a:rPr lang="de-DE" dirty="0"/>
                        <a:t>0</a:t>
                      </a:r>
                    </a:p>
                  </a:txBody>
                  <a:tcPr/>
                </a:tc>
                <a:extLst>
                  <a:ext uri="{0D108BD9-81ED-4DB2-BD59-A6C34878D82A}">
                    <a16:rowId xmlns:a16="http://schemas.microsoft.com/office/drawing/2014/main" val="3654718398"/>
                  </a:ext>
                </a:extLst>
              </a:tr>
              <a:tr h="370840">
                <a:tc>
                  <a:txBody>
                    <a:bodyPr/>
                    <a:lstStyle/>
                    <a:p>
                      <a:pPr lvl="0" algn="l">
                        <a:lnSpc>
                          <a:spcPct val="100000"/>
                        </a:lnSpc>
                        <a:spcBef>
                          <a:spcPts val="0"/>
                        </a:spcBef>
                        <a:spcAft>
                          <a:spcPts val="0"/>
                        </a:spcAft>
                        <a:buNone/>
                      </a:pPr>
                      <a:r>
                        <a:rPr lang="de-DE" sz="1800" b="0" i="0" u="none" strike="noStrike" noProof="0" dirty="0">
                          <a:solidFill>
                            <a:srgbClr val="000000"/>
                          </a:solidFill>
                          <a:latin typeface="Arial"/>
                          <a:cs typeface="Arial"/>
                        </a:rPr>
                        <a:t>Actual N</a:t>
                      </a:r>
                    </a:p>
                  </a:txBody>
                  <a:tcPr/>
                </a:tc>
                <a:tc>
                  <a:txBody>
                    <a:bodyPr/>
                    <a:lstStyle/>
                    <a:p>
                      <a:pPr lvl="0">
                        <a:buNone/>
                      </a:pPr>
                      <a:r>
                        <a:rPr lang="de-DE" dirty="0"/>
                        <a:t>5</a:t>
                      </a:r>
                    </a:p>
                  </a:txBody>
                  <a:tcPr/>
                </a:tc>
                <a:tc>
                  <a:txBody>
                    <a:bodyPr/>
                    <a:lstStyle/>
                    <a:p>
                      <a:r>
                        <a:rPr lang="de-DE" dirty="0"/>
                        <a:t>14</a:t>
                      </a:r>
                    </a:p>
                  </a:txBody>
                  <a:tcPr/>
                </a:tc>
                <a:extLst>
                  <a:ext uri="{0D108BD9-81ED-4DB2-BD59-A6C34878D82A}">
                    <a16:rowId xmlns:a16="http://schemas.microsoft.com/office/drawing/2014/main" val="1202578228"/>
                  </a:ext>
                </a:extLst>
              </a:tr>
            </a:tbl>
          </a:graphicData>
        </a:graphic>
      </p:graphicFrame>
    </p:spTree>
    <p:extLst>
      <p:ext uri="{BB962C8B-B14F-4D97-AF65-F5344CB8AC3E}">
        <p14:creationId xmlns:p14="http://schemas.microsoft.com/office/powerpoint/2010/main" val="913807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BFD78-7CBD-5322-E9D6-4F4306C0EC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61C2544-35C8-5FD2-BCB6-3DFEBC592466}"/>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GPT-OSS:20b</a:t>
            </a:r>
            <a:endParaRPr lang="en-US" err="1"/>
          </a:p>
        </p:txBody>
      </p:sp>
      <p:graphicFrame>
        <p:nvGraphicFramePr>
          <p:cNvPr id="4" name="Tabelle 3">
            <a:extLst>
              <a:ext uri="{FF2B5EF4-FFF2-40B4-BE49-F238E27FC236}">
                <a16:creationId xmlns:a16="http://schemas.microsoft.com/office/drawing/2014/main" id="{5B862CCB-A068-F70B-1058-795616ADBC37}"/>
              </a:ext>
            </a:extLst>
          </p:cNvPr>
          <p:cNvGraphicFramePr>
            <a:graphicFrameLocks noGrp="1"/>
          </p:cNvGraphicFramePr>
          <p:nvPr>
            <p:extLst>
              <p:ext uri="{D42A27DB-BD31-4B8C-83A1-F6EECF244321}">
                <p14:modId xmlns:p14="http://schemas.microsoft.com/office/powerpoint/2010/main" val="112008271"/>
              </p:ext>
            </p:extLst>
          </p:nvPr>
        </p:nvGraphicFramePr>
        <p:xfrm>
          <a:off x="284480" y="976376"/>
          <a:ext cx="8561016" cy="3683922"/>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0.92</a:t>
                      </a:r>
                    </a:p>
                  </a:txBody>
                  <a:tcPr/>
                </a:tc>
                <a:tc>
                  <a:txBody>
                    <a:bodyPr/>
                    <a:lstStyle/>
                    <a:p>
                      <a:r>
                        <a:rPr lang="de-DE" sz="1400"/>
                        <a:t>0.90</a:t>
                      </a:r>
                    </a:p>
                  </a:txBody>
                  <a:tcPr/>
                </a:tc>
                <a:tc>
                  <a:txBody>
                    <a:bodyPr/>
                    <a:lstStyle/>
                    <a:p>
                      <a:r>
                        <a:rPr lang="de-DE" sz="1400"/>
                        <a:t>0.88</a:t>
                      </a:r>
                    </a:p>
                  </a:txBody>
                  <a:tcPr/>
                </a:tc>
                <a:tc>
                  <a:txBody>
                    <a:bodyPr/>
                    <a:lstStyle/>
                    <a:p>
                      <a:r>
                        <a:rPr lang="de-DE" sz="1400"/>
                        <a:t>0.70</a:t>
                      </a:r>
                    </a:p>
                  </a:txBody>
                  <a:tcPr/>
                </a:tc>
                <a:tc>
                  <a:txBody>
                    <a:bodyPr/>
                    <a:lstStyle/>
                    <a:p>
                      <a:r>
                        <a:rPr lang="de-DE" sz="1400"/>
                        <a:t>0.65</a:t>
                      </a:r>
                    </a:p>
                  </a:txBody>
                  <a:tcPr/>
                </a:tc>
                <a:tc>
                  <a:txBody>
                    <a:bodyPr/>
                    <a:lstStyle/>
                    <a:p>
                      <a:r>
                        <a:rPr lang="de-DE" sz="1400"/>
                        <a:t>0.78</a:t>
                      </a:r>
                    </a:p>
                  </a:txBody>
                  <a:tcPr/>
                </a:tc>
                <a:tc>
                  <a:txBody>
                    <a:bodyPr/>
                    <a:lstStyle/>
                    <a:p>
                      <a:r>
                        <a:rPr lang="de-DE" sz="1400"/>
                        <a:t>0.77</a:t>
                      </a:r>
                    </a:p>
                  </a:txBody>
                  <a:tcPr/>
                </a:tc>
                <a:tc>
                  <a:txBody>
                    <a:bodyPr/>
                    <a:lstStyle/>
                    <a:p>
                      <a:r>
                        <a:rPr lang="de-DE" sz="1400"/>
                        <a:t>0.76</a:t>
                      </a:r>
                    </a:p>
                  </a:txBody>
                  <a:tcPr/>
                </a:tc>
                <a:tc>
                  <a:txBody>
                    <a:bodyPr/>
                    <a:lstStyle/>
                    <a:p>
                      <a:r>
                        <a:rPr lang="de-DE" sz="1400"/>
                        <a:t>0.74</a:t>
                      </a:r>
                    </a:p>
                  </a:txBody>
                  <a:tcPr/>
                </a:tc>
                <a:tc>
                  <a:txBody>
                    <a:bodyPr/>
                    <a:lstStyle/>
                    <a:p>
                      <a:pPr lvl="0">
                        <a:buNone/>
                      </a:pPr>
                      <a:r>
                        <a:rPr lang="de-DE" sz="1400"/>
                        <a:t>0.60</a:t>
                      </a:r>
                    </a:p>
                  </a:txBody>
                  <a:tcPr/>
                </a:tc>
                <a:tc>
                  <a:txBody>
                    <a:bodyPr/>
                    <a:lstStyle/>
                    <a:p>
                      <a:pPr lvl="0">
                        <a:buNone/>
                      </a:pPr>
                      <a:r>
                        <a:rPr lang="de-DE" sz="1400"/>
                        <a:t>0.80</a:t>
                      </a:r>
                    </a:p>
                  </a:txBody>
                  <a:tcPr/>
                </a:tc>
                <a:extLst>
                  <a:ext uri="{0D108BD9-81ED-4DB2-BD59-A6C34878D82A}">
                    <a16:rowId xmlns:a16="http://schemas.microsoft.com/office/drawing/2014/main" val="43103680"/>
                  </a:ext>
                </a:extLst>
              </a:tr>
              <a:tr h="457200">
                <a:tc>
                  <a:txBody>
                    <a:bodyPr/>
                    <a:lstStyle/>
                    <a:p>
                      <a:r>
                        <a:rPr lang="de-DE" sz="1400"/>
                        <a:t>2</a:t>
                      </a:r>
                    </a:p>
                  </a:txBody>
                  <a:tcPr/>
                </a:tc>
                <a:tc>
                  <a:txBody>
                    <a:bodyPr/>
                    <a:lstStyle/>
                    <a:p>
                      <a:r>
                        <a:rPr lang="de-DE" sz="1400"/>
                        <a:t>0.92</a:t>
                      </a:r>
                    </a:p>
                  </a:txBody>
                  <a:tcPr/>
                </a:tc>
                <a:tc>
                  <a:txBody>
                    <a:bodyPr/>
                    <a:lstStyle/>
                    <a:p>
                      <a:r>
                        <a:rPr lang="de-DE" sz="1400"/>
                        <a:t>0.92</a:t>
                      </a:r>
                    </a:p>
                  </a:txBody>
                  <a:tcPr/>
                </a:tc>
                <a:tc>
                  <a:txBody>
                    <a:bodyPr/>
                    <a:lstStyle/>
                    <a:p>
                      <a:r>
                        <a:rPr lang="de-DE" sz="1400"/>
                        <a:t>0.70</a:t>
                      </a:r>
                    </a:p>
                  </a:txBody>
                  <a:tcPr/>
                </a:tc>
                <a:tc>
                  <a:txBody>
                    <a:bodyPr/>
                    <a:lstStyle/>
                    <a:p>
                      <a:r>
                        <a:rPr lang="de-DE" sz="1400"/>
                        <a:t>0.55</a:t>
                      </a:r>
                    </a:p>
                  </a:txBody>
                  <a:tcPr/>
                </a:tc>
                <a:tc>
                  <a:txBody>
                    <a:bodyPr/>
                    <a:lstStyle/>
                    <a:p>
                      <a:r>
                        <a:rPr lang="de-DE" sz="1400"/>
                        <a:t>0.55</a:t>
                      </a:r>
                    </a:p>
                  </a:txBody>
                  <a:tcPr/>
                </a:tc>
                <a:tc>
                  <a:txBody>
                    <a:bodyPr/>
                    <a:lstStyle/>
                    <a:p>
                      <a:r>
                        <a:rPr lang="de-DE" sz="1400"/>
                        <a:t>0.65</a:t>
                      </a:r>
                    </a:p>
                  </a:txBody>
                  <a:tcPr/>
                </a:tc>
                <a:tc>
                  <a:txBody>
                    <a:bodyPr/>
                    <a:lstStyle/>
                    <a:p>
                      <a:r>
                        <a:rPr lang="de-DE" sz="1400"/>
                        <a:t>0.65</a:t>
                      </a:r>
                    </a:p>
                  </a:txBody>
                  <a:tcPr/>
                </a:tc>
                <a:tc>
                  <a:txBody>
                    <a:bodyPr/>
                    <a:lstStyle/>
                    <a:p>
                      <a:r>
                        <a:rPr lang="de-DE" sz="1400"/>
                        <a:t>0.65</a:t>
                      </a:r>
                    </a:p>
                  </a:txBody>
                  <a:tcPr/>
                </a:tc>
                <a:tc>
                  <a:txBody>
                    <a:bodyPr/>
                    <a:lstStyle/>
                    <a:p>
                      <a:r>
                        <a:rPr lang="de-DE" sz="1400"/>
                        <a:t>0.65</a:t>
                      </a:r>
                    </a:p>
                  </a:txBody>
                  <a:tcPr/>
                </a:tc>
                <a:tc>
                  <a:txBody>
                    <a:bodyPr/>
                    <a:lstStyle/>
                    <a:p>
                      <a:pPr lvl="0">
                        <a:buNone/>
                      </a:pPr>
                      <a:r>
                        <a:rPr lang="de-DE" sz="1400"/>
                        <a:t>0.60</a:t>
                      </a:r>
                    </a:p>
                  </a:txBody>
                  <a:tcPr/>
                </a:tc>
                <a:tc>
                  <a:txBody>
                    <a:bodyPr/>
                    <a:lstStyle/>
                    <a:p>
                      <a:pPr lvl="0">
                        <a:buNone/>
                      </a:pPr>
                      <a:r>
                        <a:rPr lang="de-DE" sz="1400"/>
                        <a:t>0.70</a:t>
                      </a:r>
                    </a:p>
                  </a:txBody>
                  <a:tcPr/>
                </a:tc>
                <a:extLst>
                  <a:ext uri="{0D108BD9-81ED-4DB2-BD59-A6C34878D82A}">
                    <a16:rowId xmlns:a16="http://schemas.microsoft.com/office/drawing/2014/main" val="3187255955"/>
                  </a:ext>
                </a:extLst>
              </a:tr>
              <a:tr h="405245">
                <a:tc>
                  <a:txBody>
                    <a:bodyPr/>
                    <a:lstStyle/>
                    <a:p>
                      <a:pPr lvl="0">
                        <a:buNone/>
                      </a:pPr>
                      <a:r>
                        <a:rPr lang="de-DE" sz="1400"/>
                        <a:t>6</a:t>
                      </a:r>
                    </a:p>
                  </a:txBody>
                  <a:tcPr/>
                </a:tc>
                <a:tc>
                  <a:txBody>
                    <a:bodyPr/>
                    <a:lstStyle/>
                    <a:p>
                      <a:pPr lvl="0">
                        <a:buNone/>
                      </a:pPr>
                      <a:r>
                        <a:rPr lang="de-DE" sz="1400"/>
                        <a:t>0.97</a:t>
                      </a:r>
                    </a:p>
                  </a:txBody>
                  <a:tcPr/>
                </a:tc>
                <a:tc>
                  <a:txBody>
                    <a:bodyPr/>
                    <a:lstStyle/>
                    <a:p>
                      <a:pPr lvl="0">
                        <a:buNone/>
                      </a:pPr>
                      <a:r>
                        <a:rPr lang="de-DE" sz="1400"/>
                        <a:t>0.95</a:t>
                      </a:r>
                    </a:p>
                  </a:txBody>
                  <a:tcPr/>
                </a:tc>
                <a:tc>
                  <a:txBody>
                    <a:bodyPr/>
                    <a:lstStyle/>
                    <a:p>
                      <a:pPr lvl="0">
                        <a:buNone/>
                      </a:pPr>
                      <a:r>
                        <a:rPr lang="de-DE" sz="1400"/>
                        <a:t>0.85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0.60</a:t>
                      </a:r>
                    </a:p>
                  </a:txBody>
                  <a:tcPr/>
                </a:tc>
                <a:extLst>
                  <a:ext uri="{0D108BD9-81ED-4DB2-BD59-A6C34878D82A}">
                    <a16:rowId xmlns:a16="http://schemas.microsoft.com/office/drawing/2014/main" val="3901482368"/>
                  </a:ext>
                </a:extLst>
              </a:tr>
              <a:tr h="405245">
                <a:tc>
                  <a:txBody>
                    <a:bodyPr/>
                    <a:lstStyle/>
                    <a:p>
                      <a:pPr lvl="0">
                        <a:buNone/>
                      </a:pPr>
                      <a:r>
                        <a:rPr lang="de-DE" sz="1400"/>
                        <a:t>13</a:t>
                      </a:r>
                    </a:p>
                  </a:txBody>
                  <a:tcPr/>
                </a:tc>
                <a:tc>
                  <a:txBody>
                    <a:bodyPr/>
                    <a:lstStyle/>
                    <a:p>
                      <a:pPr lvl="0">
                        <a:buNone/>
                      </a:pPr>
                      <a:r>
                        <a:rPr lang="de-DE" sz="1400"/>
                        <a:t>0.92</a:t>
                      </a:r>
                    </a:p>
                  </a:txBody>
                  <a:tcPr/>
                </a:tc>
                <a:tc>
                  <a:txBody>
                    <a:bodyPr/>
                    <a:lstStyle/>
                    <a:p>
                      <a:pPr lvl="0">
                        <a:buNone/>
                      </a:pPr>
                      <a:r>
                        <a:rPr lang="de-DE" sz="1400"/>
                        <a:t>0.89</a:t>
                      </a:r>
                    </a:p>
                  </a:txBody>
                  <a:tcPr/>
                </a:tc>
                <a:tc>
                  <a:txBody>
                    <a:bodyPr/>
                    <a:lstStyle/>
                    <a:p>
                      <a:pPr lvl="0">
                        <a:buNone/>
                      </a:pPr>
                      <a:r>
                        <a:rPr lang="de-DE" sz="1400"/>
                        <a:t>0.88</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0.50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extLst>
                  <a:ext uri="{0D108BD9-81ED-4DB2-BD59-A6C34878D82A}">
                    <a16:rowId xmlns:a16="http://schemas.microsoft.com/office/drawing/2014/main" val="1382547422"/>
                  </a:ext>
                </a:extLst>
              </a:tr>
              <a:tr h="405245">
                <a:tc>
                  <a:txBody>
                    <a:bodyPr/>
                    <a:lstStyle/>
                    <a:p>
                      <a:pPr lvl="0">
                        <a:buNone/>
                      </a:pPr>
                      <a:r>
                        <a:rPr lang="de-DE" sz="1400"/>
                        <a:t>15</a:t>
                      </a:r>
                    </a:p>
                  </a:txBody>
                  <a:tcPr/>
                </a:tc>
                <a:tc>
                  <a:txBody>
                    <a:bodyPr/>
                    <a:lstStyle/>
                    <a:p>
                      <a:pPr lvl="0">
                        <a:buNone/>
                      </a:pPr>
                      <a:r>
                        <a:rPr lang="de-DE" sz="1400"/>
                        <a:t>0.95</a:t>
                      </a:r>
                    </a:p>
                  </a:txBody>
                  <a:tcPr/>
                </a:tc>
                <a:tc>
                  <a:txBody>
                    <a:bodyPr/>
                    <a:lstStyle/>
                    <a:p>
                      <a:pPr lvl="0">
                        <a:buNone/>
                      </a:pPr>
                      <a:r>
                        <a:rPr lang="de-DE" sz="1400"/>
                        <a:t>0.90</a:t>
                      </a:r>
                    </a:p>
                  </a:txBody>
                  <a:tcPr/>
                </a:tc>
                <a:tc>
                  <a:txBody>
                    <a:bodyPr/>
                    <a:lstStyle/>
                    <a:p>
                      <a:pPr lvl="0">
                        <a:buNone/>
                      </a:pPr>
                      <a:r>
                        <a:rPr lang="de-DE" sz="1400"/>
                        <a:t>0.25</a:t>
                      </a:r>
                    </a:p>
                  </a:txBody>
                  <a:tcPr/>
                </a:tc>
                <a:tc>
                  <a:txBody>
                    <a:bodyPr/>
                    <a:lstStyle/>
                    <a:p>
                      <a:pPr lvl="0">
                        <a:buNone/>
                      </a:pPr>
                      <a:r>
                        <a:rPr lang="de-DE" sz="1400"/>
                        <a:t>0.10</a:t>
                      </a:r>
                    </a:p>
                  </a:txBody>
                  <a:tcPr/>
                </a:tc>
                <a:tc>
                  <a:txBody>
                    <a:bodyPr/>
                    <a:lstStyle/>
                    <a:p>
                      <a:pPr lvl="0">
                        <a:buNone/>
                      </a:pPr>
                      <a:r>
                        <a:rPr lang="de-DE" sz="1400"/>
                        <a:t>0.10</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1599548848"/>
                  </a:ext>
                </a:extLst>
              </a:tr>
            </a:tbl>
          </a:graphicData>
        </a:graphic>
      </p:graphicFrame>
      <p:graphicFrame>
        <p:nvGraphicFramePr>
          <p:cNvPr id="6" name="Tabelle 5">
            <a:extLst>
              <a:ext uri="{FF2B5EF4-FFF2-40B4-BE49-F238E27FC236}">
                <a16:creationId xmlns:a16="http://schemas.microsoft.com/office/drawing/2014/main" id="{27931710-E05E-DC72-9D50-501C1CCE07F4}"/>
              </a:ext>
            </a:extLst>
          </p:cNvPr>
          <p:cNvGraphicFramePr>
            <a:graphicFrameLocks noGrp="1"/>
          </p:cNvGraphicFramePr>
          <p:nvPr>
            <p:extLst>
              <p:ext uri="{D42A27DB-BD31-4B8C-83A1-F6EECF244321}">
                <p14:modId xmlns:p14="http://schemas.microsoft.com/office/powerpoint/2010/main" val="182166772"/>
              </p:ext>
            </p:extLst>
          </p:nvPr>
        </p:nvGraphicFramePr>
        <p:xfrm>
          <a:off x="288607" y="4742561"/>
          <a:ext cx="8571408" cy="3225795"/>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0.69</a:t>
                      </a:r>
                    </a:p>
                  </a:txBody>
                  <a:tcPr/>
                </a:tc>
                <a:tc>
                  <a:txBody>
                    <a:bodyPr/>
                    <a:lstStyle/>
                    <a:p>
                      <a:r>
                        <a:rPr lang="de-DE" sz="1400"/>
                        <a:t>0.68</a:t>
                      </a:r>
                    </a:p>
                  </a:txBody>
                  <a:tcPr/>
                </a:tc>
                <a:tc>
                  <a:txBody>
                    <a:bodyPr/>
                    <a:lstStyle/>
                    <a:p>
                      <a:r>
                        <a:rPr lang="de-DE" sz="1400"/>
                        <a:t>0.73</a:t>
                      </a:r>
                    </a:p>
                  </a:txBody>
                  <a:tcPr/>
                </a:tc>
                <a:tc>
                  <a:txBody>
                    <a:bodyPr/>
                    <a:lstStyle/>
                    <a:p>
                      <a:r>
                        <a:rPr lang="de-DE" sz="1400"/>
                        <a:t>0.77</a:t>
                      </a:r>
                    </a:p>
                  </a:txBody>
                  <a:tcPr/>
                </a:tc>
                <a:tc>
                  <a:txBody>
                    <a:bodyPr/>
                    <a:lstStyle/>
                    <a:p>
                      <a:r>
                        <a:rPr lang="de-DE" sz="1400"/>
                        <a:t>0.70</a:t>
                      </a:r>
                    </a:p>
                  </a:txBody>
                  <a:tcPr/>
                </a:tc>
                <a:tc>
                  <a:txBody>
                    <a:bodyPr/>
                    <a:lstStyle/>
                    <a:p>
                      <a:r>
                        <a:rPr lang="de-DE" sz="1400"/>
                        <a:t>0.85</a:t>
                      </a:r>
                    </a:p>
                  </a:txBody>
                  <a:tcPr/>
                </a:tc>
                <a:tc>
                  <a:txBody>
                    <a:bodyPr/>
                    <a:lstStyle/>
                    <a:p>
                      <a:r>
                        <a:rPr lang="de-DE" sz="1400"/>
                        <a:t>0.84</a:t>
                      </a:r>
                    </a:p>
                  </a:txBody>
                  <a:tcPr/>
                </a:tc>
                <a:tc>
                  <a:txBody>
                    <a:bodyPr/>
                    <a:lstStyle/>
                    <a:p>
                      <a:r>
                        <a:rPr lang="de-DE" sz="1400"/>
                        <a:t>0.83</a:t>
                      </a:r>
                    </a:p>
                  </a:txBody>
                  <a:tcPr/>
                </a:tc>
                <a:tc>
                  <a:txBody>
                    <a:bodyPr/>
                    <a:lstStyle/>
                    <a:p>
                      <a:r>
                        <a:rPr lang="de-DE" sz="1400"/>
                        <a:t>0.82</a:t>
                      </a:r>
                    </a:p>
                  </a:txBody>
                  <a:tcPr/>
                </a:tc>
                <a:tc>
                  <a:txBody>
                    <a:bodyPr/>
                    <a:lstStyle/>
                    <a:p>
                      <a:r>
                        <a:rPr lang="de-DE" sz="1400"/>
                        <a:t>0.80</a:t>
                      </a:r>
                    </a:p>
                  </a:txBody>
                  <a:tcPr/>
                </a:tc>
                <a:tc>
                  <a:txBody>
                    <a:bodyPr/>
                    <a:lstStyle/>
                    <a:p>
                      <a:pPr lvl="0">
                        <a:buNone/>
                      </a:pPr>
                      <a:r>
                        <a:rPr lang="de-DE" sz="1400"/>
                        <a:t>0.78</a:t>
                      </a:r>
                    </a:p>
                  </a:txBody>
                  <a:tcPr/>
                </a:tc>
                <a:tc>
                  <a:txBody>
                    <a:bodyPr/>
                    <a:lstStyle/>
                    <a:p>
                      <a:pPr lvl="0">
                        <a:buNone/>
                      </a:pPr>
                      <a:r>
                        <a:rPr lang="de-DE" sz="1400"/>
                        <a:t>0.81</a:t>
                      </a:r>
                    </a:p>
                  </a:txBody>
                  <a:tcPr/>
                </a:tc>
                <a:extLst>
                  <a:ext uri="{0D108BD9-81ED-4DB2-BD59-A6C34878D82A}">
                    <a16:rowId xmlns:a16="http://schemas.microsoft.com/office/drawing/2014/main" val="4198767"/>
                  </a:ext>
                </a:extLst>
              </a:tr>
              <a:tr h="370840">
                <a:tc>
                  <a:txBody>
                    <a:bodyPr/>
                    <a:lstStyle/>
                    <a:p>
                      <a:r>
                        <a:rPr lang="de-DE" sz="1400"/>
                        <a:t>0.60</a:t>
                      </a:r>
                    </a:p>
                  </a:txBody>
                  <a:tcPr/>
                </a:tc>
                <a:tc>
                  <a:txBody>
                    <a:bodyPr/>
                    <a:lstStyle/>
                    <a:p>
                      <a:r>
                        <a:rPr lang="de-DE" sz="1400"/>
                        <a:t>0.60</a:t>
                      </a:r>
                    </a:p>
                  </a:txBody>
                  <a:tcPr/>
                </a:tc>
                <a:tc>
                  <a:txBody>
                    <a:bodyPr/>
                    <a:lstStyle/>
                    <a:p>
                      <a:r>
                        <a:rPr lang="de-DE" sz="1400"/>
                        <a:t>0.70</a:t>
                      </a:r>
                    </a:p>
                  </a:txBody>
                  <a:tcPr/>
                </a:tc>
                <a:tc>
                  <a:txBody>
                    <a:bodyPr/>
                    <a:lstStyle/>
                    <a:p>
                      <a:r>
                        <a:rPr lang="de-DE" sz="1400"/>
                        <a:t>0.70</a:t>
                      </a:r>
                    </a:p>
                  </a:txBody>
                  <a:tcPr/>
                </a:tc>
                <a:tc>
                  <a:txBody>
                    <a:bodyPr/>
                    <a:lstStyle/>
                    <a:p>
                      <a:r>
                        <a:rPr lang="de-DE" sz="1400"/>
                        <a:t>0.60</a:t>
                      </a:r>
                    </a:p>
                  </a:txBody>
                  <a:tcPr/>
                </a:tc>
                <a:tc>
                  <a:txBody>
                    <a:bodyPr/>
                    <a:lstStyle/>
                    <a:p>
                      <a:r>
                        <a:rPr lang="de-DE" sz="1400"/>
                        <a:t>0.90</a:t>
                      </a:r>
                    </a:p>
                  </a:txBody>
                  <a:tcPr/>
                </a:tc>
                <a:tc>
                  <a:txBody>
                    <a:bodyPr/>
                    <a:lstStyle/>
                    <a:p>
                      <a:r>
                        <a:rPr lang="de-DE" sz="1400"/>
                        <a:t>0.90</a:t>
                      </a:r>
                    </a:p>
                  </a:txBody>
                  <a:tcPr/>
                </a:tc>
                <a:tc>
                  <a:txBody>
                    <a:bodyPr/>
                    <a:lstStyle/>
                    <a:p>
                      <a:r>
                        <a:rPr lang="de-DE" sz="1400"/>
                        <a:t>0.90</a:t>
                      </a:r>
                    </a:p>
                  </a:txBody>
                  <a:tcPr/>
                </a:tc>
                <a:tc>
                  <a:txBody>
                    <a:bodyPr/>
                    <a:lstStyle/>
                    <a:p>
                      <a:r>
                        <a:rPr lang="de-DE" sz="1400"/>
                        <a:t>0.90</a:t>
                      </a:r>
                    </a:p>
                  </a:txBody>
                  <a:tcPr/>
                </a:tc>
                <a:tc>
                  <a:txBody>
                    <a:bodyPr/>
                    <a:lstStyle/>
                    <a:p>
                      <a:r>
                        <a:rPr lang="de-DE" sz="1400"/>
                        <a:t>0.80</a:t>
                      </a:r>
                    </a:p>
                  </a:txBody>
                  <a:tcPr/>
                </a:tc>
                <a:tc>
                  <a:txBody>
                    <a:bodyPr/>
                    <a:lstStyle/>
                    <a:p>
                      <a:pPr lvl="0">
                        <a:buNone/>
                      </a:pPr>
                      <a:r>
                        <a:rPr lang="de-DE" sz="1400"/>
                        <a:t>0.80</a:t>
                      </a:r>
                    </a:p>
                  </a:txBody>
                  <a:tcPr/>
                </a:tc>
                <a:tc>
                  <a:txBody>
                    <a:bodyPr/>
                    <a:lstStyle/>
                    <a:p>
                      <a:pPr lvl="0">
                        <a:buNone/>
                      </a:pPr>
                      <a:r>
                        <a:rPr lang="de-DE" sz="1400"/>
                        <a:t>0.80</a:t>
                      </a:r>
                    </a:p>
                  </a:txBody>
                  <a:tcPr/>
                </a:tc>
                <a:extLst>
                  <a:ext uri="{0D108BD9-81ED-4DB2-BD59-A6C34878D82A}">
                    <a16:rowId xmlns:a16="http://schemas.microsoft.com/office/drawing/2014/main" val="2377502259"/>
                  </a:ext>
                </a:extLst>
              </a:tr>
              <a:tr h="370839">
                <a:tc>
                  <a:txBody>
                    <a:bodyPr/>
                    <a:lstStyle/>
                    <a:p>
                      <a:pPr lvl="0">
                        <a:buNone/>
                      </a:pPr>
                      <a:r>
                        <a:rPr lang="de-DE" sz="1400"/>
                        <a:t>0.55</a:t>
                      </a:r>
                    </a:p>
                  </a:txBody>
                  <a:tcPr/>
                </a:tc>
                <a:tc>
                  <a:txBody>
                    <a:bodyPr/>
                    <a:lstStyle/>
                    <a:p>
                      <a:pPr lvl="0">
                        <a:buNone/>
                      </a:pPr>
                      <a:r>
                        <a:rPr lang="de-DE" sz="1400"/>
                        <a:t>0.50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4180923322"/>
                  </a:ext>
                </a:extLst>
              </a:tr>
              <a:tr h="370838">
                <a:tc>
                  <a:txBody>
                    <a:bodyPr/>
                    <a:lstStyle/>
                    <a:p>
                      <a:pPr lvl="0">
                        <a:buNone/>
                      </a:pPr>
                      <a:r>
                        <a:rPr lang="de-DE" sz="1400"/>
                        <a:t>0.35</a:t>
                      </a:r>
                    </a:p>
                  </a:txBody>
                  <a:tcPr/>
                </a:tc>
                <a:tc>
                  <a:txBody>
                    <a:bodyPr/>
                    <a:lstStyle/>
                    <a:p>
                      <a:pPr lvl="0">
                        <a:buNone/>
                      </a:pPr>
                      <a:r>
                        <a:rPr lang="de-DE" sz="1400"/>
                        <a:t>0.30</a:t>
                      </a:r>
                    </a:p>
                  </a:txBody>
                  <a:tcPr/>
                </a:tc>
                <a:tc>
                  <a:txBody>
                    <a:bodyPr/>
                    <a:lstStyle/>
                    <a:p>
                      <a:pPr lvl="0">
                        <a:buNone/>
                      </a:pPr>
                      <a:r>
                        <a:rPr lang="de-DE" sz="1400"/>
                        <a:t>0.25</a:t>
                      </a:r>
                    </a:p>
                  </a:txBody>
                  <a:tcPr/>
                </a:tc>
                <a:tc>
                  <a:txBody>
                    <a:bodyPr/>
                    <a:lstStyle/>
                    <a:p>
                      <a:pPr lvl="0">
                        <a:buNone/>
                      </a:pPr>
                      <a:r>
                        <a:rPr lang="de-DE" sz="1400"/>
                        <a:t>0.20</a:t>
                      </a:r>
                    </a:p>
                  </a:txBody>
                  <a:tcPr/>
                </a:tc>
                <a:tc>
                  <a:txBody>
                    <a:bodyPr/>
                    <a:lstStyle/>
                    <a:p>
                      <a:pPr lvl="0">
                        <a:buNone/>
                      </a:pPr>
                      <a:r>
                        <a:rPr lang="de-DE" sz="1400"/>
                        <a:t>0.15</a:t>
                      </a:r>
                    </a:p>
                  </a:txBody>
                  <a:tcPr/>
                </a:tc>
                <a:tc>
                  <a:txBody>
                    <a:bodyPr/>
                    <a:lstStyle/>
                    <a:p>
                      <a:pPr lvl="0">
                        <a:buNone/>
                      </a:pPr>
                      <a:r>
                        <a:rPr lang="de-DE" sz="1400"/>
                        <a:t>0.10</a:t>
                      </a:r>
                    </a:p>
                  </a:txBody>
                  <a:tcPr/>
                </a:tc>
                <a:tc>
                  <a:txBody>
                    <a:bodyPr/>
                    <a:lstStyle/>
                    <a:p>
                      <a:pPr lvl="0">
                        <a:buNone/>
                      </a:pPr>
                      <a:r>
                        <a:rPr lang="de-DE" sz="1400"/>
                        <a:t>0.08</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3425758347"/>
                  </a:ext>
                </a:extLst>
              </a:tr>
              <a:tr h="370838">
                <a:tc>
                  <a:txBody>
                    <a:bodyPr/>
                    <a:lstStyle/>
                    <a:p>
                      <a:pPr lvl="0">
                        <a:buNone/>
                      </a:pPr>
                      <a:r>
                        <a:rPr lang="de-DE" sz="1400"/>
                        <a:t>0.10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0.35</a:t>
                      </a:r>
                    </a:p>
                  </a:txBody>
                  <a:tcPr/>
                </a:tc>
                <a:extLst>
                  <a:ext uri="{0D108BD9-81ED-4DB2-BD59-A6C34878D82A}">
                    <a16:rowId xmlns:a16="http://schemas.microsoft.com/office/drawing/2014/main" val="3786543771"/>
                  </a:ext>
                </a:extLst>
              </a:tr>
            </a:tbl>
          </a:graphicData>
        </a:graphic>
      </p:graphicFrame>
    </p:spTree>
    <p:extLst>
      <p:ext uri="{BB962C8B-B14F-4D97-AF65-F5344CB8AC3E}">
        <p14:creationId xmlns:p14="http://schemas.microsoft.com/office/powerpoint/2010/main" val="1918812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C2803-8B04-D0EA-C6A0-ECA6ADD0262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8EB42D-1597-AA74-E3BA-4BC403181291}"/>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a:t>
            </a:r>
            <a:endParaRPr lang="en-US"/>
          </a:p>
        </p:txBody>
      </p:sp>
      <p:graphicFrame>
        <p:nvGraphicFramePr>
          <p:cNvPr id="4" name="Tabelle 3">
            <a:extLst>
              <a:ext uri="{FF2B5EF4-FFF2-40B4-BE49-F238E27FC236}">
                <a16:creationId xmlns:a16="http://schemas.microsoft.com/office/drawing/2014/main" id="{05B74278-434E-9B17-FD0D-52E8E0A83499}"/>
              </a:ext>
            </a:extLst>
          </p:cNvPr>
          <p:cNvGraphicFramePr>
            <a:graphicFrameLocks noGrp="1"/>
          </p:cNvGraphicFramePr>
          <p:nvPr>
            <p:extLst>
              <p:ext uri="{D42A27DB-BD31-4B8C-83A1-F6EECF244321}">
                <p14:modId xmlns:p14="http://schemas.microsoft.com/office/powerpoint/2010/main" val="124949630"/>
              </p:ext>
            </p:extLst>
          </p:nvPr>
        </p:nvGraphicFramePr>
        <p:xfrm>
          <a:off x="284480" y="976376"/>
          <a:ext cx="8628575" cy="4089167"/>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0.95</a:t>
                      </a:r>
                    </a:p>
                  </a:txBody>
                  <a:tcPr/>
                </a:tc>
                <a:tc>
                  <a:txBody>
                    <a:bodyPr/>
                    <a:lstStyle/>
                    <a:p>
                      <a:r>
                        <a:rPr lang="de-DE" sz="1400"/>
                        <a:t>0.95</a:t>
                      </a:r>
                    </a:p>
                  </a:txBody>
                  <a:tcPr/>
                </a:tc>
                <a:tc>
                  <a:txBody>
                    <a:bodyPr/>
                    <a:lstStyle/>
                    <a:p>
                      <a:r>
                        <a:rPr lang="de-DE" sz="1400"/>
                        <a:t>0.80</a:t>
                      </a:r>
                    </a:p>
                  </a:txBody>
                  <a:tcPr/>
                </a:tc>
                <a:tc>
                  <a:txBody>
                    <a:bodyPr/>
                    <a:lstStyle/>
                    <a:p>
                      <a:r>
                        <a:rPr lang="de-DE" sz="1400"/>
                        <a:t>0.30</a:t>
                      </a:r>
                    </a:p>
                  </a:txBody>
                  <a:tcPr/>
                </a:tc>
                <a:tc>
                  <a:txBody>
                    <a:bodyPr/>
                    <a:lstStyle/>
                    <a:p>
                      <a:r>
                        <a:rPr lang="de-DE" sz="1400"/>
                        <a:t>0.20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0.25</a:t>
                      </a:r>
                    </a:p>
                  </a:txBody>
                  <a:tcPr/>
                </a:tc>
                <a:extLst>
                  <a:ext uri="{0D108BD9-81ED-4DB2-BD59-A6C34878D82A}">
                    <a16:rowId xmlns:a16="http://schemas.microsoft.com/office/drawing/2014/main" val="43103680"/>
                  </a:ext>
                </a:extLst>
              </a:tr>
              <a:tr h="457200">
                <a:tc>
                  <a:txBody>
                    <a:bodyPr/>
                    <a:lstStyle/>
                    <a:p>
                      <a:r>
                        <a:rPr lang="de-DE" sz="1400"/>
                        <a:t>2</a:t>
                      </a:r>
                    </a:p>
                  </a:txBody>
                  <a:tcPr/>
                </a:tc>
                <a:tc>
                  <a:txBody>
                    <a:bodyPr/>
                    <a:lstStyle/>
                    <a:p>
                      <a:r>
                        <a:rPr lang="de-DE" sz="1400"/>
                        <a:t>0.88</a:t>
                      </a:r>
                    </a:p>
                  </a:txBody>
                  <a:tcPr/>
                </a:tc>
                <a:tc>
                  <a:txBody>
                    <a:bodyPr/>
                    <a:lstStyle/>
                    <a:p>
                      <a:r>
                        <a:rPr lang="de-DE" sz="1400"/>
                        <a:t>0.85</a:t>
                      </a:r>
                    </a:p>
                  </a:txBody>
                  <a:tcPr/>
                </a:tc>
                <a:tc>
                  <a:txBody>
                    <a:bodyPr/>
                    <a:lstStyle/>
                    <a:p>
                      <a:r>
                        <a:rPr lang="de-DE" sz="1400"/>
                        <a:t>0.80</a:t>
                      </a:r>
                    </a:p>
                  </a:txBody>
                  <a:tcPr/>
                </a:tc>
                <a:tc>
                  <a:txBody>
                    <a:bodyPr/>
                    <a:lstStyle/>
                    <a:p>
                      <a:r>
                        <a:rPr lang="de-DE" sz="1400"/>
                        <a:t>0.45</a:t>
                      </a:r>
                    </a:p>
                  </a:txBody>
                  <a:tcPr/>
                </a:tc>
                <a:tc>
                  <a:txBody>
                    <a:bodyPr/>
                    <a:lstStyle/>
                    <a:p>
                      <a:r>
                        <a:rPr lang="de-DE" sz="1400"/>
                        <a:t>0.40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0.85</a:t>
                      </a:r>
                    </a:p>
                  </a:txBody>
                  <a:tcPr/>
                </a:tc>
                <a:tc>
                  <a:txBody>
                    <a:bodyPr/>
                    <a:lstStyle/>
                    <a:p>
                      <a:pPr lvl="0">
                        <a:buNone/>
                      </a:pPr>
                      <a:r>
                        <a:rPr lang="de-DE" sz="1400"/>
                        <a:t>0.78</a:t>
                      </a:r>
                    </a:p>
                  </a:txBody>
                  <a:tcPr/>
                </a:tc>
                <a:tc>
                  <a:txBody>
                    <a:bodyPr/>
                    <a:lstStyle/>
                    <a:p>
                      <a:pPr lvl="0">
                        <a:buNone/>
                      </a:pPr>
                      <a:r>
                        <a:rPr lang="de-DE" sz="1400"/>
                        <a:t>0.62</a:t>
                      </a:r>
                    </a:p>
                  </a:txBody>
                  <a:tcPr/>
                </a:tc>
                <a:tc>
                  <a:txBody>
                    <a:bodyPr/>
                    <a:lstStyle/>
                    <a:p>
                      <a:pPr lvl="0">
                        <a:buNone/>
                      </a:pPr>
                      <a:r>
                        <a:rPr lang="de-DE" sz="1400"/>
                        <a:t>0.30</a:t>
                      </a:r>
                    </a:p>
                  </a:txBody>
                  <a:tcPr/>
                </a:tc>
                <a:tc>
                  <a:txBody>
                    <a:bodyPr/>
                    <a:lstStyle/>
                    <a:p>
                      <a:pPr lvl="0">
                        <a:buNone/>
                      </a:pPr>
                      <a:r>
                        <a:rPr lang="de-DE" sz="1400"/>
                        <a:t>0.28</a:t>
                      </a:r>
                    </a:p>
                  </a:txBody>
                  <a:tcPr/>
                </a:tc>
                <a:tc>
                  <a:txBody>
                    <a:bodyPr/>
                    <a:lstStyle/>
                    <a:p>
                      <a:pPr lvl="0">
                        <a:buNone/>
                      </a:pPr>
                      <a:r>
                        <a:rPr lang="de-DE" sz="1400"/>
                        <a:t>0.12</a:t>
                      </a:r>
                    </a:p>
                  </a:txBody>
                  <a:tcPr/>
                </a:tc>
                <a:tc>
                  <a:txBody>
                    <a:bodyPr/>
                    <a:lstStyle/>
                    <a:p>
                      <a:pPr lvl="0">
                        <a:buNone/>
                      </a:pPr>
                      <a:r>
                        <a:rPr lang="de-DE" sz="1400"/>
                        <a:t>0.10</a:t>
                      </a:r>
                    </a:p>
                  </a:txBody>
                  <a:tcPr/>
                </a:tc>
                <a:tc>
                  <a:txBody>
                    <a:bodyPr/>
                    <a:lstStyle/>
                    <a:p>
                      <a:pPr lvl="0">
                        <a:buNone/>
                      </a:pPr>
                      <a:r>
                        <a:rPr lang="de-DE" sz="1400"/>
                        <a:t>0.08</a:t>
                      </a:r>
                    </a:p>
                  </a:txBody>
                  <a:tcPr/>
                </a:tc>
                <a:tc>
                  <a:txBody>
                    <a:bodyPr/>
                    <a:lstStyle/>
                    <a:p>
                      <a:pPr lvl="0">
                        <a:buNone/>
                      </a:pPr>
                      <a:r>
                        <a:rPr lang="de-DE" sz="1400"/>
                        <a:t>0.08</a:t>
                      </a:r>
                    </a:p>
                  </a:txBody>
                  <a:tcPr/>
                </a:tc>
                <a:tc>
                  <a:txBody>
                    <a:bodyPr/>
                    <a:lstStyle/>
                    <a:p>
                      <a:pPr lvl="0">
                        <a:buNone/>
                      </a:pPr>
                      <a:r>
                        <a:rPr lang="de-DE" sz="1400"/>
                        <a:t>0.06</a:t>
                      </a:r>
                    </a:p>
                  </a:txBody>
                  <a:tcPr/>
                </a:tc>
                <a:tc>
                  <a:txBody>
                    <a:bodyPr/>
                    <a:lstStyle/>
                    <a:p>
                      <a:pPr lvl="0">
                        <a:buNone/>
                      </a:pPr>
                      <a:r>
                        <a:rPr lang="de-DE" sz="1400"/>
                        <a:t>0.10</a:t>
                      </a:r>
                    </a:p>
                  </a:txBody>
                  <a:tcPr/>
                </a:tc>
                <a:extLst>
                  <a:ext uri="{0D108BD9-81ED-4DB2-BD59-A6C34878D82A}">
                    <a16:rowId xmlns:a16="http://schemas.microsoft.com/office/drawing/2014/main" val="3901482368"/>
                  </a:ext>
                </a:extLst>
              </a:tr>
              <a:tr h="405245">
                <a:tc>
                  <a:txBody>
                    <a:bodyPr/>
                    <a:lstStyle/>
                    <a:p>
                      <a:pPr lvl="0">
                        <a:buNone/>
                      </a:pPr>
                      <a:r>
                        <a:rPr lang="de-DE" sz="1400"/>
                        <a:t>7</a:t>
                      </a:r>
                    </a:p>
                  </a:txBody>
                  <a:tcPr/>
                </a:tc>
                <a:tc>
                  <a:txBody>
                    <a:bodyPr/>
                    <a:lstStyle/>
                    <a:p>
                      <a:pPr lvl="0">
                        <a:buNone/>
                      </a:pPr>
                      <a:r>
                        <a:rPr lang="de-DE" sz="1400"/>
                        <a:t>0.95</a:t>
                      </a:r>
                    </a:p>
                  </a:txBody>
                  <a:tcPr/>
                </a:tc>
                <a:tc>
                  <a:txBody>
                    <a:bodyPr/>
                    <a:lstStyle/>
                    <a:p>
                      <a:pPr lvl="0">
                        <a:buNone/>
                      </a:pPr>
                      <a:r>
                        <a:rPr lang="de-DE" sz="1400"/>
                        <a:t>0.94</a:t>
                      </a:r>
                    </a:p>
                  </a:txBody>
                  <a:tcPr/>
                </a:tc>
                <a:tc>
                  <a:txBody>
                    <a:bodyPr/>
                    <a:lstStyle/>
                    <a:p>
                      <a:pPr lvl="0">
                        <a:buNone/>
                      </a:pPr>
                      <a:r>
                        <a:rPr lang="de-DE" sz="1400"/>
                        <a:t>0.90</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0.70</a:t>
                      </a:r>
                    </a:p>
                  </a:txBody>
                  <a:tcPr/>
                </a:tc>
                <a:extLst>
                  <a:ext uri="{0D108BD9-81ED-4DB2-BD59-A6C34878D82A}">
                    <a16:rowId xmlns:a16="http://schemas.microsoft.com/office/drawing/2014/main" val="1382547422"/>
                  </a:ext>
                </a:extLst>
              </a:tr>
              <a:tr h="405245">
                <a:tc>
                  <a:txBody>
                    <a:bodyPr/>
                    <a:lstStyle/>
                    <a:p>
                      <a:pPr lvl="0">
                        <a:buNone/>
                      </a:pPr>
                      <a:r>
                        <a:rPr lang="de-DE" sz="1400"/>
                        <a:t>8</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0.70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extLst>
                  <a:ext uri="{0D108BD9-81ED-4DB2-BD59-A6C34878D82A}">
                    <a16:rowId xmlns:a16="http://schemas.microsoft.com/office/drawing/2014/main" val="1599548848"/>
                  </a:ext>
                </a:extLst>
              </a:tr>
              <a:tr h="405245">
                <a:tc>
                  <a:txBody>
                    <a:bodyPr/>
                    <a:lstStyle/>
                    <a:p>
                      <a:pPr lvl="0">
                        <a:buNone/>
                      </a:pPr>
                      <a:r>
                        <a:rPr lang="de-DE" sz="1400"/>
                        <a:t>11</a:t>
                      </a:r>
                    </a:p>
                  </a:txBody>
                  <a:tcPr/>
                </a:tc>
                <a:tc>
                  <a:txBody>
                    <a:bodyPr/>
                    <a:lstStyle/>
                    <a:p>
                      <a:pPr lvl="0">
                        <a:buNone/>
                      </a:pPr>
                      <a:r>
                        <a:rPr lang="de-DE" sz="1400"/>
                        <a:t>0.85</a:t>
                      </a:r>
                    </a:p>
                  </a:txBody>
                  <a:tcPr/>
                </a:tc>
                <a:tc>
                  <a:txBody>
                    <a:bodyPr/>
                    <a:lstStyle/>
                    <a:p>
                      <a:pPr lvl="0">
                        <a:buNone/>
                      </a:pPr>
                      <a:r>
                        <a:rPr lang="de-DE" sz="1400"/>
                        <a:t>0.80</a:t>
                      </a:r>
                    </a:p>
                  </a:txBody>
                  <a:tcPr/>
                </a:tc>
                <a:tc>
                  <a:txBody>
                    <a:bodyPr/>
                    <a:lstStyle/>
                    <a:p>
                      <a:pPr lvl="0">
                        <a:buNone/>
                      </a:pPr>
                      <a:r>
                        <a:rPr lang="de-DE" sz="1400"/>
                        <a:t>0.45</a:t>
                      </a:r>
                    </a:p>
                  </a:txBody>
                  <a:tcPr/>
                </a:tc>
                <a:tc>
                  <a:txBody>
                    <a:bodyPr/>
                    <a:lstStyle/>
                    <a:p>
                      <a:pPr lvl="0">
                        <a:buNone/>
                      </a:pPr>
                      <a:r>
                        <a:rPr lang="de-DE" sz="1400"/>
                        <a:t>0.70</a:t>
                      </a:r>
                    </a:p>
                  </a:txBody>
                  <a:tcPr/>
                </a:tc>
                <a:tc>
                  <a:txBody>
                    <a:bodyPr/>
                    <a:lstStyle/>
                    <a:p>
                      <a:pPr lvl="0">
                        <a:buNone/>
                      </a:pPr>
                      <a:r>
                        <a:rPr lang="de-DE" sz="1400"/>
                        <a:t>0.55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0.25</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BBA6A69A-ACCD-3ECA-F50B-D348BF39B82A}"/>
              </a:ext>
            </a:extLst>
          </p:cNvPr>
          <p:cNvGraphicFramePr>
            <a:graphicFrameLocks noGrp="1"/>
          </p:cNvGraphicFramePr>
          <p:nvPr>
            <p:extLst>
              <p:ext uri="{D42A27DB-BD31-4B8C-83A1-F6EECF244321}">
                <p14:modId xmlns:p14="http://schemas.microsoft.com/office/powerpoint/2010/main" val="3639393204"/>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0.05</a:t>
                      </a:r>
                    </a:p>
                  </a:txBody>
                  <a:tcPr/>
                </a:tc>
                <a:tc>
                  <a:txBody>
                    <a:bodyPr/>
                    <a:lstStyle/>
                    <a:p>
                      <a:r>
                        <a:rPr lang="de-DE" sz="1400"/>
                        <a:t>0.05</a:t>
                      </a:r>
                    </a:p>
                  </a:txBody>
                  <a:tcPr/>
                </a:tc>
                <a:tc>
                  <a:txBody>
                    <a:bodyPr/>
                    <a:lstStyle/>
                    <a:p>
                      <a:r>
                        <a:rPr lang="de-DE" sz="1400"/>
                        <a:t>0.25</a:t>
                      </a:r>
                    </a:p>
                  </a:txBody>
                  <a:tcPr/>
                </a:tc>
                <a:tc>
                  <a:txBody>
                    <a:bodyPr/>
                    <a:lstStyle/>
                    <a:p>
                      <a:r>
                        <a:rPr lang="de-DE" sz="1400"/>
                        <a:t>0.20</a:t>
                      </a:r>
                    </a:p>
                  </a:txBody>
                  <a:tcPr/>
                </a:tc>
                <a:tc>
                  <a:txBody>
                    <a:bodyPr/>
                    <a:lstStyle/>
                    <a:p>
                      <a:r>
                        <a:rPr lang="de-DE" sz="1400"/>
                        <a:t>0.05</a:t>
                      </a:r>
                    </a:p>
                  </a:txBody>
                  <a:tcPr/>
                </a:tc>
                <a:tc>
                  <a:txBody>
                    <a:bodyPr/>
                    <a:lstStyle/>
                    <a:p>
                      <a:r>
                        <a:rPr lang="de-DE" sz="1400"/>
                        <a:t>&lt;0.05</a:t>
                      </a:r>
                    </a:p>
                  </a:txBody>
                  <a:tcPr/>
                </a:tc>
                <a:tc>
                  <a:txBody>
                    <a:bodyPr/>
                    <a:lstStyle/>
                    <a:p>
                      <a:r>
                        <a:rPr lang="de-DE" sz="1400"/>
                        <a:t>&lt;0.05</a:t>
                      </a:r>
                    </a:p>
                  </a:txBody>
                  <a:tcPr/>
                </a:tc>
                <a:tc>
                  <a:txBody>
                    <a:bodyPr/>
                    <a:lstStyle/>
                    <a:p>
                      <a:r>
                        <a:rPr lang="de-DE" sz="1400"/>
                        <a:t>&lt;0.05</a:t>
                      </a:r>
                    </a:p>
                  </a:txBody>
                  <a:tcPr/>
                </a:tc>
                <a:tc>
                  <a:txBody>
                    <a:bodyPr/>
                    <a:lstStyle/>
                    <a:p>
                      <a:pPr lvl="0">
                        <a:buNone/>
                      </a:pPr>
                      <a:r>
                        <a:rPr lang="de-DE" sz="1400"/>
                        <a:t>&lt;0.05</a:t>
                      </a:r>
                    </a:p>
                  </a:txBody>
                  <a:tcPr/>
                </a:tc>
                <a:tc>
                  <a:txBody>
                    <a:bodyPr/>
                    <a:lstStyle/>
                    <a:p>
                      <a:r>
                        <a:rPr lang="de-DE" sz="1400"/>
                        <a:t>&lt;0.05</a:t>
                      </a:r>
                    </a:p>
                  </a:txBody>
                  <a:tcPr/>
                </a:tc>
                <a:tc>
                  <a:txBody>
                    <a:bodyPr/>
                    <a:lstStyle/>
                    <a:p>
                      <a:pPr lvl="0">
                        <a:buNone/>
                      </a:pPr>
                      <a:r>
                        <a:rPr lang="de-DE" sz="1400"/>
                        <a:t>&lt;0.05</a:t>
                      </a:r>
                    </a:p>
                  </a:txBody>
                  <a:tcPr/>
                </a:tc>
                <a:tc>
                  <a:txBody>
                    <a:bodyPr/>
                    <a:lstStyle/>
                    <a:p>
                      <a:pPr lvl="0">
                        <a:buNone/>
                      </a:pPr>
                      <a:r>
                        <a:rPr lang="de-DE" sz="1400"/>
                        <a:t>&lt;0.05</a:t>
                      </a:r>
                    </a:p>
                  </a:txBody>
                  <a:tcPr/>
                </a:tc>
                <a:extLst>
                  <a:ext uri="{0D108BD9-81ED-4DB2-BD59-A6C34878D82A}">
                    <a16:rowId xmlns:a16="http://schemas.microsoft.com/office/drawing/2014/main" val="4198767"/>
                  </a:ext>
                </a:extLst>
              </a:tr>
              <a:tr h="370840">
                <a:tc>
                  <a:txBody>
                    <a:bodyPr/>
                    <a:lstStyle/>
                    <a:p>
                      <a:r>
                        <a:rPr lang="de-DE" sz="1400"/>
                        <a:t>0.10</a:t>
                      </a:r>
                    </a:p>
                  </a:txBody>
                  <a:tcPr/>
                </a:tc>
                <a:tc>
                  <a:txBody>
                    <a:bodyPr/>
                    <a:lstStyle/>
                    <a:p>
                      <a:r>
                        <a:rPr lang="de-DE" sz="1400"/>
                        <a:t>0.10</a:t>
                      </a:r>
                    </a:p>
                  </a:txBody>
                  <a:tcPr/>
                </a:tc>
                <a:tc>
                  <a:txBody>
                    <a:bodyPr/>
                    <a:lstStyle/>
                    <a:p>
                      <a:r>
                        <a:rPr lang="de-DE" sz="1400"/>
                        <a:t>0.25</a:t>
                      </a:r>
                    </a:p>
                  </a:txBody>
                  <a:tcPr/>
                </a:tc>
                <a:tc>
                  <a:txBody>
                    <a:bodyPr/>
                    <a:lstStyle/>
                    <a:p>
                      <a:r>
                        <a:rPr lang="de-DE" sz="1400"/>
                        <a:t>0.20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0.10</a:t>
                      </a:r>
                    </a:p>
                  </a:txBody>
                  <a:tcPr/>
                </a:tc>
                <a:extLst>
                  <a:ext uri="{0D108BD9-81ED-4DB2-BD59-A6C34878D82A}">
                    <a16:rowId xmlns:a16="http://schemas.microsoft.com/office/drawing/2014/main" val="2377502259"/>
                  </a:ext>
                </a:extLst>
              </a:tr>
              <a:tr h="370839">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0.12</a:t>
                      </a:r>
                    </a:p>
                  </a:txBody>
                  <a:tcPr/>
                </a:tc>
                <a:tc>
                  <a:txBody>
                    <a:bodyPr/>
                    <a:lstStyle/>
                    <a:p>
                      <a:pPr lvl="0">
                        <a:buNone/>
                      </a:pPr>
                      <a:r>
                        <a:rPr lang="de-DE" sz="1400"/>
                        <a:t>0.10</a:t>
                      </a:r>
                    </a:p>
                  </a:txBody>
                  <a:tcPr/>
                </a:tc>
                <a:tc>
                  <a:txBody>
                    <a:bodyPr/>
                    <a:lstStyle/>
                    <a:p>
                      <a:pPr lvl="0">
                        <a:buNone/>
                      </a:pPr>
                      <a:r>
                        <a:rPr lang="de-DE" sz="1400"/>
                        <a:t>0.05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0.12</a:t>
                      </a:r>
                    </a:p>
                  </a:txBody>
                  <a:tcPr/>
                </a:tc>
                <a:tc>
                  <a:txBody>
                    <a:bodyPr/>
                    <a:lstStyle/>
                    <a:p>
                      <a:pPr lvl="0">
                        <a:buNone/>
                      </a:pPr>
                      <a:r>
                        <a:rPr lang="de-DE" sz="1400"/>
                        <a:t>0.12</a:t>
                      </a:r>
                    </a:p>
                  </a:txBody>
                  <a:tcPr/>
                </a:tc>
                <a:tc>
                  <a:txBody>
                    <a:bodyPr/>
                    <a:lstStyle/>
                    <a:p>
                      <a:pPr lvl="0">
                        <a:buNone/>
                      </a:pPr>
                      <a:r>
                        <a:rPr lang="de-DE" sz="1400"/>
                        <a:t>0.12</a:t>
                      </a:r>
                    </a:p>
                  </a:txBody>
                  <a:tcPr/>
                </a:tc>
                <a:tc>
                  <a:txBody>
                    <a:bodyPr/>
                    <a:lstStyle/>
                    <a:p>
                      <a:pPr lvl="0">
                        <a:buNone/>
                      </a:pPr>
                      <a:r>
                        <a:rPr lang="de-DE" sz="1400"/>
                        <a:t>0.10</a:t>
                      </a:r>
                    </a:p>
                  </a:txBody>
                  <a:tcPr/>
                </a:tc>
                <a:tc>
                  <a:txBody>
                    <a:bodyPr/>
                    <a:lstStyle/>
                    <a:p>
                      <a:pPr lvl="0">
                        <a:buNone/>
                      </a:pPr>
                      <a:r>
                        <a:rPr lang="de-DE" sz="1400"/>
                        <a:t>0.10</a:t>
                      </a:r>
                    </a:p>
                  </a:txBody>
                  <a:tcPr/>
                </a:tc>
                <a:extLst>
                  <a:ext uri="{0D108BD9-81ED-4DB2-BD59-A6C34878D82A}">
                    <a16:rowId xmlns:a16="http://schemas.microsoft.com/office/drawing/2014/main" val="4180923322"/>
                  </a:ext>
                </a:extLst>
              </a:tr>
              <a:tr h="370838">
                <a:tc>
                  <a:txBody>
                    <a:bodyPr/>
                    <a:lstStyle/>
                    <a:p>
                      <a:pPr lvl="0">
                        <a:buNone/>
                      </a:pPr>
                      <a:r>
                        <a:rPr lang="de-DE" sz="1400"/>
                        <a:t>0.30</a:t>
                      </a:r>
                    </a:p>
                  </a:txBody>
                  <a:tcPr/>
                </a:tc>
                <a:tc>
                  <a:txBody>
                    <a:bodyPr/>
                    <a:lstStyle/>
                    <a:p>
                      <a:pPr lvl="0">
                        <a:buNone/>
                      </a:pPr>
                      <a:r>
                        <a:rPr lang="de-DE" sz="1400"/>
                        <a:t>0.50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0.30</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0.35</a:t>
                      </a:r>
                    </a:p>
                  </a:txBody>
                  <a:tcPr/>
                </a:tc>
                <a:extLst>
                  <a:ext uri="{0D108BD9-81ED-4DB2-BD59-A6C34878D82A}">
                    <a16:rowId xmlns:a16="http://schemas.microsoft.com/office/drawing/2014/main" val="3425758347"/>
                  </a:ext>
                </a:extLst>
              </a:tr>
              <a:tr h="370838">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extLst>
                  <a:ext uri="{0D108BD9-81ED-4DB2-BD59-A6C34878D82A}">
                    <a16:rowId xmlns:a16="http://schemas.microsoft.com/office/drawing/2014/main" val="3786543771"/>
                  </a:ext>
                </a:extLst>
              </a:tr>
              <a:tr h="370838">
                <a:tc>
                  <a:txBody>
                    <a:bodyPr/>
                    <a:lstStyle/>
                    <a:p>
                      <a:pPr lvl="0">
                        <a:buNone/>
                      </a:pPr>
                      <a:r>
                        <a:rPr lang="de-DE" sz="1400"/>
                        <a:t>0.25</a:t>
                      </a:r>
                    </a:p>
                  </a:txBody>
                  <a:tcPr/>
                </a:tc>
                <a:tc>
                  <a:txBody>
                    <a:bodyPr/>
                    <a:lstStyle/>
                    <a:p>
                      <a:pPr lvl="0">
                        <a:buNone/>
                      </a:pPr>
                      <a:r>
                        <a:rPr lang="de-DE" sz="1400"/>
                        <a:t>0.25</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148631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D6BA4-E2E0-6484-9E71-3663A6C3D6A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7690D71-5EB8-D813-ACEF-44C0C22CE5D6}"/>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a:t>
            </a:r>
            <a:endParaRPr lang="en-US"/>
          </a:p>
        </p:txBody>
      </p:sp>
      <p:graphicFrame>
        <p:nvGraphicFramePr>
          <p:cNvPr id="4" name="Tabelle 3">
            <a:extLst>
              <a:ext uri="{FF2B5EF4-FFF2-40B4-BE49-F238E27FC236}">
                <a16:creationId xmlns:a16="http://schemas.microsoft.com/office/drawing/2014/main" id="{52856B79-2C1D-A1EC-3F6B-50EE13A1B30F}"/>
              </a:ext>
            </a:extLst>
          </p:cNvPr>
          <p:cNvGraphicFramePr>
            <a:graphicFrameLocks noGrp="1"/>
          </p:cNvGraphicFramePr>
          <p:nvPr>
            <p:extLst>
              <p:ext uri="{D42A27DB-BD31-4B8C-83A1-F6EECF244321}">
                <p14:modId xmlns:p14="http://schemas.microsoft.com/office/powerpoint/2010/main" val="2847075255"/>
              </p:ext>
            </p:extLst>
          </p:nvPr>
        </p:nvGraphicFramePr>
        <p:xfrm>
          <a:off x="284480" y="976376"/>
          <a:ext cx="8561016" cy="2468187"/>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13</a:t>
                      </a:r>
                    </a:p>
                  </a:txBody>
                  <a:tcPr/>
                </a:tc>
                <a:tc>
                  <a:txBody>
                    <a:bodyPr/>
                    <a:lstStyle/>
                    <a:p>
                      <a:r>
                        <a:rPr lang="de-DE" sz="1400"/>
                        <a:t>0.95</a:t>
                      </a:r>
                    </a:p>
                  </a:txBody>
                  <a:tcPr/>
                </a:tc>
                <a:tc>
                  <a:txBody>
                    <a:bodyPr/>
                    <a:lstStyle/>
                    <a:p>
                      <a:r>
                        <a:rPr lang="de-DE" sz="1400"/>
                        <a:t>0.95</a:t>
                      </a:r>
                    </a:p>
                  </a:txBody>
                  <a:tcPr/>
                </a:tc>
                <a:tc>
                  <a:txBody>
                    <a:bodyPr/>
                    <a:lstStyle/>
                    <a:p>
                      <a:r>
                        <a:rPr lang="de-DE" sz="1400"/>
                        <a:t>0.80</a:t>
                      </a:r>
                    </a:p>
                  </a:txBody>
                  <a:tcPr/>
                </a:tc>
                <a:tc>
                  <a:txBody>
                    <a:bodyPr/>
                    <a:lstStyle/>
                    <a:p>
                      <a:r>
                        <a:rPr lang="de-DE" sz="1400"/>
                        <a:t>0.60</a:t>
                      </a:r>
                    </a:p>
                  </a:txBody>
                  <a:tcPr/>
                </a:tc>
                <a:tc>
                  <a:txBody>
                    <a:bodyPr/>
                    <a:lstStyle/>
                    <a:p>
                      <a:r>
                        <a:rPr lang="de-DE" sz="1400"/>
                        <a:t>0.55</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43103680"/>
                  </a:ext>
                </a:extLst>
              </a:tr>
              <a:tr h="457200">
                <a:tc>
                  <a:txBody>
                    <a:bodyPr/>
                    <a:lstStyle/>
                    <a:p>
                      <a:r>
                        <a:rPr lang="de-DE" sz="1400"/>
                        <a:t>15</a:t>
                      </a:r>
                    </a:p>
                  </a:txBody>
                  <a:tcPr/>
                </a:tc>
                <a:tc>
                  <a:txBody>
                    <a:bodyPr/>
                    <a:lstStyle/>
                    <a:p>
                      <a:r>
                        <a:rPr lang="de-DE" sz="1400"/>
                        <a:t>0.96</a:t>
                      </a:r>
                    </a:p>
                  </a:txBody>
                  <a:tcPr/>
                </a:tc>
                <a:tc>
                  <a:txBody>
                    <a:bodyPr/>
                    <a:lstStyle/>
                    <a:p>
                      <a:r>
                        <a:rPr lang="de-DE" sz="1400"/>
                        <a:t>0.94</a:t>
                      </a:r>
                    </a:p>
                  </a:txBody>
                  <a:tcPr/>
                </a:tc>
                <a:tc>
                  <a:txBody>
                    <a:bodyPr/>
                    <a:lstStyle/>
                    <a:p>
                      <a:r>
                        <a:rPr lang="de-DE" sz="1400"/>
                        <a:t>0.72</a:t>
                      </a:r>
                    </a:p>
                  </a:txBody>
                  <a:tcPr/>
                </a:tc>
                <a:tc>
                  <a:txBody>
                    <a:bodyPr/>
                    <a:lstStyle/>
                    <a:p>
                      <a:r>
                        <a:rPr lang="de-DE" sz="1400"/>
                        <a:t>0.58</a:t>
                      </a:r>
                    </a:p>
                  </a:txBody>
                  <a:tcPr/>
                </a:tc>
                <a:tc>
                  <a:txBody>
                    <a:bodyPr/>
                    <a:lstStyle/>
                    <a:p>
                      <a:r>
                        <a:rPr lang="de-DE" sz="1400"/>
                        <a:t>0.55</a:t>
                      </a:r>
                    </a:p>
                  </a:txBody>
                  <a:tcPr/>
                </a:tc>
                <a:tc>
                  <a:txBody>
                    <a:bodyPr/>
                    <a:lstStyle/>
                    <a:p>
                      <a:r>
                        <a:rPr lang="de-DE" sz="1400"/>
                        <a:t>0.45</a:t>
                      </a:r>
                    </a:p>
                  </a:txBody>
                  <a:tcPr/>
                </a:tc>
                <a:tc>
                  <a:txBody>
                    <a:bodyPr/>
                    <a:lstStyle/>
                    <a:p>
                      <a:r>
                        <a:rPr lang="de-DE" sz="1400"/>
                        <a:t>0.50</a:t>
                      </a:r>
                    </a:p>
                  </a:txBody>
                  <a:tcPr/>
                </a:tc>
                <a:tc>
                  <a:txBody>
                    <a:bodyPr/>
                    <a:lstStyle/>
                    <a:p>
                      <a:r>
                        <a:rPr lang="de-DE" sz="1400"/>
                        <a:t>0.40</a:t>
                      </a:r>
                    </a:p>
                  </a:txBody>
                  <a:tcPr/>
                </a:tc>
                <a:tc>
                  <a:txBody>
                    <a:bodyPr/>
                    <a:lstStyle/>
                    <a:p>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289053E4-60EE-77EF-2D95-9BC6687F7993}"/>
              </a:ext>
            </a:extLst>
          </p:cNvPr>
          <p:cNvGraphicFramePr>
            <a:graphicFrameLocks noGrp="1"/>
          </p:cNvGraphicFramePr>
          <p:nvPr>
            <p:extLst>
              <p:ext uri="{D42A27DB-BD31-4B8C-83A1-F6EECF244321}">
                <p14:modId xmlns:p14="http://schemas.microsoft.com/office/powerpoint/2010/main" val="1656645009"/>
              </p:ext>
            </p:extLst>
          </p:nvPr>
        </p:nvGraphicFramePr>
        <p:xfrm>
          <a:off x="288607" y="4180758"/>
          <a:ext cx="8553444" cy="2113280"/>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0.40</a:t>
                      </a:r>
                    </a:p>
                  </a:txBody>
                  <a:tcPr/>
                </a:tc>
                <a:tc>
                  <a:txBody>
                    <a:bodyPr/>
                    <a:lstStyle/>
                    <a:p>
                      <a:r>
                        <a:rPr lang="de-DE" sz="1400"/>
                        <a:t>0.45</a:t>
                      </a:r>
                    </a:p>
                  </a:txBody>
                  <a:tcPr/>
                </a:tc>
                <a:tc>
                  <a:txBody>
                    <a:bodyPr/>
                    <a:lstStyle/>
                    <a:p>
                      <a:r>
                        <a:rPr lang="de-DE" sz="1400"/>
                        <a:t>0.45</a:t>
                      </a:r>
                    </a:p>
                  </a:txBody>
                  <a:tcPr/>
                </a:tc>
                <a:tc>
                  <a:txBody>
                    <a:bodyPr/>
                    <a:lstStyle/>
                    <a:p>
                      <a:r>
                        <a:rPr lang="de-DE" sz="1400"/>
                        <a:t>0.45</a:t>
                      </a:r>
                    </a:p>
                  </a:txBody>
                  <a:tcPr/>
                </a:tc>
                <a:tc>
                  <a:txBody>
                    <a:bodyPr/>
                    <a:lstStyle/>
                    <a:p>
                      <a:pPr lvl="0">
                        <a:buNone/>
                      </a:pPr>
                      <a:r>
                        <a:rPr lang="de-DE" sz="1400"/>
                        <a:t>0.45</a:t>
                      </a:r>
                    </a:p>
                  </a:txBody>
                  <a:tcPr/>
                </a:tc>
                <a:tc>
                  <a:txBody>
                    <a:bodyPr/>
                    <a:lstStyle/>
                    <a:p>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extLst>
                  <a:ext uri="{0D108BD9-81ED-4DB2-BD59-A6C34878D82A}">
                    <a16:rowId xmlns:a16="http://schemas.microsoft.com/office/drawing/2014/main" val="4198767"/>
                  </a:ext>
                </a:extLst>
              </a:tr>
              <a:tr h="370840">
                <a:tc>
                  <a:txBody>
                    <a:bodyPr/>
                    <a:lstStyle/>
                    <a:p>
                      <a:r>
                        <a:rPr lang="de-DE" sz="1400"/>
                        <a:t>0.40</a:t>
                      </a:r>
                    </a:p>
                  </a:txBody>
                  <a:tcPr/>
                </a:tc>
                <a:tc>
                  <a:txBody>
                    <a:bodyPr/>
                    <a:lstStyle/>
                    <a:p>
                      <a:r>
                        <a:rPr lang="de-DE" sz="1400"/>
                        <a:t>0.40</a:t>
                      </a:r>
                    </a:p>
                  </a:txBody>
                  <a:tcPr/>
                </a:tc>
                <a:tc>
                  <a:txBody>
                    <a:bodyPr/>
                    <a:lstStyle/>
                    <a:p>
                      <a:r>
                        <a:rPr lang="de-DE" sz="1400"/>
                        <a:t>0.45</a:t>
                      </a:r>
                    </a:p>
                  </a:txBody>
                  <a:tcPr/>
                </a:tc>
                <a:tc>
                  <a:txBody>
                    <a:bodyPr/>
                    <a:lstStyle/>
                    <a:p>
                      <a:r>
                        <a:rPr lang="de-DE" sz="1400"/>
                        <a:t>0.42</a:t>
                      </a:r>
                    </a:p>
                  </a:txBody>
                  <a:tcPr/>
                </a:tc>
                <a:tc>
                  <a:txBody>
                    <a:bodyPr/>
                    <a:lstStyle/>
                    <a:p>
                      <a:r>
                        <a:rPr lang="de-DE" sz="1400"/>
                        <a:t>0.35</a:t>
                      </a:r>
                    </a:p>
                  </a:txBody>
                  <a:tcPr/>
                </a:tc>
                <a:tc>
                  <a:txBody>
                    <a:bodyPr/>
                    <a:lstStyle/>
                    <a:p>
                      <a:r>
                        <a:rPr lang="de-DE" sz="1400"/>
                        <a:t>0.35</a:t>
                      </a:r>
                    </a:p>
                  </a:txBody>
                  <a:tcPr/>
                </a:tc>
                <a:tc>
                  <a:txBody>
                    <a:bodyPr/>
                    <a:lstStyle/>
                    <a:p>
                      <a:r>
                        <a:rPr lang="de-DE" sz="1400"/>
                        <a:t>0.35</a:t>
                      </a:r>
                    </a:p>
                  </a:txBody>
                  <a:tcPr/>
                </a:tc>
                <a:tc>
                  <a:txBody>
                    <a:bodyPr/>
                    <a:lstStyle/>
                    <a:p>
                      <a:r>
                        <a:rPr lang="de-DE" sz="1400"/>
                        <a:t>0.35</a:t>
                      </a:r>
                    </a:p>
                  </a:txBody>
                  <a:tcPr/>
                </a:tc>
                <a:tc>
                  <a:txBody>
                    <a:bodyPr/>
                    <a:lstStyle/>
                    <a:p>
                      <a:pPr lvl="0">
                        <a:buNone/>
                      </a:pPr>
                      <a:r>
                        <a:rPr lang="de-DE" sz="1400"/>
                        <a:t>0.35</a:t>
                      </a:r>
                    </a:p>
                  </a:txBody>
                  <a:tcPr/>
                </a:tc>
                <a:tc>
                  <a:txBody>
                    <a:bodyPr/>
                    <a:lstStyle/>
                    <a:p>
                      <a:r>
                        <a:rPr lang="de-DE" sz="1400"/>
                        <a:t>0.35</a:t>
                      </a:r>
                    </a:p>
                  </a:txBody>
                  <a:tcPr/>
                </a:tc>
                <a:tc>
                  <a:txBody>
                    <a:bodyPr/>
                    <a:lstStyle/>
                    <a:p>
                      <a:pPr lvl="0">
                        <a:buNone/>
                      </a:pPr>
                      <a:r>
                        <a:rPr lang="de-DE" sz="1400"/>
                        <a:t>0.35</a:t>
                      </a:r>
                    </a:p>
                  </a:txBody>
                  <a:tcPr/>
                </a:tc>
                <a:tc>
                  <a:txBody>
                    <a:bodyPr/>
                    <a:lstStyle/>
                    <a:p>
                      <a:pPr lvl="0">
                        <a:buNone/>
                      </a:pPr>
                      <a:r>
                        <a:rPr lang="de-DE" sz="1400"/>
                        <a:t>0.35</a:t>
                      </a:r>
                    </a:p>
                  </a:txBody>
                  <a:tcPr/>
                </a:tc>
                <a:extLst>
                  <a:ext uri="{0D108BD9-81ED-4DB2-BD59-A6C34878D82A}">
                    <a16:rowId xmlns:a16="http://schemas.microsoft.com/office/drawing/2014/main" val="2377502259"/>
                  </a:ext>
                </a:extLst>
              </a:tr>
            </a:tbl>
          </a:graphicData>
        </a:graphic>
      </p:graphicFrame>
    </p:spTree>
    <p:extLst>
      <p:ext uri="{BB962C8B-B14F-4D97-AF65-F5344CB8AC3E}">
        <p14:creationId xmlns:p14="http://schemas.microsoft.com/office/powerpoint/2010/main" val="3913430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D426B-586D-01B5-E023-0B070A03B3F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0855D4-D819-F67D-8DF9-38489A4EA459}"/>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  rows=10</a:t>
            </a:r>
            <a:endParaRPr lang="en-US"/>
          </a:p>
        </p:txBody>
      </p:sp>
      <p:graphicFrame>
        <p:nvGraphicFramePr>
          <p:cNvPr id="4" name="Tabelle 3">
            <a:extLst>
              <a:ext uri="{FF2B5EF4-FFF2-40B4-BE49-F238E27FC236}">
                <a16:creationId xmlns:a16="http://schemas.microsoft.com/office/drawing/2014/main" id="{A08B318F-A857-F334-E62E-6E586D114459}"/>
              </a:ext>
            </a:extLst>
          </p:cNvPr>
          <p:cNvGraphicFramePr>
            <a:graphicFrameLocks noGrp="1"/>
          </p:cNvGraphicFramePr>
          <p:nvPr>
            <p:extLst>
              <p:ext uri="{D42A27DB-BD31-4B8C-83A1-F6EECF244321}">
                <p14:modId xmlns:p14="http://schemas.microsoft.com/office/powerpoint/2010/main" val="3671566475"/>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0.85-1</a:t>
                      </a:r>
                    </a:p>
                  </a:txBody>
                  <a:tcPr/>
                </a:tc>
                <a:tc>
                  <a:txBody>
                    <a:bodyPr/>
                    <a:lstStyle/>
                    <a:p>
                      <a:r>
                        <a:rPr lang="de-DE" sz="1400"/>
                        <a:t>0.85-1</a:t>
                      </a:r>
                    </a:p>
                  </a:txBody>
                  <a:tcPr/>
                </a:tc>
                <a:tc>
                  <a:txBody>
                    <a:bodyPr/>
                    <a:lstStyle/>
                    <a:p>
                      <a:r>
                        <a:rPr lang="de-DE" sz="1400"/>
                        <a:t>0.98-1</a:t>
                      </a:r>
                    </a:p>
                  </a:txBody>
                  <a:tcPr/>
                </a:tc>
                <a:tc>
                  <a:txBody>
                    <a:bodyPr/>
                    <a:lstStyle/>
                    <a:p>
                      <a:r>
                        <a:rPr lang="de-DE" sz="1400"/>
                        <a:t>0.60-1</a:t>
                      </a:r>
                    </a:p>
                  </a:txBody>
                  <a:tcPr/>
                </a:tc>
                <a:tc>
                  <a:txBody>
                    <a:bodyPr/>
                    <a:lstStyle/>
                    <a:p>
                      <a:r>
                        <a:rPr lang="de-DE" sz="1400"/>
                        <a:t>0.55</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0.80-1</a:t>
                      </a:r>
                    </a:p>
                  </a:txBody>
                  <a:tcPr/>
                </a:tc>
                <a:tc>
                  <a:txBody>
                    <a:bodyPr/>
                    <a:lstStyle/>
                    <a:p>
                      <a:r>
                        <a:rPr lang="de-DE" sz="1400"/>
                        <a:t>0.80-1</a:t>
                      </a:r>
                    </a:p>
                  </a:txBody>
                  <a:tcPr/>
                </a:tc>
                <a:tc>
                  <a:txBody>
                    <a:bodyPr/>
                    <a:lstStyle/>
                    <a:p>
                      <a:r>
                        <a:rPr lang="de-DE" sz="1400"/>
                        <a:t>0.95-1</a:t>
                      </a:r>
                    </a:p>
                  </a:txBody>
                  <a:tcPr/>
                </a:tc>
                <a:tc>
                  <a:txBody>
                    <a:bodyPr/>
                    <a:lstStyle/>
                    <a:p>
                      <a:r>
                        <a:rPr lang="de-DE" sz="1400"/>
                        <a:t>0.60-1</a:t>
                      </a:r>
                    </a:p>
                  </a:txBody>
                  <a:tcPr/>
                </a:tc>
                <a:tc>
                  <a:txBody>
                    <a:bodyPr/>
                    <a:lstStyle/>
                    <a:p>
                      <a:r>
                        <a:rPr lang="de-DE" sz="1400"/>
                        <a:t>0.55</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0.30</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0.65-1</a:t>
                      </a:r>
                    </a:p>
                  </a:txBody>
                  <a:tcPr/>
                </a:tc>
                <a:tc>
                  <a:txBody>
                    <a:bodyPr/>
                    <a:lstStyle/>
                    <a:p>
                      <a:pPr lvl="0">
                        <a:buNone/>
                      </a:pPr>
                      <a:r>
                        <a:rPr lang="de-DE" sz="1400"/>
                        <a:t>0.60-1</a:t>
                      </a:r>
                    </a:p>
                  </a:txBody>
                  <a:tcPr/>
                </a:tc>
                <a:tc>
                  <a:txBody>
                    <a:bodyPr/>
                    <a:lstStyle/>
                    <a:p>
                      <a:pPr lvl="0">
                        <a:buNone/>
                      </a:pPr>
                      <a:r>
                        <a:rPr lang="de-DE" sz="1400"/>
                        <a:t>0.90-1</a:t>
                      </a:r>
                    </a:p>
                  </a:txBody>
                  <a:tcPr/>
                </a:tc>
                <a:tc>
                  <a:txBody>
                    <a:bodyPr/>
                    <a:lstStyle/>
                    <a:p>
                      <a:pPr lvl="0">
                        <a:buNone/>
                      </a:pPr>
                      <a:r>
                        <a:rPr lang="de-DE" sz="1400"/>
                        <a:t>0.30</a:t>
                      </a:r>
                    </a:p>
                  </a:txBody>
                  <a:tcPr/>
                </a:tc>
                <a:tc>
                  <a:txBody>
                    <a:bodyPr/>
                    <a:lstStyle/>
                    <a:p>
                      <a:pPr lvl="0">
                        <a:buNone/>
                      </a:pPr>
                      <a:r>
                        <a:rPr lang="de-DE" sz="1400"/>
                        <a:t>0.25</a:t>
                      </a:r>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0.78-1</a:t>
                      </a:r>
                    </a:p>
                  </a:txBody>
                  <a:tcPr/>
                </a:tc>
                <a:tc>
                  <a:txBody>
                    <a:bodyPr/>
                    <a:lstStyle/>
                    <a:p>
                      <a:pPr lvl="0">
                        <a:buNone/>
                      </a:pPr>
                      <a:r>
                        <a:rPr lang="de-DE" sz="1400"/>
                        <a:t>0.78-1</a:t>
                      </a:r>
                    </a:p>
                  </a:txBody>
                  <a:tcPr/>
                </a:tc>
                <a:tc>
                  <a:txBody>
                    <a:bodyPr/>
                    <a:lstStyle/>
                    <a:p>
                      <a:pPr lvl="0">
                        <a:buNone/>
                      </a:pPr>
                      <a:r>
                        <a:rPr lang="de-DE" sz="1400"/>
                        <a:t>0.92-1</a:t>
                      </a:r>
                    </a:p>
                  </a:txBody>
                  <a:tcPr/>
                </a:tc>
                <a:tc>
                  <a:txBody>
                    <a:bodyPr/>
                    <a:lstStyle/>
                    <a:p>
                      <a:pPr lvl="0">
                        <a:buNone/>
                      </a:pPr>
                      <a:r>
                        <a:rPr lang="de-DE" sz="1400"/>
                        <a:t>0.35</a:t>
                      </a:r>
                    </a:p>
                  </a:txBody>
                  <a:tcPr/>
                </a:tc>
                <a:tc>
                  <a:txBody>
                    <a:bodyPr/>
                    <a:lstStyle/>
                    <a:p>
                      <a:pPr lvl="0">
                        <a:buNone/>
                      </a:pPr>
                      <a:r>
                        <a:rPr lang="de-DE" sz="1400"/>
                        <a:t>0.30</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0.95-1</a:t>
                      </a:r>
                    </a:p>
                  </a:txBody>
                  <a:tcPr/>
                </a:tc>
                <a:tc>
                  <a:txBody>
                    <a:bodyPr/>
                    <a:lstStyle/>
                    <a:p>
                      <a:pPr lvl="0">
                        <a:buNone/>
                      </a:pPr>
                      <a:r>
                        <a:rPr lang="de-DE" sz="1400"/>
                        <a:t>0.60-1</a:t>
                      </a:r>
                    </a:p>
                  </a:txBody>
                  <a:tcPr/>
                </a:tc>
                <a:tc>
                  <a:txBody>
                    <a:bodyPr/>
                    <a:lstStyle/>
                    <a:p>
                      <a:pPr lvl="0">
                        <a:buNone/>
                      </a:pPr>
                      <a:r>
                        <a:rPr lang="de-DE" sz="1400"/>
                        <a:t>0.55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49C48BD4-4200-44D6-30F5-86A50FC99011}"/>
              </a:ext>
            </a:extLst>
          </p:cNvPr>
          <p:cNvGraphicFramePr>
            <a:graphicFrameLocks noGrp="1"/>
          </p:cNvGraphicFramePr>
          <p:nvPr>
            <p:extLst>
              <p:ext uri="{D42A27DB-BD31-4B8C-83A1-F6EECF244321}">
                <p14:modId xmlns:p14="http://schemas.microsoft.com/office/powerpoint/2010/main" val="952878148"/>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0.10</a:t>
                      </a:r>
                    </a:p>
                  </a:txBody>
                  <a:tcPr/>
                </a:tc>
                <a:tc>
                  <a:txBody>
                    <a:bodyPr/>
                    <a:lstStyle/>
                    <a:p>
                      <a:r>
                        <a:rPr lang="de-DE" sz="1400"/>
                        <a:t>0.10</a:t>
                      </a:r>
                    </a:p>
                  </a:txBody>
                  <a:tcPr/>
                </a:tc>
                <a:tc>
                  <a:txBody>
                    <a:bodyPr/>
                    <a:lstStyle/>
                    <a:p>
                      <a:r>
                        <a:rPr lang="de-DE" sz="1400"/>
                        <a:t>0.30</a:t>
                      </a:r>
                    </a:p>
                  </a:txBody>
                  <a:tcPr/>
                </a:tc>
                <a:tc>
                  <a:txBody>
                    <a:bodyPr/>
                    <a:lstStyle/>
                    <a:p>
                      <a:r>
                        <a:rPr lang="de-DE" sz="1400"/>
                        <a:t>0.30</a:t>
                      </a:r>
                    </a:p>
                  </a:txBody>
                  <a:tcPr/>
                </a:tc>
                <a:tc>
                  <a:txBody>
                    <a:bodyPr/>
                    <a:lstStyle/>
                    <a:p>
                      <a:r>
                        <a:rPr lang="de-DE" sz="1400"/>
                        <a:t>0.10</a:t>
                      </a:r>
                    </a:p>
                  </a:txBody>
                  <a:tcPr/>
                </a:tc>
                <a:tc>
                  <a:txBody>
                    <a:bodyPr/>
                    <a:lstStyle/>
                    <a:p>
                      <a:r>
                        <a:rPr lang="de-DE" sz="1400"/>
                        <a:t>0.05</a:t>
                      </a:r>
                    </a:p>
                  </a:txBody>
                  <a:tcPr/>
                </a:tc>
                <a:tc>
                  <a:txBody>
                    <a:bodyPr/>
                    <a:lstStyle/>
                    <a:p>
                      <a:r>
                        <a:rPr lang="de-DE" sz="1400"/>
                        <a:t>0.05</a:t>
                      </a:r>
                    </a:p>
                  </a:txBody>
                  <a:tcPr/>
                </a:tc>
                <a:tc>
                  <a:txBody>
                    <a:bodyPr/>
                    <a:lstStyle/>
                    <a:p>
                      <a:r>
                        <a:rPr lang="de-DE" sz="1400"/>
                        <a:t>0.05</a:t>
                      </a:r>
                    </a:p>
                  </a:txBody>
                  <a:tcPr/>
                </a:tc>
                <a:tc>
                  <a:txBody>
                    <a:bodyPr/>
                    <a:lstStyle/>
                    <a:p>
                      <a:pPr lvl="0">
                        <a:buNone/>
                      </a:pPr>
                      <a:r>
                        <a:rPr lang="de-DE" sz="1400"/>
                        <a:t>0.05</a:t>
                      </a:r>
                    </a:p>
                  </a:txBody>
                  <a:tcPr/>
                </a:tc>
                <a:tc>
                  <a:txBody>
                    <a:bodyPr/>
                    <a:lstStyle/>
                    <a:p>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extLst>
                  <a:ext uri="{0D108BD9-81ED-4DB2-BD59-A6C34878D82A}">
                    <a16:rowId xmlns:a16="http://schemas.microsoft.com/office/drawing/2014/main" val="4198767"/>
                  </a:ext>
                </a:extLst>
              </a:tr>
              <a:tr h="370840">
                <a:tc>
                  <a:txBody>
                    <a:bodyPr/>
                    <a:lstStyle/>
                    <a:p>
                      <a:r>
                        <a:rPr lang="de-DE" sz="1400"/>
                        <a:t>0.10</a:t>
                      </a:r>
                    </a:p>
                  </a:txBody>
                  <a:tcPr/>
                </a:tc>
                <a:tc>
                  <a:txBody>
                    <a:bodyPr/>
                    <a:lstStyle/>
                    <a:p>
                      <a:r>
                        <a:rPr lang="de-DE" sz="1400"/>
                        <a:t>0.10</a:t>
                      </a:r>
                    </a:p>
                  </a:txBody>
                  <a:tcPr/>
                </a:tc>
                <a:tc>
                  <a:txBody>
                    <a:bodyPr/>
                    <a:lstStyle/>
                    <a:p>
                      <a:r>
                        <a:rPr lang="de-DE" sz="1400"/>
                        <a:t>0.30</a:t>
                      </a:r>
                    </a:p>
                  </a:txBody>
                  <a:tcPr/>
                </a:tc>
                <a:tc>
                  <a:txBody>
                    <a:bodyPr/>
                    <a:lstStyle/>
                    <a:p>
                      <a:r>
                        <a:rPr lang="de-DE" sz="1400"/>
                        <a:t>0.25</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r>
                        <a:rPr lang="de-DE" sz="1400"/>
                        <a:t>0.10</a:t>
                      </a:r>
                    </a:p>
                  </a:txBody>
                  <a:tcPr/>
                </a:tc>
                <a:tc>
                  <a:txBody>
                    <a:bodyPr/>
                    <a:lstStyle/>
                    <a:p>
                      <a:pPr lvl="0">
                        <a:buNone/>
                      </a:pPr>
                      <a:r>
                        <a:rPr lang="de-DE" sz="1400"/>
                        <a:t>0.10</a:t>
                      </a:r>
                    </a:p>
                  </a:txBody>
                  <a:tcPr/>
                </a:tc>
                <a:tc>
                  <a:txBody>
                    <a:bodyPr/>
                    <a:lstStyle/>
                    <a:p>
                      <a:pPr lvl="0">
                        <a:buNone/>
                      </a:pPr>
                      <a:r>
                        <a:rPr lang="de-DE" sz="1400"/>
                        <a:t>0.10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tc>
                  <a:txBody>
                    <a:bodyPr/>
                    <a:lstStyle/>
                    <a:p>
                      <a:pPr lvl="0">
                        <a:buNone/>
                      </a:pPr>
                      <a:r>
                        <a:rPr lang="de-DE" sz="1400" b="0" i="0" u="none" strike="noStrike" noProof="0">
                          <a:solidFill>
                            <a:srgbClr val="000000"/>
                          </a:solidFill>
                          <a:latin typeface="Arial"/>
                          <a:cs typeface="Arial"/>
                        </a:rPr>
                        <a:t>0.10</a:t>
                      </a:r>
                      <a:endParaRPr lang="en-US"/>
                    </a:p>
                  </a:txBody>
                  <a:tcPr/>
                </a:tc>
                <a:extLst>
                  <a:ext uri="{0D108BD9-81ED-4DB2-BD59-A6C34878D82A}">
                    <a16:rowId xmlns:a16="http://schemas.microsoft.com/office/drawing/2014/main" val="4180923322"/>
                  </a:ext>
                </a:extLst>
              </a:tr>
              <a:tr h="370838">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tc>
                  <a:txBody>
                    <a:bodyPr/>
                    <a:lstStyle/>
                    <a:p>
                      <a:pPr lvl="0">
                        <a:buNone/>
                      </a:pPr>
                      <a:r>
                        <a:rPr lang="de-DE" sz="1400"/>
                        <a:t>0.15</a:t>
                      </a:r>
                    </a:p>
                  </a:txBody>
                  <a:tcPr/>
                </a:tc>
                <a:extLst>
                  <a:ext uri="{0D108BD9-81ED-4DB2-BD59-A6C34878D82A}">
                    <a16:rowId xmlns:a16="http://schemas.microsoft.com/office/drawing/2014/main" val="3425758347"/>
                  </a:ext>
                </a:extLst>
              </a:tr>
              <a:tr h="370838">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0.05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3786543771"/>
                  </a:ext>
                </a:extLst>
              </a:tr>
              <a:tr h="370838">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001666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8EEF-85D3-46B4-283C-BB24FF95EB78}"/>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GPT-OSS:120b  rows=10</a:t>
            </a:r>
          </a:p>
        </p:txBody>
      </p:sp>
      <p:graphicFrame>
        <p:nvGraphicFramePr>
          <p:cNvPr id="4" name="Chart 3">
            <a:extLst>
              <a:ext uri="{FF2B5EF4-FFF2-40B4-BE49-F238E27FC236}">
                <a16:creationId xmlns:a16="http://schemas.microsoft.com/office/drawing/2014/main" id="{D58509AE-AEBF-05FE-1297-FB6CE1505A36}"/>
              </a:ext>
            </a:extLst>
          </p:cNvPr>
          <p:cNvGraphicFramePr/>
          <p:nvPr>
            <p:extLst>
              <p:ext uri="{D42A27DB-BD31-4B8C-83A1-F6EECF244321}">
                <p14:modId xmlns:p14="http://schemas.microsoft.com/office/powerpoint/2010/main" val="2585837681"/>
              </p:ext>
            </p:extLst>
          </p:nvPr>
        </p:nvGraphicFramePr>
        <p:xfrm>
          <a:off x="1149724" y="1510179"/>
          <a:ext cx="6844552" cy="38427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34048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C2BD1-AC2B-480B-D545-942D6D8E94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041C739-5FC0-57EA-FA94-746E8F63A862}"/>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GPT-OSS:20b rows=10</a:t>
            </a:r>
            <a:endParaRPr lang="en-US"/>
          </a:p>
        </p:txBody>
      </p:sp>
      <p:graphicFrame>
        <p:nvGraphicFramePr>
          <p:cNvPr id="4" name="Tabelle 3">
            <a:extLst>
              <a:ext uri="{FF2B5EF4-FFF2-40B4-BE49-F238E27FC236}">
                <a16:creationId xmlns:a16="http://schemas.microsoft.com/office/drawing/2014/main" id="{18A511E9-8B42-91EE-BB4D-5C68D9CAB8EE}"/>
              </a:ext>
            </a:extLst>
          </p:cNvPr>
          <p:cNvGraphicFramePr>
            <a:graphicFrameLocks noGrp="1"/>
          </p:cNvGraphicFramePr>
          <p:nvPr>
            <p:extLst>
              <p:ext uri="{D42A27DB-BD31-4B8C-83A1-F6EECF244321}">
                <p14:modId xmlns:p14="http://schemas.microsoft.com/office/powerpoint/2010/main" val="2851734394"/>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0.95-1</a:t>
                      </a:r>
                    </a:p>
                  </a:txBody>
                  <a:tcPr/>
                </a:tc>
                <a:tc>
                  <a:txBody>
                    <a:bodyPr/>
                    <a:lstStyle/>
                    <a:p>
                      <a:r>
                        <a:rPr lang="de-DE" sz="1400"/>
                        <a:t>0.93-1</a:t>
                      </a:r>
                    </a:p>
                  </a:txBody>
                  <a:tcPr/>
                </a:tc>
                <a:tc>
                  <a:txBody>
                    <a:bodyPr/>
                    <a:lstStyle/>
                    <a:p>
                      <a:r>
                        <a:rPr lang="de-DE" sz="1400"/>
                        <a:t>0.25</a:t>
                      </a:r>
                    </a:p>
                  </a:txBody>
                  <a:tcPr/>
                </a:tc>
                <a:tc>
                  <a:txBody>
                    <a:bodyPr/>
                    <a:lstStyle/>
                    <a:p>
                      <a:r>
                        <a:rPr lang="de-DE" sz="1400"/>
                        <a:t>0.15</a:t>
                      </a:r>
                    </a:p>
                  </a:txBody>
                  <a:tcPr/>
                </a:tc>
                <a:tc>
                  <a:txBody>
                    <a:bodyPr/>
                    <a:lstStyle/>
                    <a:p>
                      <a:r>
                        <a:rPr lang="de-DE" sz="1400"/>
                        <a:t>0.10</a:t>
                      </a:r>
                    </a:p>
                  </a:txBody>
                  <a:tcPr/>
                </a:tc>
                <a:tc>
                  <a:txBody>
                    <a:bodyPr/>
                    <a:lstStyle/>
                    <a:p>
                      <a:r>
                        <a:rPr lang="de-DE" sz="1400"/>
                        <a:t>0.01</a:t>
                      </a:r>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0.95-1</a:t>
                      </a:r>
                    </a:p>
                  </a:txBody>
                  <a:tcPr/>
                </a:tc>
                <a:tc>
                  <a:txBody>
                    <a:bodyPr/>
                    <a:lstStyle/>
                    <a:p>
                      <a:r>
                        <a:rPr lang="de-DE" sz="1400"/>
                        <a:t>0.93-1</a:t>
                      </a:r>
                    </a:p>
                  </a:txBody>
                  <a:tcPr/>
                </a:tc>
                <a:tc>
                  <a:txBody>
                    <a:bodyPr/>
                    <a:lstStyle/>
                    <a:p>
                      <a:r>
                        <a:rPr lang="de-DE" sz="1400"/>
                        <a:t>0.88-1</a:t>
                      </a:r>
                    </a:p>
                  </a:txBody>
                  <a:tcPr/>
                </a:tc>
                <a:tc>
                  <a:txBody>
                    <a:bodyPr/>
                    <a:lstStyle/>
                    <a:p>
                      <a:r>
                        <a:rPr lang="de-DE" sz="1400"/>
                        <a:t>0.75-1</a:t>
                      </a:r>
                    </a:p>
                  </a:txBody>
                  <a:tcPr/>
                </a:tc>
                <a:tc>
                  <a:txBody>
                    <a:bodyPr/>
                    <a:lstStyle/>
                    <a:p>
                      <a:r>
                        <a:rPr lang="de-DE" sz="1400"/>
                        <a:t>0.70-1</a:t>
                      </a:r>
                    </a:p>
                  </a:txBody>
                  <a:tcPr/>
                </a:tc>
                <a:tc>
                  <a:txBody>
                    <a:bodyPr/>
                    <a:lstStyle/>
                    <a:p>
                      <a:r>
                        <a:rPr lang="de-DE" sz="1400"/>
                        <a:t>0.30</a:t>
                      </a:r>
                    </a:p>
                  </a:txBody>
                  <a:tcPr/>
                </a:tc>
                <a:tc>
                  <a:txBody>
                    <a:bodyPr/>
                    <a:lstStyle/>
                    <a:p>
                      <a:r>
                        <a:rPr lang="de-DE" sz="1400"/>
                        <a:t>0.28</a:t>
                      </a:r>
                    </a:p>
                  </a:txBody>
                  <a:tcPr/>
                </a:tc>
                <a:tc>
                  <a:txBody>
                    <a:bodyPr/>
                    <a:lstStyle/>
                    <a:p>
                      <a:r>
                        <a:rPr lang="de-DE" sz="1400"/>
                        <a:t>0.25</a:t>
                      </a:r>
                    </a:p>
                  </a:txBody>
                  <a:tcPr/>
                </a:tc>
                <a:tc>
                  <a:txBody>
                    <a:bodyPr/>
                    <a:lstStyle/>
                    <a:p>
                      <a:r>
                        <a:rPr lang="de-DE" sz="1400"/>
                        <a:t>0.20</a:t>
                      </a:r>
                    </a:p>
                  </a:txBody>
                  <a:tcPr/>
                </a:tc>
                <a:tc>
                  <a:txBody>
                    <a:bodyPr/>
                    <a:lstStyle/>
                    <a:p>
                      <a:pPr lvl="0">
                        <a:buNone/>
                      </a:pPr>
                      <a:r>
                        <a:rPr lang="de-DE" sz="1400"/>
                        <a:t>0.18</a:t>
                      </a:r>
                    </a:p>
                  </a:txBody>
                  <a:tcPr/>
                </a:tc>
                <a:tc>
                  <a:txBody>
                    <a:bodyPr/>
                    <a:lstStyle/>
                    <a:p>
                      <a:pPr lvl="0">
                        <a:buNone/>
                      </a:pPr>
                      <a:r>
                        <a:rPr lang="de-DE" sz="1400"/>
                        <a:t>0.15</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0.95-1</a:t>
                      </a:r>
                    </a:p>
                  </a:txBody>
                  <a:tcPr/>
                </a:tc>
                <a:tc>
                  <a:txBody>
                    <a:bodyPr/>
                    <a:lstStyle/>
                    <a:p>
                      <a:pPr lvl="0">
                        <a:buNone/>
                      </a:pPr>
                      <a:r>
                        <a:rPr lang="de-DE" sz="1400"/>
                        <a:t>0.92-1</a:t>
                      </a:r>
                    </a:p>
                  </a:txBody>
                  <a:tcPr/>
                </a:tc>
                <a:tc>
                  <a:txBody>
                    <a:bodyPr/>
                    <a:lstStyle/>
                    <a:p>
                      <a:pPr lvl="0">
                        <a:buNone/>
                      </a:pPr>
                      <a:r>
                        <a:rPr lang="de-DE" sz="1400"/>
                        <a:t>0.88-1</a:t>
                      </a:r>
                    </a:p>
                  </a:txBody>
                  <a:tcPr/>
                </a:tc>
                <a:tc>
                  <a:txBody>
                    <a:bodyPr/>
                    <a:lstStyle/>
                    <a:p>
                      <a:pPr lvl="0">
                        <a:buNone/>
                      </a:pPr>
                      <a:r>
                        <a:rPr lang="de-DE" sz="1400"/>
                        <a:t>0.88-1</a:t>
                      </a:r>
                    </a:p>
                  </a:txBody>
                  <a:tcPr/>
                </a:tc>
                <a:tc>
                  <a:txBody>
                    <a:bodyPr/>
                    <a:lstStyle/>
                    <a:p>
                      <a:pPr lvl="0">
                        <a:buNone/>
                      </a:pPr>
                      <a:r>
                        <a:rPr lang="de-DE" sz="1400"/>
                        <a:t>0.86-1</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0.38</a:t>
                      </a:r>
                    </a:p>
                  </a:txBody>
                  <a:tcPr/>
                </a:tc>
                <a:tc>
                  <a:txBody>
                    <a:bodyPr/>
                    <a:lstStyle/>
                    <a:p>
                      <a:pPr lvl="0">
                        <a:buNone/>
                      </a:pPr>
                      <a:r>
                        <a:rPr lang="de-DE" sz="1400" b="0" i="0" u="none" strike="noStrike" noProof="0">
                          <a:solidFill>
                            <a:srgbClr val="000000"/>
                          </a:solidFill>
                          <a:latin typeface="Arial"/>
                          <a:cs typeface="Arial"/>
                        </a:rPr>
                        <a:t>0.70</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0.95-1</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0.85-1</a:t>
                      </a:r>
                    </a:p>
                  </a:txBody>
                  <a:tcPr/>
                </a:tc>
                <a:tc>
                  <a:txBody>
                    <a:bodyPr/>
                    <a:lstStyle/>
                    <a:p>
                      <a:pPr lvl="0">
                        <a:buNone/>
                      </a:pPr>
                      <a:r>
                        <a:rPr lang="de-DE" sz="1400"/>
                        <a:t>0.60-1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0.50</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0.95-1</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0.35</a:t>
                      </a:r>
                    </a:p>
                  </a:txBody>
                  <a:tcPr/>
                </a:tc>
                <a:tc>
                  <a:txBody>
                    <a:bodyPr/>
                    <a:lstStyle/>
                    <a:p>
                      <a:pPr lvl="0">
                        <a:buNone/>
                      </a:pPr>
                      <a:r>
                        <a:rPr lang="de-DE" sz="1400"/>
                        <a:t>0.30</a:t>
                      </a:r>
                    </a:p>
                  </a:txBody>
                  <a:tcPr/>
                </a:tc>
                <a:tc>
                  <a:txBody>
                    <a:bodyPr/>
                    <a:lstStyle/>
                    <a:p>
                      <a:pPr lvl="0">
                        <a:buNone/>
                      </a:pPr>
                      <a:r>
                        <a:rPr lang="de-DE" sz="1400"/>
                        <a:t>0.25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0.15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0.90-1</a:t>
                      </a:r>
                    </a:p>
                  </a:txBody>
                  <a:tcPr/>
                </a:tc>
                <a:tc>
                  <a:txBody>
                    <a:bodyPr/>
                    <a:lstStyle/>
                    <a:p>
                      <a:pPr lvl="0">
                        <a:buNone/>
                      </a:pPr>
                      <a:r>
                        <a:rPr lang="de-DE" sz="1400"/>
                        <a:t>0.85-1</a:t>
                      </a:r>
                    </a:p>
                  </a:txBody>
                  <a:tcPr/>
                </a:tc>
                <a:tc>
                  <a:txBody>
                    <a:bodyPr/>
                    <a:lstStyle/>
                    <a:p>
                      <a:pPr lvl="0">
                        <a:buNone/>
                      </a:pPr>
                      <a:r>
                        <a:rPr lang="de-DE" sz="1400"/>
                        <a:t>0.55</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4C4AA5FD-A44C-40C5-7F78-7E17F0445161}"/>
              </a:ext>
            </a:extLst>
          </p:cNvPr>
          <p:cNvGraphicFramePr>
            <a:graphicFrameLocks noGrp="1"/>
          </p:cNvGraphicFramePr>
          <p:nvPr>
            <p:extLst>
              <p:ext uri="{D42A27DB-BD31-4B8C-83A1-F6EECF244321}">
                <p14:modId xmlns:p14="http://schemas.microsoft.com/office/powerpoint/2010/main" val="1792945275"/>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tc>
                  <a:txBody>
                    <a:bodyPr/>
                    <a:lstStyle/>
                    <a:p>
                      <a:pPr lvl="0">
                        <a:buNone/>
                      </a:pPr>
                      <a:r>
                        <a:rPr lang="de-DE" sz="1400" b="0" i="0" u="none" strike="noStrike" noProof="0">
                          <a:solidFill>
                            <a:srgbClr val="000000"/>
                          </a:solidFill>
                          <a:latin typeface="Arial"/>
                          <a:cs typeface="Arial"/>
                        </a:rPr>
                        <a:t>0.01</a:t>
                      </a:r>
                      <a:endParaRPr lang="en-US"/>
                    </a:p>
                  </a:txBody>
                  <a:tcPr/>
                </a:tc>
                <a:extLst>
                  <a:ext uri="{0D108BD9-81ED-4DB2-BD59-A6C34878D82A}">
                    <a16:rowId xmlns:a16="http://schemas.microsoft.com/office/drawing/2014/main" val="4198767"/>
                  </a:ext>
                </a:extLst>
              </a:tr>
              <a:tr h="370840">
                <a:tc>
                  <a:txBody>
                    <a:bodyPr/>
                    <a:lstStyle/>
                    <a:p>
                      <a:r>
                        <a:rPr lang="de-DE" sz="1400"/>
                        <a:t>0.12</a:t>
                      </a:r>
                    </a:p>
                  </a:txBody>
                  <a:tcPr/>
                </a:tc>
                <a:tc>
                  <a:txBody>
                    <a:bodyPr/>
                    <a:lstStyle/>
                    <a:p>
                      <a:r>
                        <a:rPr lang="de-DE" sz="1400"/>
                        <a:t>0.10</a:t>
                      </a:r>
                    </a:p>
                  </a:txBody>
                  <a:tcPr/>
                </a:tc>
                <a:tc>
                  <a:txBody>
                    <a:bodyPr/>
                    <a:lstStyle/>
                    <a:p>
                      <a:r>
                        <a:rPr lang="de-DE" sz="1400"/>
                        <a:t>0.08</a:t>
                      </a:r>
                    </a:p>
                  </a:txBody>
                  <a:tcPr/>
                </a:tc>
                <a:tc>
                  <a:txBody>
                    <a:bodyPr/>
                    <a:lstStyle/>
                    <a:p>
                      <a:r>
                        <a:rPr lang="de-DE" sz="1400"/>
                        <a:t>0.05</a:t>
                      </a:r>
                    </a:p>
                  </a:txBody>
                  <a:tcPr/>
                </a:tc>
                <a:tc>
                  <a:txBody>
                    <a:bodyPr/>
                    <a:lstStyle/>
                    <a:p>
                      <a:r>
                        <a:rPr lang="de-DE" sz="1400"/>
                        <a:t>0.04</a:t>
                      </a:r>
                    </a:p>
                  </a:txBody>
                  <a:tcPr/>
                </a:tc>
                <a:tc>
                  <a:txBody>
                    <a:bodyPr/>
                    <a:lstStyle/>
                    <a:p>
                      <a:r>
                        <a:rPr lang="de-DE" sz="1400"/>
                        <a:t>0.55</a:t>
                      </a:r>
                    </a:p>
                  </a:txBody>
                  <a:tcPr/>
                </a:tc>
                <a:tc>
                  <a:txBody>
                    <a:bodyPr/>
                    <a:lstStyle/>
                    <a:p>
                      <a:r>
                        <a:rPr lang="de-DE" sz="1400"/>
                        <a:t>0.55</a:t>
                      </a:r>
                    </a:p>
                  </a:txBody>
                  <a:tcPr/>
                </a:tc>
                <a:tc>
                  <a:txBody>
                    <a:bodyPr/>
                    <a:lstStyle/>
                    <a:p>
                      <a:r>
                        <a:rPr lang="de-DE" sz="1400"/>
                        <a:t>0.52</a:t>
                      </a:r>
                    </a:p>
                  </a:txBody>
                  <a:tcPr/>
                </a:tc>
                <a:tc>
                  <a:txBody>
                    <a:bodyPr/>
                    <a:lstStyle/>
                    <a:p>
                      <a:pPr lvl="0">
                        <a:buNone/>
                      </a:pPr>
                      <a:r>
                        <a:rPr lang="de-DE" sz="1400"/>
                        <a:t>0.48</a:t>
                      </a:r>
                    </a:p>
                  </a:txBody>
                  <a:tcPr/>
                </a:tc>
                <a:tc>
                  <a:txBody>
                    <a:bodyPr/>
                    <a:lstStyle/>
                    <a:p>
                      <a:r>
                        <a:rPr lang="de-DE" sz="1400"/>
                        <a:t>0.45</a:t>
                      </a:r>
                    </a:p>
                  </a:txBody>
                  <a:tcPr/>
                </a:tc>
                <a:tc>
                  <a:txBody>
                    <a:bodyPr/>
                    <a:lstStyle/>
                    <a:p>
                      <a:pPr lvl="0">
                        <a:buNone/>
                      </a:pPr>
                      <a:r>
                        <a:rPr lang="de-DE" sz="1400"/>
                        <a:t>0.42</a:t>
                      </a:r>
                    </a:p>
                  </a:txBody>
                  <a:tcPr/>
                </a:tc>
                <a:tc>
                  <a:txBody>
                    <a:bodyPr/>
                    <a:lstStyle/>
                    <a:p>
                      <a:pPr lvl="0">
                        <a:buNone/>
                      </a:pPr>
                      <a:r>
                        <a:rPr lang="de-DE" sz="1400"/>
                        <a:t>0.40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0.35</a:t>
                      </a:r>
                    </a:p>
                  </a:txBody>
                  <a:tcPr/>
                </a:tc>
                <a:tc>
                  <a:txBody>
                    <a:bodyPr/>
                    <a:lstStyle/>
                    <a:p>
                      <a:pPr lvl="0">
                        <a:buNone/>
                      </a:pPr>
                      <a:r>
                        <a:rPr lang="de-DE" sz="1400" b="0" i="0" u="none" strike="noStrike" noProof="0">
                          <a:solidFill>
                            <a:srgbClr val="000000"/>
                          </a:solidFill>
                          <a:latin typeface="Arial"/>
                          <a:cs typeface="Arial"/>
                        </a:rPr>
                        <a:t>0.30</a:t>
                      </a:r>
                    </a:p>
                  </a:txBody>
                  <a:tcPr/>
                </a:tc>
                <a:tc>
                  <a:txBody>
                    <a:bodyPr/>
                    <a:lstStyle/>
                    <a:p>
                      <a:pPr lvl="0">
                        <a:buNone/>
                      </a:pPr>
                      <a:r>
                        <a:rPr lang="de-DE" sz="1400" b="0" i="0" u="none" strike="noStrike" noProof="0">
                          <a:solidFill>
                            <a:srgbClr val="000000"/>
                          </a:solidFill>
                          <a:latin typeface="Arial"/>
                          <a:cs typeface="Arial"/>
                        </a:rPr>
                        <a:t>0.25</a:t>
                      </a:r>
                    </a:p>
                  </a:txBody>
                  <a:tcPr/>
                </a:tc>
                <a:tc>
                  <a:txBody>
                    <a:bodyPr/>
                    <a:lstStyle/>
                    <a:p>
                      <a:pPr lvl="0">
                        <a:buNone/>
                      </a:pPr>
                      <a:r>
                        <a:rPr lang="de-DE" sz="1400" b="0" i="0" u="none" strike="noStrike" noProof="0">
                          <a:solidFill>
                            <a:srgbClr val="000000"/>
                          </a:solidFill>
                          <a:latin typeface="Arial"/>
                          <a:cs typeface="Arial"/>
                        </a:rPr>
                        <a:t>0.20</a:t>
                      </a:r>
                    </a:p>
                  </a:txBody>
                  <a:tcPr/>
                </a:tc>
                <a:tc>
                  <a:txBody>
                    <a:bodyPr/>
                    <a:lstStyle/>
                    <a:p>
                      <a:pPr lvl="0">
                        <a:buNone/>
                      </a:pPr>
                      <a:r>
                        <a:rPr lang="de-DE" sz="1400" b="0" i="0" u="none" strike="noStrike" noProof="0">
                          <a:solidFill>
                            <a:srgbClr val="000000"/>
                          </a:solidFill>
                          <a:latin typeface="Arial"/>
                          <a:cs typeface="Arial"/>
                        </a:rPr>
                        <a:t>0.15</a:t>
                      </a:r>
                    </a:p>
                  </a:txBody>
                  <a:tcPr/>
                </a:tc>
                <a:tc>
                  <a:txBody>
                    <a:bodyPr/>
                    <a:lstStyle/>
                    <a:p>
                      <a:pPr lvl="0">
                        <a:buNone/>
                      </a:pPr>
                      <a:r>
                        <a:rPr lang="de-DE" sz="1400" b="0" i="0" u="none" strike="noStrike" noProof="0">
                          <a:solidFill>
                            <a:srgbClr val="000000"/>
                          </a:solidFill>
                          <a:latin typeface="Arial"/>
                          <a:cs typeface="Arial"/>
                        </a:rPr>
                        <a:t>0.10</a:t>
                      </a:r>
                    </a:p>
                  </a:txBody>
                  <a:tcPr/>
                </a:tc>
                <a:tc>
                  <a:txBody>
                    <a:bodyPr/>
                    <a:lstStyle/>
                    <a:p>
                      <a:pPr lvl="0">
                        <a:buNone/>
                      </a:pPr>
                      <a:r>
                        <a:rPr lang="de-DE" sz="1400" b="0" i="0" u="none" strike="noStrike" noProof="0">
                          <a:solidFill>
                            <a:srgbClr val="000000"/>
                          </a:solidFill>
                          <a:latin typeface="Arial"/>
                          <a:cs typeface="Arial"/>
                        </a:rPr>
                        <a:t>0.08</a:t>
                      </a:r>
                    </a:p>
                  </a:txBody>
                  <a:tcPr/>
                </a:tc>
                <a:tc>
                  <a:txBody>
                    <a:bodyPr/>
                    <a:lstStyle/>
                    <a:p>
                      <a:pPr lvl="0">
                        <a:buNone/>
                      </a:pPr>
                      <a:r>
                        <a:rPr lang="de-DE" sz="1400" b="0" i="0" u="none" strike="noStrike" noProof="0">
                          <a:solidFill>
                            <a:srgbClr val="000000"/>
                          </a:solidFill>
                          <a:latin typeface="Arial"/>
                          <a:cs typeface="Arial"/>
                        </a:rPr>
                        <a:t>0.06</a:t>
                      </a:r>
                    </a:p>
                  </a:txBody>
                  <a:tcPr/>
                </a:tc>
                <a:tc>
                  <a:txBody>
                    <a:bodyPr/>
                    <a:lstStyle/>
                    <a:p>
                      <a:pPr lvl="0">
                        <a:buNone/>
                      </a:pPr>
                      <a:r>
                        <a:rPr lang="de-DE" sz="1400" b="0" i="0" u="none" strike="noStrike" noProof="0">
                          <a:solidFill>
                            <a:srgbClr val="000000"/>
                          </a:solidFill>
                          <a:latin typeface="Arial"/>
                          <a:cs typeface="Arial"/>
                        </a:rPr>
                        <a:t>0.05</a:t>
                      </a:r>
                    </a:p>
                  </a:txBody>
                  <a:tcPr/>
                </a:tc>
                <a:tc>
                  <a:txBody>
                    <a:bodyPr/>
                    <a:lstStyle/>
                    <a:p>
                      <a:pPr lvl="0">
                        <a:buNone/>
                      </a:pPr>
                      <a:r>
                        <a:rPr lang="de-DE" sz="1400" b="0" i="0" u="none" strike="noStrike" noProof="0">
                          <a:solidFill>
                            <a:srgbClr val="000000"/>
                          </a:solidFill>
                          <a:latin typeface="Arial"/>
                          <a:cs typeface="Arial"/>
                        </a:rPr>
                        <a:t>0.03</a:t>
                      </a:r>
                    </a:p>
                  </a:txBody>
                  <a:tcPr/>
                </a:tc>
                <a:tc>
                  <a:txBody>
                    <a:bodyPr/>
                    <a:lstStyle/>
                    <a:p>
                      <a:pPr lvl="0">
                        <a:buNone/>
                      </a:pPr>
                      <a:r>
                        <a:rPr lang="de-DE" sz="1400" b="0" i="0" u="none" strike="noStrike" noProof="0">
                          <a:solidFill>
                            <a:srgbClr val="000000"/>
                          </a:solidFill>
                          <a:latin typeface="Arial"/>
                          <a:cs typeface="Arial"/>
                        </a:rPr>
                        <a:t>0.01</a:t>
                      </a:r>
                    </a:p>
                  </a:txBody>
                  <a:tcPr/>
                </a:tc>
                <a:tc>
                  <a:txBody>
                    <a:bodyPr/>
                    <a:lstStyle/>
                    <a:p>
                      <a:pPr lvl="0">
                        <a:buNone/>
                      </a:pPr>
                      <a:r>
                        <a:rPr lang="de-DE" sz="1400" b="0" i="0" u="none" strike="noStrike" noProof="0">
                          <a:solidFill>
                            <a:srgbClr val="000000"/>
                          </a:solidFill>
                          <a:latin typeface="Arial"/>
                          <a:cs typeface="Arial"/>
                        </a:rPr>
                        <a:t>0.02</a:t>
                      </a:r>
                    </a:p>
                  </a:txBody>
                  <a:tcPr/>
                </a:tc>
                <a:extLst>
                  <a:ext uri="{0D108BD9-81ED-4DB2-BD59-A6C34878D82A}">
                    <a16:rowId xmlns:a16="http://schemas.microsoft.com/office/drawing/2014/main" val="4180923322"/>
                  </a:ext>
                </a:extLst>
              </a:tr>
              <a:tr h="370838">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0.70-1</a:t>
                      </a:r>
                    </a:p>
                  </a:txBody>
                  <a:tcPr/>
                </a:tc>
                <a:extLst>
                  <a:ext uri="{0D108BD9-81ED-4DB2-BD59-A6C34878D82A}">
                    <a16:rowId xmlns:a16="http://schemas.microsoft.com/office/drawing/2014/main" val="3425758347"/>
                  </a:ext>
                </a:extLst>
              </a:tr>
              <a:tr h="370838">
                <a:tc>
                  <a:txBody>
                    <a:bodyPr/>
                    <a:lstStyle/>
                    <a:p>
                      <a:pPr lvl="0">
                        <a:buNone/>
                      </a:pPr>
                      <a:r>
                        <a:rPr lang="de-DE" sz="1400"/>
                        <a:t>0.10</a:t>
                      </a:r>
                    </a:p>
                  </a:txBody>
                  <a:tcPr/>
                </a:tc>
                <a:tc>
                  <a:txBody>
                    <a:bodyPr/>
                    <a:lstStyle/>
                    <a:p>
                      <a:pPr lvl="0">
                        <a:buNone/>
                      </a:pPr>
                      <a:r>
                        <a:rPr lang="de-DE" sz="1400"/>
                        <a:t>0.10</a:t>
                      </a:r>
                    </a:p>
                  </a:txBody>
                  <a:tcPr/>
                </a:tc>
                <a:tc>
                  <a:txBody>
                    <a:bodyPr/>
                    <a:lstStyle/>
                    <a:p>
                      <a:pPr lvl="0">
                        <a:buNone/>
                      </a:pPr>
                      <a:r>
                        <a:rPr lang="de-DE" sz="1400"/>
                        <a:t>0.05</a:t>
                      </a:r>
                    </a:p>
                  </a:txBody>
                  <a:tcPr/>
                </a:tc>
                <a:tc>
                  <a:txBody>
                    <a:bodyPr/>
                    <a:lstStyle/>
                    <a:p>
                      <a:pPr lvl="0">
                        <a:buNone/>
                      </a:pPr>
                      <a:r>
                        <a:rPr lang="de-DE" sz="1400"/>
                        <a:t>0.20</a:t>
                      </a:r>
                    </a:p>
                  </a:txBody>
                  <a:tcPr/>
                </a:tc>
                <a:tc>
                  <a:txBody>
                    <a:bodyPr/>
                    <a:lstStyle/>
                    <a:p>
                      <a:pPr lvl="0">
                        <a:buNone/>
                      </a:pPr>
                      <a:r>
                        <a:rPr lang="de-DE" sz="1400"/>
                        <a:t>0.25</a:t>
                      </a:r>
                    </a:p>
                  </a:txBody>
                  <a:tcPr/>
                </a:tc>
                <a:tc>
                  <a:txBody>
                    <a:bodyPr/>
                    <a:lstStyle/>
                    <a:p>
                      <a:pPr lvl="0">
                        <a:buNone/>
                      </a:pPr>
                      <a:r>
                        <a:rPr lang="de-DE" sz="1400"/>
                        <a:t>0.15</a:t>
                      </a:r>
                    </a:p>
                  </a:txBody>
                  <a:tcPr/>
                </a:tc>
                <a:tc>
                  <a:txBody>
                    <a:bodyPr/>
                    <a:lstStyle/>
                    <a:p>
                      <a:pPr lvl="0">
                        <a:buNone/>
                      </a:pPr>
                      <a:r>
                        <a:rPr lang="de-DE" sz="1400"/>
                        <a:t>0.12</a:t>
                      </a:r>
                    </a:p>
                  </a:txBody>
                  <a:tcPr/>
                </a:tc>
                <a:tc>
                  <a:txBody>
                    <a:bodyPr/>
                    <a:lstStyle/>
                    <a:p>
                      <a:pPr lvl="0">
                        <a:buNone/>
                      </a:pPr>
                      <a:r>
                        <a:rPr lang="de-DE" sz="1400"/>
                        <a:t>0.18</a:t>
                      </a:r>
                    </a:p>
                  </a:txBody>
                  <a:tcPr/>
                </a:tc>
                <a:tc>
                  <a:txBody>
                    <a:bodyPr/>
                    <a:lstStyle/>
                    <a:p>
                      <a:pPr lvl="0">
                        <a:buNone/>
                      </a:pPr>
                      <a:r>
                        <a:rPr lang="de-DE" sz="1400"/>
                        <a:t>0.08</a:t>
                      </a:r>
                    </a:p>
                  </a:txBody>
                  <a:tcPr/>
                </a:tc>
                <a:tc>
                  <a:txBody>
                    <a:bodyPr/>
                    <a:lstStyle/>
                    <a:p>
                      <a:pPr lvl="0">
                        <a:buNone/>
                      </a:pPr>
                      <a:r>
                        <a:rPr lang="de-DE" sz="1400"/>
                        <a:t>0.12</a:t>
                      </a:r>
                    </a:p>
                  </a:txBody>
                  <a:tcPr/>
                </a:tc>
                <a:tc>
                  <a:txBody>
                    <a:bodyPr/>
                    <a:lstStyle/>
                    <a:p>
                      <a:pPr lvl="0">
                        <a:buNone/>
                      </a:pPr>
                      <a:r>
                        <a:rPr lang="de-DE" sz="1400"/>
                        <a:t>0.09</a:t>
                      </a:r>
                    </a:p>
                  </a:txBody>
                  <a:tcPr/>
                </a:tc>
                <a:tc>
                  <a:txBody>
                    <a:bodyPr/>
                    <a:lstStyle/>
                    <a:p>
                      <a:pPr lvl="0">
                        <a:buNone/>
                      </a:pPr>
                      <a:r>
                        <a:rPr lang="de-DE" sz="1400"/>
                        <a:t>0.11</a:t>
                      </a:r>
                    </a:p>
                  </a:txBody>
                  <a:tcPr/>
                </a:tc>
                <a:extLst>
                  <a:ext uri="{0D108BD9-81ED-4DB2-BD59-A6C34878D82A}">
                    <a16:rowId xmlns:a16="http://schemas.microsoft.com/office/drawing/2014/main" val="3786543771"/>
                  </a:ext>
                </a:extLst>
              </a:tr>
              <a:tr h="370838">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tc>
                  <a:txBody>
                    <a:bodyPr/>
                    <a:lstStyle/>
                    <a:p>
                      <a:pPr lvl="0">
                        <a:buNone/>
                      </a:pPr>
                      <a:r>
                        <a:rPr lang="de-DE" sz="1400"/>
                        <a:t>0.20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028118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EA27C-D26D-B0AE-EE8C-65C7D032277C}"/>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GPT-OSS:20b rows=10</a:t>
            </a:r>
          </a:p>
        </p:txBody>
      </p:sp>
      <p:graphicFrame>
        <p:nvGraphicFramePr>
          <p:cNvPr id="4" name="Chart 3">
            <a:extLst>
              <a:ext uri="{FF2B5EF4-FFF2-40B4-BE49-F238E27FC236}">
                <a16:creationId xmlns:a16="http://schemas.microsoft.com/office/drawing/2014/main" id="{E264EF5D-DE42-8318-15CD-DD24D7427FDE}"/>
              </a:ext>
            </a:extLst>
          </p:cNvPr>
          <p:cNvGraphicFramePr/>
          <p:nvPr>
            <p:extLst>
              <p:ext uri="{D42A27DB-BD31-4B8C-83A1-F6EECF244321}">
                <p14:modId xmlns:p14="http://schemas.microsoft.com/office/powerpoint/2010/main" val="3463064867"/>
              </p:ext>
            </p:extLst>
          </p:nvPr>
        </p:nvGraphicFramePr>
        <p:xfrm>
          <a:off x="406400" y="1343479"/>
          <a:ext cx="8338457" cy="442345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3551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4803B-E190-5A3A-47BA-0F2B3FEAA3F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EFE81A6-050D-73E6-8ABF-7BDBF2153624}"/>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mistral-small-4-119b-2603 rows=10</a:t>
            </a:r>
            <a:endParaRPr lang="en-US"/>
          </a:p>
        </p:txBody>
      </p:sp>
      <p:graphicFrame>
        <p:nvGraphicFramePr>
          <p:cNvPr id="4" name="Tabelle 3">
            <a:extLst>
              <a:ext uri="{FF2B5EF4-FFF2-40B4-BE49-F238E27FC236}">
                <a16:creationId xmlns:a16="http://schemas.microsoft.com/office/drawing/2014/main" id="{275FF6DD-85EE-7629-138B-06C1447198CA}"/>
              </a:ext>
            </a:extLst>
          </p:cNvPr>
          <p:cNvGraphicFramePr>
            <a:graphicFrameLocks noGrp="1"/>
          </p:cNvGraphicFramePr>
          <p:nvPr>
            <p:extLst>
              <p:ext uri="{D42A27DB-BD31-4B8C-83A1-F6EECF244321}">
                <p14:modId xmlns:p14="http://schemas.microsoft.com/office/powerpoint/2010/main" val="490068902"/>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0.95-1</a:t>
                      </a:r>
                    </a:p>
                  </a:txBody>
                  <a:tcPr/>
                </a:tc>
                <a:tc>
                  <a:txBody>
                    <a:bodyPr/>
                    <a:lstStyle/>
                    <a:p>
                      <a:r>
                        <a:rPr lang="de-DE" sz="1400"/>
                        <a:t>0.95-1</a:t>
                      </a:r>
                    </a:p>
                  </a:txBody>
                  <a:tcPr/>
                </a:tc>
                <a:tc>
                  <a:txBody>
                    <a:bodyPr/>
                    <a:lstStyle/>
                    <a:p>
                      <a:r>
                        <a:rPr lang="de-DE" sz="1400"/>
                        <a:t>0.80-1</a:t>
                      </a:r>
                    </a:p>
                  </a:txBody>
                  <a:tcPr/>
                </a:tc>
                <a:tc>
                  <a:txBody>
                    <a:bodyPr/>
                    <a:lstStyle/>
                    <a:p>
                      <a:r>
                        <a:rPr lang="de-DE" sz="1400"/>
                        <a:t>0.70-1</a:t>
                      </a:r>
                    </a:p>
                  </a:txBody>
                  <a:tcPr/>
                </a:tc>
                <a:tc>
                  <a:txBody>
                    <a:bodyPr/>
                    <a:lstStyle/>
                    <a:p>
                      <a:r>
                        <a:rPr lang="de-DE" sz="1400"/>
                        <a:t>0.60-1</a:t>
                      </a:r>
                    </a:p>
                  </a:txBody>
                  <a:tcPr/>
                </a:tc>
                <a:tc>
                  <a:txBody>
                    <a:bodyPr/>
                    <a:lstStyle/>
                    <a:p>
                      <a:r>
                        <a:rPr lang="de-DE" sz="1400"/>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1.00-1</a:t>
                      </a:r>
                    </a:p>
                  </a:txBody>
                  <a:tcPr/>
                </a:tc>
                <a:tc>
                  <a:txBody>
                    <a:bodyPr/>
                    <a:lstStyle/>
                    <a:p>
                      <a:r>
                        <a:rPr lang="de-DE" sz="1400"/>
                        <a:t>1.00-1</a:t>
                      </a:r>
                    </a:p>
                  </a:txBody>
                  <a:tcPr/>
                </a:tc>
                <a:tc>
                  <a:txBody>
                    <a:bodyPr/>
                    <a:lstStyle/>
                    <a:p>
                      <a:r>
                        <a:rPr lang="de-DE" sz="1400"/>
                        <a:t>0.95</a:t>
                      </a:r>
                    </a:p>
                  </a:txBody>
                  <a:tcPr/>
                </a:tc>
                <a:tc>
                  <a:txBody>
                    <a:bodyPr/>
                    <a:lstStyle/>
                    <a:p>
                      <a:r>
                        <a:rPr lang="de-DE" sz="1400"/>
                        <a:t>0.80</a:t>
                      </a:r>
                    </a:p>
                  </a:txBody>
                  <a:tcPr/>
                </a:tc>
                <a:tc>
                  <a:txBody>
                    <a:bodyPr/>
                    <a:lstStyle/>
                    <a:p>
                      <a:r>
                        <a:rPr lang="de-DE" sz="1400"/>
                        <a:t>0.85</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0-1</a:t>
                      </a:r>
                    </a:p>
                  </a:txBody>
                  <a:tcPr/>
                </a:tc>
                <a:tc>
                  <a:txBody>
                    <a:bodyPr/>
                    <a:lstStyle/>
                    <a:p>
                      <a:pPr lvl="0">
                        <a:buNone/>
                      </a:pPr>
                      <a:r>
                        <a:rPr lang="de-DE" sz="1400"/>
                        <a:t>0-1</a:t>
                      </a:r>
                    </a:p>
                  </a:txBody>
                  <a:tcPr/>
                </a:tc>
                <a:tc>
                  <a:txBody>
                    <a:bodyPr/>
                    <a:lstStyle/>
                    <a:p>
                      <a:pPr lvl="0">
                        <a:buNone/>
                      </a:pPr>
                      <a:r>
                        <a:rPr lang="de-DE" sz="1400"/>
                        <a:t>0-1</a:t>
                      </a:r>
                    </a:p>
                  </a:txBody>
                  <a:tcPr/>
                </a:tc>
                <a:tc>
                  <a:txBody>
                    <a:bodyPr/>
                    <a:lstStyle/>
                    <a:p>
                      <a:pPr lvl="0">
                        <a:buNone/>
                      </a:pPr>
                      <a:r>
                        <a:rPr lang="de-DE" sz="1400"/>
                        <a:t>0.30</a:t>
                      </a:r>
                    </a:p>
                  </a:txBody>
                  <a:tcPr/>
                </a:tc>
                <a:tc>
                  <a:txBody>
                    <a:bodyPr/>
                    <a:lstStyle/>
                    <a:p>
                      <a:pPr lvl="0">
                        <a:buNone/>
                      </a:pPr>
                      <a:r>
                        <a:rPr lang="de-DE" sz="1400"/>
                        <a:t>0.30</a:t>
                      </a:r>
                    </a:p>
                  </a:txBody>
                  <a:tcPr/>
                </a:tc>
                <a:tc>
                  <a:txBody>
                    <a:bodyPr/>
                    <a:lstStyle/>
                    <a:p>
                      <a:pPr lvl="0">
                        <a:buNone/>
                      </a:pPr>
                      <a:r>
                        <a:rPr lang="de-DE" sz="1400"/>
                        <a:t>0.50</a:t>
                      </a:r>
                    </a:p>
                  </a:txBody>
                  <a:tcPr/>
                </a:tc>
                <a:tc>
                  <a:txBody>
                    <a:bodyPr/>
                    <a:lstStyle/>
                    <a:p>
                      <a:pPr lvl="0">
                        <a:buNone/>
                      </a:pPr>
                      <a:r>
                        <a:rPr lang="de-DE" sz="1400"/>
                        <a:t>0.50</a:t>
                      </a:r>
                      <a:endParaRPr lang="en-US"/>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D70BAF5E-53D5-F7A4-FDFF-D20AD234A5A4}"/>
              </a:ext>
            </a:extLst>
          </p:cNvPr>
          <p:cNvGraphicFramePr>
            <a:graphicFrameLocks noGrp="1"/>
          </p:cNvGraphicFramePr>
          <p:nvPr>
            <p:extLst>
              <p:ext uri="{D42A27DB-BD31-4B8C-83A1-F6EECF244321}">
                <p14:modId xmlns:p14="http://schemas.microsoft.com/office/powerpoint/2010/main" val="1837963087"/>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extLst>
                  <a:ext uri="{0D108BD9-81ED-4DB2-BD59-A6C34878D82A}">
                    <a16:rowId xmlns:a16="http://schemas.microsoft.com/office/drawing/2014/main" val="4198767"/>
                  </a:ext>
                </a:extLst>
              </a:tr>
              <a:tr h="370840">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0.60</a:t>
                      </a:r>
                    </a:p>
                  </a:txBody>
                  <a:tcPr/>
                </a:tc>
                <a:tc>
                  <a:txBody>
                    <a:bodyPr/>
                    <a:lstStyle/>
                    <a:p>
                      <a:r>
                        <a:rPr lang="de-DE" sz="1400"/>
                        <a:t>0.60</a:t>
                      </a:r>
                    </a:p>
                  </a:txBody>
                  <a:tcPr/>
                </a:tc>
                <a:tc>
                  <a:txBody>
                    <a:bodyPr/>
                    <a:lstStyle/>
                    <a:p>
                      <a:r>
                        <a:rPr lang="de-DE" sz="1400"/>
                        <a:t>0.60</a:t>
                      </a:r>
                    </a:p>
                  </a:txBody>
                  <a:tcPr/>
                </a:tc>
                <a:tc>
                  <a:txBody>
                    <a:bodyPr/>
                    <a:lstStyle/>
                    <a:p>
                      <a:pPr lvl="0">
                        <a:buNone/>
                      </a:pPr>
                      <a:r>
                        <a:rPr lang="de-DE" sz="1400"/>
                        <a:t>0.60</a:t>
                      </a:r>
                    </a:p>
                  </a:txBody>
                  <a:tcPr/>
                </a:tc>
                <a:tc>
                  <a:txBody>
                    <a:bodyPr/>
                    <a:lstStyle/>
                    <a:p>
                      <a:r>
                        <a:rPr lang="de-DE" sz="1400"/>
                        <a:t>0.60</a:t>
                      </a:r>
                    </a:p>
                  </a:txBody>
                  <a:tcPr/>
                </a:tc>
                <a:tc>
                  <a:txBody>
                    <a:bodyPr/>
                    <a:lstStyle/>
                    <a:p>
                      <a:pPr lvl="0">
                        <a:buNone/>
                      </a:pPr>
                      <a:r>
                        <a:rPr lang="de-DE" sz="1400"/>
                        <a:t>0.60</a:t>
                      </a:r>
                    </a:p>
                  </a:txBody>
                  <a:tcPr/>
                </a:tc>
                <a:tc>
                  <a:txBody>
                    <a:bodyPr/>
                    <a:lstStyle/>
                    <a:p>
                      <a:pPr lvl="0">
                        <a:buNone/>
                      </a:pPr>
                      <a:r>
                        <a:rPr lang="de-DE" sz="1400"/>
                        <a:t>0.60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0.80-1</a:t>
                      </a:r>
                    </a:p>
                  </a:txBody>
                  <a:tcPr/>
                </a:tc>
                <a:extLst>
                  <a:ext uri="{0D108BD9-81ED-4DB2-BD59-A6C34878D82A}">
                    <a16:rowId xmlns:a16="http://schemas.microsoft.com/office/drawing/2014/main" val="4180923322"/>
                  </a:ext>
                </a:extLst>
              </a:tr>
              <a:tr h="370838">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3425758347"/>
                  </a:ext>
                </a:extLst>
              </a:tr>
              <a:tr h="370838">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a:t>
                      </a:r>
                    </a:p>
                  </a:txBody>
                  <a:tcPr/>
                </a:tc>
                <a:tc>
                  <a:txBody>
                    <a:bodyPr/>
                    <a:lstStyle/>
                    <a:p>
                      <a:pPr lvl="0">
                        <a:buNone/>
                      </a:pPr>
                      <a:r>
                        <a:rPr lang="de-DE" sz="1400"/>
                        <a:t>0.90-1</a:t>
                      </a:r>
                    </a:p>
                  </a:txBody>
                  <a:tcPr/>
                </a:tc>
                <a:tc>
                  <a:txBody>
                    <a:bodyPr/>
                    <a:lstStyle/>
                    <a:p>
                      <a:pPr lvl="0">
                        <a:buNone/>
                      </a:pPr>
                      <a:r>
                        <a:rPr lang="de-DE" sz="1400"/>
                        <a:t>0.90-1</a:t>
                      </a:r>
                    </a:p>
                  </a:txBody>
                  <a:tcPr/>
                </a:tc>
                <a:tc>
                  <a:txBody>
                    <a:bodyPr/>
                    <a:lstStyle/>
                    <a:p>
                      <a:pPr lvl="0">
                        <a:buNone/>
                      </a:pPr>
                      <a:r>
                        <a:rPr lang="de-DE" sz="1400"/>
                        <a:t>0</a:t>
                      </a:r>
                    </a:p>
                  </a:txBody>
                  <a:tcPr/>
                </a:tc>
                <a:extLst>
                  <a:ext uri="{0D108BD9-81ED-4DB2-BD59-A6C34878D82A}">
                    <a16:rowId xmlns:a16="http://schemas.microsoft.com/office/drawing/2014/main" val="3786543771"/>
                  </a:ext>
                </a:extLst>
              </a:tr>
              <a:tr h="370838">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0.70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03022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F243B2F7-A2BC-02EA-4CD3-B8C074C8251C}"/>
              </a:ext>
            </a:extLst>
          </p:cNvPr>
          <p:cNvSpPr>
            <a:spLocks noGrp="1"/>
          </p:cNvSpPr>
          <p:nvPr>
            <p:ph type="title"/>
          </p:nvPr>
        </p:nvSpPr>
        <p:spPr>
          <a:xfrm>
            <a:off x="288000" y="144000"/>
            <a:ext cx="8568000" cy="543600"/>
          </a:xfrm>
        </p:spPr>
        <p:txBody>
          <a:bodyPr/>
          <a:lstStyle/>
          <a:p>
            <a:r>
              <a:rPr lang="en-US" err="1">
                <a:latin typeface="Arial"/>
                <a:cs typeface="Arial"/>
              </a:rPr>
              <a:t>Feeder_metadata</a:t>
            </a:r>
            <a:r>
              <a:rPr lang="en-US">
                <a:latin typeface="Arial"/>
                <a:cs typeface="Arial"/>
              </a:rPr>
              <a:t> (Temperature = 0) mistral-small-4-119b-2603 rows=10</a:t>
            </a:r>
            <a:endParaRPr lang="en-US"/>
          </a:p>
        </p:txBody>
      </p:sp>
      <p:graphicFrame>
        <p:nvGraphicFramePr>
          <p:cNvPr id="6" name="Chart 5">
            <a:extLst>
              <a:ext uri="{FF2B5EF4-FFF2-40B4-BE49-F238E27FC236}">
                <a16:creationId xmlns:a16="http://schemas.microsoft.com/office/drawing/2014/main" id="{C778D183-7DB3-AF7D-1CCA-600BD494A714}"/>
              </a:ext>
            </a:extLst>
          </p:cNvPr>
          <p:cNvGraphicFramePr/>
          <p:nvPr>
            <p:extLst>
              <p:ext uri="{D42A27DB-BD31-4B8C-83A1-F6EECF244321}">
                <p14:modId xmlns:p14="http://schemas.microsoft.com/office/powerpoint/2010/main" val="3320871743"/>
              </p:ext>
            </p:extLst>
          </p:nvPr>
        </p:nvGraphicFramePr>
        <p:xfrm>
          <a:off x="1349828" y="1401535"/>
          <a:ext cx="6451600" cy="387191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9820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B95F1-DD5C-B8B7-BFB7-AE732AFD94A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1C9125C-358F-240D-A015-A13A5908B64C}"/>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gpt-5.4-mini rows=10</a:t>
            </a:r>
            <a:endParaRPr lang="en-US"/>
          </a:p>
        </p:txBody>
      </p:sp>
      <p:graphicFrame>
        <p:nvGraphicFramePr>
          <p:cNvPr id="4" name="Tabelle 3">
            <a:extLst>
              <a:ext uri="{FF2B5EF4-FFF2-40B4-BE49-F238E27FC236}">
                <a16:creationId xmlns:a16="http://schemas.microsoft.com/office/drawing/2014/main" id="{F81A16C3-2C61-CB9B-10BF-A3D4DEF7F4DD}"/>
              </a:ext>
            </a:extLst>
          </p:cNvPr>
          <p:cNvGraphicFramePr>
            <a:graphicFrameLocks noGrp="1"/>
          </p:cNvGraphicFramePr>
          <p:nvPr>
            <p:extLst>
              <p:ext uri="{D42A27DB-BD31-4B8C-83A1-F6EECF244321}">
                <p14:modId xmlns:p14="http://schemas.microsoft.com/office/powerpoint/2010/main" val="833865316"/>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1-all</a:t>
                      </a:r>
                    </a:p>
                  </a:txBody>
                  <a:tcPr/>
                </a:tc>
                <a:tc>
                  <a:txBody>
                    <a:bodyPr/>
                    <a:lstStyle/>
                    <a:p>
                      <a:r>
                        <a:rPr lang="de-DE" sz="1400"/>
                        <a:t>0.85</a:t>
                      </a:r>
                    </a:p>
                  </a:txBody>
                  <a:tcPr/>
                </a:tc>
                <a:tc>
                  <a:txBody>
                    <a:bodyPr/>
                    <a:lstStyle/>
                    <a:p>
                      <a:r>
                        <a:rPr lang="de-DE" sz="1400"/>
                        <a:t>0.90</a:t>
                      </a:r>
                    </a:p>
                  </a:txBody>
                  <a:tcPr/>
                </a:tc>
                <a:tc>
                  <a:txBody>
                    <a:bodyPr/>
                    <a:lstStyle/>
                    <a:p>
                      <a:r>
                        <a:rPr lang="de-DE" sz="1400"/>
                        <a:t>0.70</a:t>
                      </a:r>
                    </a:p>
                  </a:txBody>
                  <a:tcPr/>
                </a:tc>
                <a:tc>
                  <a:txBody>
                    <a:bodyPr/>
                    <a:lstStyle/>
                    <a:p>
                      <a:r>
                        <a:rPr lang="de-DE" sz="1400"/>
                        <a:t>0.80</a:t>
                      </a:r>
                    </a:p>
                  </a:txBody>
                  <a:tcPr/>
                </a:tc>
                <a:tc>
                  <a:txBody>
                    <a:bodyPr/>
                    <a:lstStyle/>
                    <a:p>
                      <a:r>
                        <a:rPr lang="de-DE" sz="1400"/>
                        <a:t>0.80</a:t>
                      </a:r>
                    </a:p>
                  </a:txBody>
                  <a:tcPr/>
                </a:tc>
                <a:tc>
                  <a:txBody>
                    <a:bodyPr/>
                    <a:lstStyle/>
                    <a:p>
                      <a:r>
                        <a:rPr lang="de-DE" sz="1400"/>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0.85</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0.85-1</a:t>
                      </a:r>
                    </a:p>
                  </a:txBody>
                  <a:tcPr/>
                </a:tc>
                <a:tc>
                  <a:txBody>
                    <a:bodyPr/>
                    <a:lstStyle/>
                    <a:p>
                      <a:r>
                        <a:rPr lang="de-DE" sz="1400"/>
                        <a:t>0.90-1</a:t>
                      </a:r>
                    </a:p>
                  </a:txBody>
                  <a:tcPr/>
                </a:tc>
                <a:tc>
                  <a:txBody>
                    <a:bodyPr/>
                    <a:lstStyle/>
                    <a:p>
                      <a:r>
                        <a:rPr lang="de-DE" sz="1400"/>
                        <a:t>0.75-1</a:t>
                      </a:r>
                    </a:p>
                  </a:txBody>
                  <a:tcPr/>
                </a:tc>
                <a:tc>
                  <a:txBody>
                    <a:bodyPr/>
                    <a:lstStyle/>
                    <a:p>
                      <a:r>
                        <a:rPr lang="de-DE" sz="1400"/>
                        <a:t>0.80-1</a:t>
                      </a:r>
                    </a:p>
                  </a:txBody>
                  <a:tcPr/>
                </a:tc>
                <a:tc>
                  <a:txBody>
                    <a:bodyPr/>
                    <a:lstStyle/>
                    <a:p>
                      <a:r>
                        <a:rPr lang="de-DE" sz="1400"/>
                        <a:t>0.80-1</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3187255955"/>
                  </a:ext>
                </a:extLst>
              </a:tr>
              <a:tr h="405245">
                <a:tc>
                  <a:txBody>
                    <a:bodyPr/>
                    <a:lstStyle/>
                    <a:p>
                      <a:pPr lvl="0">
                        <a:buNone/>
                      </a:pPr>
                      <a:r>
                        <a:rPr lang="de-DE" sz="1400"/>
                        <a:t>3-all</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0.75</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0.85</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0.85-1</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FABB1D6C-2F93-0858-0FF4-D9C0EBCDCB75}"/>
              </a:ext>
            </a:extLst>
          </p:cNvPr>
          <p:cNvGraphicFramePr>
            <a:graphicFrameLocks noGrp="1"/>
          </p:cNvGraphicFramePr>
          <p:nvPr>
            <p:extLst>
              <p:ext uri="{D42A27DB-BD31-4B8C-83A1-F6EECF244321}">
                <p14:modId xmlns:p14="http://schemas.microsoft.com/office/powerpoint/2010/main" val="2648131936"/>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0.60-0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en-US" sz="1400"/>
                        <a:t>0.70</a:t>
                      </a:r>
                    </a:p>
                  </a:txBody>
                  <a:tcPr/>
                </a:tc>
                <a:extLst>
                  <a:ext uri="{0D108BD9-81ED-4DB2-BD59-A6C34878D82A}">
                    <a16:rowId xmlns:a16="http://schemas.microsoft.com/office/drawing/2014/main" val="4198767"/>
                  </a:ext>
                </a:extLst>
              </a:tr>
              <a:tr h="370840">
                <a:tc>
                  <a:txBody>
                    <a:bodyPr/>
                    <a:lstStyle/>
                    <a:p>
                      <a:r>
                        <a:rPr lang="de-DE" sz="1400"/>
                        <a:t>0.55</a:t>
                      </a:r>
                    </a:p>
                  </a:txBody>
                  <a:tcPr/>
                </a:tc>
                <a:tc>
                  <a:txBody>
                    <a:bodyPr/>
                    <a:lstStyle/>
                    <a:p>
                      <a:r>
                        <a:rPr lang="de-DE" sz="1400"/>
                        <a:t>0.60</a:t>
                      </a:r>
                    </a:p>
                  </a:txBody>
                  <a:tcPr/>
                </a:tc>
                <a:tc>
                  <a:txBody>
                    <a:bodyPr/>
                    <a:lstStyle/>
                    <a:p>
                      <a:r>
                        <a:rPr lang="de-DE" sz="1400"/>
                        <a:t>0.80-1</a:t>
                      </a:r>
                    </a:p>
                  </a:txBody>
                  <a:tcPr/>
                </a:tc>
                <a:tc>
                  <a:txBody>
                    <a:bodyPr/>
                    <a:lstStyle/>
                    <a:p>
                      <a:r>
                        <a:rPr lang="de-DE" sz="1400"/>
                        <a:t>0.80-1</a:t>
                      </a:r>
                    </a:p>
                  </a:txBody>
                  <a:tcPr/>
                </a:tc>
                <a:tc>
                  <a:txBody>
                    <a:bodyPr/>
                    <a:lstStyle/>
                    <a:p>
                      <a:r>
                        <a:rPr lang="de-DE" sz="1400"/>
                        <a:t>0.75-1</a:t>
                      </a:r>
                    </a:p>
                  </a:txBody>
                  <a:tcPr/>
                </a:tc>
                <a:tc>
                  <a:txBody>
                    <a:bodyPr/>
                    <a:lstStyle/>
                    <a:p>
                      <a:r>
                        <a:rPr lang="de-DE" sz="1400"/>
                        <a:t>0.60</a:t>
                      </a:r>
                    </a:p>
                  </a:txBody>
                  <a:tcPr/>
                </a:tc>
                <a:tc>
                  <a:txBody>
                    <a:bodyPr/>
                    <a:lstStyle/>
                    <a:p>
                      <a:r>
                        <a:rPr lang="de-DE" sz="1400"/>
                        <a:t>0.60</a:t>
                      </a:r>
                    </a:p>
                  </a:txBody>
                  <a:tcPr/>
                </a:tc>
                <a:tc>
                  <a:txBody>
                    <a:bodyPr/>
                    <a:lstStyle/>
                    <a:p>
                      <a:r>
                        <a:rPr lang="de-DE" sz="1400"/>
                        <a:t>0.60</a:t>
                      </a:r>
                    </a:p>
                  </a:txBody>
                  <a:tcPr/>
                </a:tc>
                <a:tc>
                  <a:txBody>
                    <a:bodyPr/>
                    <a:lstStyle/>
                    <a:p>
                      <a:pPr lvl="0">
                        <a:buNone/>
                      </a:pPr>
                      <a:r>
                        <a:rPr lang="de-DE" sz="1400"/>
                        <a:t>0.60</a:t>
                      </a:r>
                    </a:p>
                  </a:txBody>
                  <a:tcPr/>
                </a:tc>
                <a:tc>
                  <a:txBody>
                    <a:bodyPr/>
                    <a:lstStyle/>
                    <a:p>
                      <a:r>
                        <a:rPr lang="de-DE" sz="1400"/>
                        <a:t>0.75-1</a:t>
                      </a:r>
                    </a:p>
                  </a:txBody>
                  <a:tcPr/>
                </a:tc>
                <a:tc>
                  <a:txBody>
                    <a:bodyPr/>
                    <a:lstStyle/>
                    <a:p>
                      <a:pPr lvl="0">
                        <a:buNone/>
                      </a:pPr>
                      <a:r>
                        <a:rPr lang="de-DE" sz="1400"/>
                        <a:t>0.80-1</a:t>
                      </a:r>
                    </a:p>
                  </a:txBody>
                  <a:tcPr/>
                </a:tc>
                <a:tc>
                  <a:txBody>
                    <a:bodyPr/>
                    <a:lstStyle/>
                    <a:p>
                      <a:pPr lvl="0">
                        <a:buNone/>
                      </a:pPr>
                      <a:r>
                        <a:rPr lang="de-DE" sz="1400"/>
                        <a:t>0.60</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0.65</a:t>
                      </a:r>
                    </a:p>
                  </a:txBody>
                  <a:tcPr/>
                </a:tc>
                <a:extLst>
                  <a:ext uri="{0D108BD9-81ED-4DB2-BD59-A6C34878D82A}">
                    <a16:rowId xmlns:a16="http://schemas.microsoft.com/office/drawing/2014/main" val="4180923322"/>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0.65-1</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0.75-1</a:t>
                      </a:r>
                    </a:p>
                  </a:txBody>
                  <a:tcPr/>
                </a:tc>
                <a:tc>
                  <a:txBody>
                    <a:bodyPr/>
                    <a:lstStyle/>
                    <a:p>
                      <a:pPr lvl="0">
                        <a:buNone/>
                      </a:pPr>
                      <a:r>
                        <a:rPr lang="de-DE" sz="1400"/>
                        <a:t>0.85-1</a:t>
                      </a:r>
                    </a:p>
                  </a:txBody>
                  <a:tcPr/>
                </a:tc>
                <a:tc>
                  <a:txBody>
                    <a:bodyPr/>
                    <a:lstStyle/>
                    <a:p>
                      <a:pPr lvl="0">
                        <a:buNone/>
                      </a:pPr>
                      <a:r>
                        <a:rPr lang="de-DE" sz="1400"/>
                        <a:t>0.65</a:t>
                      </a:r>
                    </a:p>
                  </a:txBody>
                  <a:tcPr/>
                </a:tc>
                <a:extLst>
                  <a:ext uri="{0D108BD9-81ED-4DB2-BD59-A6C34878D82A}">
                    <a16:rowId xmlns:a16="http://schemas.microsoft.com/office/drawing/2014/main" val="3425758347"/>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0.75-1</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0.60</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0.65</a:t>
                      </a:r>
                    </a:p>
                  </a:txBody>
                  <a:tcPr/>
                </a:tc>
                <a:extLst>
                  <a:ext uri="{0D108BD9-81ED-4DB2-BD59-A6C34878D82A}">
                    <a16:rowId xmlns:a16="http://schemas.microsoft.com/office/drawing/2014/main" val="3786543771"/>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0.80-1</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0.75</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2539539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02EEB-3AB4-470E-EDBC-689FED78F9BF}"/>
              </a:ext>
            </a:extLst>
          </p:cNvPr>
          <p:cNvSpPr>
            <a:spLocks noGrp="1"/>
          </p:cNvSpPr>
          <p:nvPr>
            <p:ph type="title"/>
          </p:nvPr>
        </p:nvSpPr>
        <p:spPr/>
        <p:txBody>
          <a:bodyPr/>
          <a:lstStyle/>
          <a:p>
            <a:r>
              <a:rPr lang="en-US">
                <a:latin typeface="Arial"/>
                <a:cs typeface="Arial"/>
              </a:rPr>
              <a:t>Feeder_metadata (Temperature = 0) gpt-5.4-mini rows=10</a:t>
            </a:r>
          </a:p>
        </p:txBody>
      </p:sp>
      <p:graphicFrame>
        <p:nvGraphicFramePr>
          <p:cNvPr id="4" name="Chart 3">
            <a:extLst>
              <a:ext uri="{FF2B5EF4-FFF2-40B4-BE49-F238E27FC236}">
                <a16:creationId xmlns:a16="http://schemas.microsoft.com/office/drawing/2014/main" id="{553B5E2E-C773-68D1-4B57-5A188FC6A4F9}"/>
              </a:ext>
            </a:extLst>
          </p:cNvPr>
          <p:cNvGraphicFramePr/>
          <p:nvPr>
            <p:extLst>
              <p:ext uri="{D42A27DB-BD31-4B8C-83A1-F6EECF244321}">
                <p14:modId xmlns:p14="http://schemas.microsoft.com/office/powerpoint/2010/main" val="1480438041"/>
              </p:ext>
            </p:extLst>
          </p:nvPr>
        </p:nvGraphicFramePr>
        <p:xfrm>
          <a:off x="207788" y="1440489"/>
          <a:ext cx="8730343" cy="365419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60946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6D856-A707-CA04-4153-55F148581E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A6B94B4-478C-9834-56C6-B4917126628A}"/>
              </a:ext>
            </a:extLst>
          </p:cNvPr>
          <p:cNvSpPr>
            <a:spLocks noGrp="1"/>
          </p:cNvSpPr>
          <p:nvPr>
            <p:ph type="title"/>
          </p:nvPr>
        </p:nvSpPr>
        <p:spPr/>
        <p:txBody>
          <a:bodyPr/>
          <a:lstStyle/>
          <a:p>
            <a:r>
              <a:rPr lang="en-US" err="1">
                <a:latin typeface="Arial"/>
                <a:cs typeface="Arial"/>
              </a:rPr>
              <a:t>Feeder_metadata</a:t>
            </a:r>
            <a:r>
              <a:rPr lang="en-US">
                <a:latin typeface="Arial"/>
                <a:cs typeface="Arial"/>
              </a:rPr>
              <a:t> gpt-5.4-mini rows=10</a:t>
            </a:r>
            <a:endParaRPr lang="en-US"/>
          </a:p>
        </p:txBody>
      </p:sp>
      <p:graphicFrame>
        <p:nvGraphicFramePr>
          <p:cNvPr id="4" name="Tabelle 3">
            <a:extLst>
              <a:ext uri="{FF2B5EF4-FFF2-40B4-BE49-F238E27FC236}">
                <a16:creationId xmlns:a16="http://schemas.microsoft.com/office/drawing/2014/main" id="{200A61FF-4433-4E28-F075-2762FA4F2B30}"/>
              </a:ext>
            </a:extLst>
          </p:cNvPr>
          <p:cNvGraphicFramePr>
            <a:graphicFrameLocks noGrp="1"/>
          </p:cNvGraphicFramePr>
          <p:nvPr>
            <p:extLst>
              <p:ext uri="{D42A27DB-BD31-4B8C-83A1-F6EECF244321}">
                <p14:modId xmlns:p14="http://schemas.microsoft.com/office/powerpoint/2010/main" val="1545833313"/>
              </p:ext>
            </p:extLst>
          </p:nvPr>
        </p:nvGraphicFramePr>
        <p:xfrm>
          <a:off x="295015" y="976376"/>
          <a:ext cx="8628575"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78098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0.75-1</a:t>
                      </a:r>
                    </a:p>
                  </a:txBody>
                  <a:tcPr/>
                </a:tc>
                <a:tc>
                  <a:txBody>
                    <a:bodyPr/>
                    <a:lstStyle/>
                    <a:p>
                      <a:r>
                        <a:rPr lang="de-DE" sz="1400"/>
                        <a:t>0.80-1</a:t>
                      </a:r>
                    </a:p>
                  </a:txBody>
                  <a:tcPr/>
                </a:tc>
                <a:tc>
                  <a:txBody>
                    <a:bodyPr/>
                    <a:lstStyle/>
                    <a:p>
                      <a:r>
                        <a:rPr lang="de-DE" sz="1400"/>
                        <a:t>0.85-1</a:t>
                      </a:r>
                    </a:p>
                  </a:txBody>
                  <a:tcPr/>
                </a:tc>
                <a:tc>
                  <a:txBody>
                    <a:bodyPr/>
                    <a:lstStyle/>
                    <a:p>
                      <a:r>
                        <a:rPr lang="de-DE" sz="1400"/>
                        <a:t>0.70-1</a:t>
                      </a:r>
                    </a:p>
                  </a:txBody>
                  <a:tcPr/>
                </a:tc>
                <a:tc>
                  <a:txBody>
                    <a:bodyPr/>
                    <a:lstStyle/>
                    <a:p>
                      <a:r>
                        <a:rPr lang="de-DE" sz="1400"/>
                        <a:t>0.70-1</a:t>
                      </a:r>
                    </a:p>
                  </a:txBody>
                  <a:tcPr/>
                </a:tc>
                <a:tc>
                  <a:txBody>
                    <a:bodyPr/>
                    <a:lstStyle/>
                    <a:p>
                      <a:r>
                        <a:rPr lang="de-DE" sz="1400"/>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0.90-1</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0.85-1</a:t>
                      </a:r>
                    </a:p>
                  </a:txBody>
                  <a:tcPr/>
                </a:tc>
                <a:tc>
                  <a:txBody>
                    <a:bodyPr/>
                    <a:lstStyle/>
                    <a:p>
                      <a:r>
                        <a:rPr lang="de-DE" sz="1400"/>
                        <a:t>0.90-1</a:t>
                      </a:r>
                    </a:p>
                  </a:txBody>
                  <a:tcPr/>
                </a:tc>
                <a:tc>
                  <a:txBody>
                    <a:bodyPr/>
                    <a:lstStyle/>
                    <a:p>
                      <a:r>
                        <a:rPr lang="de-DE" sz="1400"/>
                        <a:t>0.75-1</a:t>
                      </a:r>
                    </a:p>
                  </a:txBody>
                  <a:tcPr/>
                </a:tc>
                <a:tc>
                  <a:txBody>
                    <a:bodyPr/>
                    <a:lstStyle/>
                    <a:p>
                      <a:r>
                        <a:rPr lang="de-DE" sz="1400"/>
                        <a:t>0.80-1</a:t>
                      </a:r>
                    </a:p>
                  </a:txBody>
                  <a:tcPr/>
                </a:tc>
                <a:tc>
                  <a:txBody>
                    <a:bodyPr/>
                    <a:lstStyle/>
                    <a:p>
                      <a:r>
                        <a:rPr lang="de-DE" sz="1400"/>
                        <a:t>0.80-1</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r>
                        <a:rPr lang="de-DE" sz="1400"/>
                        <a:t>0.70</a:t>
                      </a:r>
                    </a:p>
                  </a:txBody>
                  <a:tcPr/>
                </a:tc>
                <a:tc>
                  <a:txBody>
                    <a:bodyPr/>
                    <a:lstStyle/>
                    <a:p>
                      <a:pPr lvl="0">
                        <a:buNone/>
                      </a:pPr>
                      <a:r>
                        <a:rPr lang="de-DE" sz="1400"/>
                        <a:t>0.70</a:t>
                      </a:r>
                    </a:p>
                  </a:txBody>
                  <a:tcPr/>
                </a:tc>
                <a:tc>
                  <a:txBody>
                    <a:bodyPr/>
                    <a:lstStyle/>
                    <a:p>
                      <a:pPr lvl="0">
                        <a:buNone/>
                      </a:pPr>
                      <a:r>
                        <a:rPr lang="de-DE" sz="1400"/>
                        <a:t>0.75-1</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0.65-1</a:t>
                      </a:r>
                    </a:p>
                  </a:txBody>
                  <a:tcPr/>
                </a:tc>
                <a:tc>
                  <a:txBody>
                    <a:bodyPr/>
                    <a:lstStyle/>
                    <a:p>
                      <a:pPr lvl="0">
                        <a:buNone/>
                      </a:pPr>
                      <a:r>
                        <a:rPr lang="de-DE" sz="1400"/>
                        <a:t>0.70-1</a:t>
                      </a:r>
                    </a:p>
                  </a:txBody>
                  <a:tcPr/>
                </a:tc>
                <a:tc>
                  <a:txBody>
                    <a:bodyPr/>
                    <a:lstStyle/>
                    <a:p>
                      <a:pPr lvl="0">
                        <a:buNone/>
                      </a:pPr>
                      <a:r>
                        <a:rPr lang="de-DE" sz="1400"/>
                        <a:t>0.60-1</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0.90-1</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0.95-1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0.75-1</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0.65-1</a:t>
                      </a:r>
                    </a:p>
                  </a:txBody>
                  <a:tcPr/>
                </a:tc>
                <a:tc>
                  <a:txBody>
                    <a:bodyPr/>
                    <a:lstStyle/>
                    <a:p>
                      <a:pPr lvl="0">
                        <a:buNone/>
                      </a:pPr>
                      <a:r>
                        <a:rPr lang="de-DE" sz="1400"/>
                        <a:t>0.75-1</a:t>
                      </a:r>
                    </a:p>
                  </a:txBody>
                  <a:tcPr/>
                </a:tc>
                <a:tc>
                  <a:txBody>
                    <a:bodyPr/>
                    <a:lstStyle/>
                    <a:p>
                      <a:pPr lvl="0">
                        <a:buNone/>
                      </a:pPr>
                      <a:r>
                        <a:rPr lang="de-DE" sz="1400"/>
                        <a:t>0.85-1</a:t>
                      </a:r>
                    </a:p>
                  </a:txBody>
                  <a:tcPr/>
                </a:tc>
                <a:tc>
                  <a:txBody>
                    <a:bodyPr/>
                    <a:lstStyle/>
                    <a:p>
                      <a:pPr lvl="0">
                        <a:buNone/>
                      </a:pPr>
                      <a:r>
                        <a:rPr lang="de-DE" sz="1400"/>
                        <a:t>0.70-1</a:t>
                      </a:r>
                    </a:p>
                  </a:txBody>
                  <a:tcPr/>
                </a:tc>
                <a:tc>
                  <a:txBody>
                    <a:bodyPr/>
                    <a:lstStyle/>
                    <a:p>
                      <a:pPr lvl="0">
                        <a:buNone/>
                      </a:pPr>
                      <a:r>
                        <a:rPr lang="de-DE" sz="1400"/>
                        <a:t>0.70-1</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0.75-1</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0.85</a:t>
                      </a:r>
                    </a:p>
                  </a:txBody>
                  <a:tcPr/>
                </a:tc>
                <a:tc>
                  <a:txBody>
                    <a:bodyPr/>
                    <a:lstStyle/>
                    <a:p>
                      <a:pPr lvl="0">
                        <a:buNone/>
                      </a:pPr>
                      <a:r>
                        <a:rPr lang="de-DE" sz="1400"/>
                        <a:t>0.95</a:t>
                      </a:r>
                    </a:p>
                  </a:txBody>
                  <a:tcPr/>
                </a:tc>
                <a:tc>
                  <a:txBody>
                    <a:bodyPr/>
                    <a:lstStyle/>
                    <a:p>
                      <a:pPr lvl="0">
                        <a:buNone/>
                      </a:pPr>
                      <a:r>
                        <a:rPr lang="de-DE" sz="1400"/>
                        <a:t>0.80</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0.90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64094D36-840D-1217-7A85-EB8F086B953B}"/>
              </a:ext>
            </a:extLst>
          </p:cNvPr>
          <p:cNvGraphicFramePr>
            <a:graphicFrameLocks noGrp="1"/>
          </p:cNvGraphicFramePr>
          <p:nvPr>
            <p:extLst>
              <p:ext uri="{D42A27DB-BD31-4B8C-83A1-F6EECF244321}">
                <p14:modId xmlns:p14="http://schemas.microsoft.com/office/powerpoint/2010/main" val="1408460076"/>
              </p:ext>
            </p:extLst>
          </p:nvPr>
        </p:nvGraphicFramePr>
        <p:xfrm>
          <a:off x="288607" y="5105550"/>
          <a:ext cx="8553444" cy="3596630"/>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39">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0.85-1</a:t>
                      </a:r>
                    </a:p>
                  </a:txBody>
                  <a:tcPr/>
                </a:tc>
                <a:tc>
                  <a:txBody>
                    <a:bodyPr/>
                    <a:lstStyle/>
                    <a:p>
                      <a:pPr lvl="0">
                        <a:buNone/>
                      </a:pPr>
                      <a:r>
                        <a:rPr lang="de-DE" sz="1400" b="0" i="0" u="none" strike="noStrike" noProof="0">
                          <a:solidFill>
                            <a:srgbClr val="000000"/>
                          </a:solidFill>
                          <a:latin typeface="Arial"/>
                          <a:cs typeface="Arial"/>
                        </a:rPr>
                        <a:t>0.85-1</a:t>
                      </a:r>
                    </a:p>
                  </a:txBody>
                  <a:tcPr/>
                </a:tc>
                <a:tc>
                  <a:txBody>
                    <a:bodyPr/>
                    <a:lstStyle/>
                    <a:p>
                      <a:pPr lvl="0">
                        <a:buNone/>
                      </a:pPr>
                      <a:r>
                        <a:rPr lang="de-DE" sz="1400" b="0" i="0" u="none" strike="noStrike" noProof="0">
                          <a:solidFill>
                            <a:srgbClr val="000000"/>
                          </a:solidFill>
                          <a:latin typeface="Arial"/>
                          <a:cs typeface="Arial"/>
                        </a:rPr>
                        <a:t>0.75-1</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0.85-1</a:t>
                      </a:r>
                    </a:p>
                  </a:txBody>
                  <a:tcPr/>
                </a:tc>
                <a:tc>
                  <a:txBody>
                    <a:bodyPr/>
                    <a:lstStyle/>
                    <a:p>
                      <a:pPr lvl="0">
                        <a:buNone/>
                      </a:pPr>
                      <a:r>
                        <a:rPr lang="de-DE" sz="1400" b="0" i="0" u="none" strike="noStrike" noProof="0">
                          <a:solidFill>
                            <a:srgbClr val="000000"/>
                          </a:solidFill>
                          <a:latin typeface="Arial"/>
                          <a:cs typeface="Arial"/>
                        </a:rPr>
                        <a:t>0.70-1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en-US" sz="1400"/>
                        <a:t>0.80-1</a:t>
                      </a:r>
                    </a:p>
                  </a:txBody>
                  <a:tcPr/>
                </a:tc>
                <a:extLst>
                  <a:ext uri="{0D108BD9-81ED-4DB2-BD59-A6C34878D82A}">
                    <a16:rowId xmlns:a16="http://schemas.microsoft.com/office/drawing/2014/main" val="4198767"/>
                  </a:ext>
                </a:extLst>
              </a:tr>
              <a:tr h="370839">
                <a:tc>
                  <a:txBody>
                    <a:bodyPr/>
                    <a:lstStyle/>
                    <a:p>
                      <a:pPr lvl="0">
                        <a:buNone/>
                      </a:pPr>
                      <a:r>
                        <a:rPr lang="de-DE" sz="1400"/>
                        <a:t>0.40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0.75-1</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0.85-1</a:t>
                      </a:r>
                    </a:p>
                  </a:txBody>
                  <a:tcPr/>
                </a:tc>
                <a:tc>
                  <a:txBody>
                    <a:bodyPr/>
                    <a:lstStyle/>
                    <a:p>
                      <a:pPr lvl="0">
                        <a:buNone/>
                      </a:pPr>
                      <a:r>
                        <a:rPr lang="de-DE" sz="1400"/>
                        <a:t>0.85-1</a:t>
                      </a:r>
                    </a:p>
                  </a:txBody>
                  <a:tcPr/>
                </a:tc>
                <a:tc>
                  <a:txBody>
                    <a:bodyPr/>
                    <a:lstStyle/>
                    <a:p>
                      <a:pPr lvl="0">
                        <a:buNone/>
                      </a:pPr>
                      <a:r>
                        <a:rPr lang="de-DE" sz="1400"/>
                        <a:t>0.55</a:t>
                      </a:r>
                    </a:p>
                  </a:txBody>
                  <a:tcPr/>
                </a:tc>
                <a:extLst>
                  <a:ext uri="{0D108BD9-81ED-4DB2-BD59-A6C34878D82A}">
                    <a16:rowId xmlns:a16="http://schemas.microsoft.com/office/drawing/2014/main" val="2377502259"/>
                  </a:ext>
                </a:extLst>
              </a:tr>
              <a:tr h="370838">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0.88-1</a:t>
                      </a:r>
                    </a:p>
                  </a:txBody>
                  <a:tcPr/>
                </a:tc>
                <a:tc>
                  <a:txBody>
                    <a:bodyPr/>
                    <a:lstStyle/>
                    <a:p>
                      <a:pPr lvl="0">
                        <a:buNone/>
                      </a:pPr>
                      <a:r>
                        <a:rPr lang="de-DE" sz="1400" b="0" i="0" u="none" strike="noStrike" noProof="0">
                          <a:solidFill>
                            <a:srgbClr val="000000"/>
                          </a:solidFill>
                          <a:latin typeface="Arial"/>
                          <a:cs typeface="Arial"/>
                        </a:rPr>
                        <a:t>0.88-1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0.80-1</a:t>
                      </a:r>
                    </a:p>
                  </a:txBody>
                  <a:tcPr/>
                </a:tc>
                <a:tc>
                  <a:txBody>
                    <a:bodyPr/>
                    <a:lstStyle/>
                    <a:p>
                      <a:pPr lvl="0">
                        <a:buNone/>
                      </a:pPr>
                      <a:r>
                        <a:rPr lang="de-DE" sz="1400" b="0" i="0" u="none" strike="noStrike" noProof="0">
                          <a:solidFill>
                            <a:srgbClr val="000000"/>
                          </a:solidFill>
                          <a:latin typeface="Arial"/>
                          <a:cs typeface="Arial"/>
                        </a:rPr>
                        <a:t>0.90-1</a:t>
                      </a:r>
                    </a:p>
                  </a:txBody>
                  <a:tcPr/>
                </a:tc>
                <a:tc>
                  <a:txBody>
                    <a:bodyPr/>
                    <a:lstStyle/>
                    <a:p>
                      <a:pPr lvl="0">
                        <a:buNone/>
                      </a:pPr>
                      <a:r>
                        <a:rPr lang="de-DE" sz="1400" b="0" i="0" u="none" strike="noStrike" noProof="0">
                          <a:solidFill>
                            <a:srgbClr val="000000"/>
                          </a:solidFill>
                          <a:latin typeface="Arial"/>
                          <a:cs typeface="Arial"/>
                        </a:rPr>
                        <a:t>0.55</a:t>
                      </a:r>
                    </a:p>
                  </a:txBody>
                  <a:tcPr/>
                </a:tc>
                <a:extLst>
                  <a:ext uri="{0D108BD9-81ED-4DB2-BD59-A6C34878D82A}">
                    <a16:rowId xmlns:a16="http://schemas.microsoft.com/office/drawing/2014/main" val="4180923322"/>
                  </a:ext>
                </a:extLst>
              </a:tr>
              <a:tr h="370838">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0.75</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0.80</a:t>
                      </a:r>
                    </a:p>
                  </a:txBody>
                  <a:tcPr/>
                </a:tc>
                <a:tc>
                  <a:txBody>
                    <a:bodyPr/>
                    <a:lstStyle/>
                    <a:p>
                      <a:pPr lvl="0">
                        <a:buNone/>
                      </a:pPr>
                      <a:r>
                        <a:rPr lang="de-DE" sz="1400"/>
                        <a:t>0.95-1</a:t>
                      </a:r>
                    </a:p>
                  </a:txBody>
                  <a:tcPr/>
                </a:tc>
                <a:tc>
                  <a:txBody>
                    <a:bodyPr/>
                    <a:lstStyle/>
                    <a:p>
                      <a:pPr lvl="0">
                        <a:buNone/>
                      </a:pPr>
                      <a:r>
                        <a:rPr lang="de-DE" sz="1400"/>
                        <a:t>0.95-1</a:t>
                      </a:r>
                    </a:p>
                  </a:txBody>
                  <a:tcPr/>
                </a:tc>
                <a:tc>
                  <a:txBody>
                    <a:bodyPr/>
                    <a:lstStyle/>
                    <a:p>
                      <a:pPr lvl="0">
                        <a:buNone/>
                      </a:pPr>
                      <a:r>
                        <a:rPr lang="de-DE" sz="1400"/>
                        <a:t>0.85-1</a:t>
                      </a:r>
                    </a:p>
                  </a:txBody>
                  <a:tcPr/>
                </a:tc>
                <a:extLst>
                  <a:ext uri="{0D108BD9-81ED-4DB2-BD59-A6C34878D82A}">
                    <a16:rowId xmlns:a16="http://schemas.microsoft.com/office/drawing/2014/main" val="3425758347"/>
                  </a:ext>
                </a:extLst>
              </a:tr>
              <a:tr h="370838">
                <a:tc>
                  <a:txBody>
                    <a:bodyPr/>
                    <a:lstStyle/>
                    <a:p>
                      <a:pPr lvl="0">
                        <a:buNone/>
                      </a:pPr>
                      <a:r>
                        <a:rPr lang="de-DE" sz="1400"/>
                        <a:t>0.40</a:t>
                      </a:r>
                    </a:p>
                  </a:txBody>
                  <a:tcPr/>
                </a:tc>
                <a:tc>
                  <a:txBody>
                    <a:bodyPr/>
                    <a:lstStyle/>
                    <a:p>
                      <a:pPr lvl="0">
                        <a:buNone/>
                      </a:pPr>
                      <a:r>
                        <a:rPr lang="de-DE" sz="1400"/>
                        <a:t>0.60</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0.75-1</a:t>
                      </a:r>
                    </a:p>
                  </a:txBody>
                  <a:tcPr/>
                </a:tc>
                <a:tc>
                  <a:txBody>
                    <a:bodyPr/>
                    <a:lstStyle/>
                    <a:p>
                      <a:pPr lvl="0">
                        <a:buNone/>
                      </a:pPr>
                      <a:r>
                        <a:rPr lang="de-DE" sz="1400"/>
                        <a:t>0.50</a:t>
                      </a:r>
                    </a:p>
                  </a:txBody>
                  <a:tcPr/>
                </a:tc>
                <a:tc>
                  <a:txBody>
                    <a:bodyPr/>
                    <a:lstStyle/>
                    <a:p>
                      <a:pPr lvl="0">
                        <a:buNone/>
                      </a:pPr>
                      <a:r>
                        <a:rPr lang="de-DE" sz="1400"/>
                        <a:t>0.60</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0.80-1</a:t>
                      </a:r>
                    </a:p>
                  </a:txBody>
                  <a:tcPr/>
                </a:tc>
                <a:tc>
                  <a:txBody>
                    <a:bodyPr/>
                    <a:lstStyle/>
                    <a:p>
                      <a:pPr lvl="0">
                        <a:buNone/>
                      </a:pPr>
                      <a:r>
                        <a:rPr lang="de-DE" sz="1400"/>
                        <a:t>0.80-1</a:t>
                      </a:r>
                    </a:p>
                  </a:txBody>
                  <a:tcPr/>
                </a:tc>
                <a:tc>
                  <a:txBody>
                    <a:bodyPr/>
                    <a:lstStyle/>
                    <a:p>
                      <a:pPr lvl="0">
                        <a:buNone/>
                      </a:pPr>
                      <a:r>
                        <a:rPr lang="de-DE" sz="1400"/>
                        <a:t>0.60</a:t>
                      </a:r>
                    </a:p>
                  </a:txBody>
                  <a:tcPr/>
                </a:tc>
                <a:extLst>
                  <a:ext uri="{0D108BD9-81ED-4DB2-BD59-A6C34878D82A}">
                    <a16:rowId xmlns:a16="http://schemas.microsoft.com/office/drawing/2014/main" val="3786543771"/>
                  </a:ext>
                </a:extLst>
              </a:tr>
              <a:tr h="370838">
                <a:tc>
                  <a:txBody>
                    <a:bodyPr/>
                    <a:lstStyle/>
                    <a:p>
                      <a:pPr lvl="0">
                        <a:buNone/>
                      </a:pPr>
                      <a:r>
                        <a:rPr lang="de-DE" sz="1400"/>
                        <a:t>0.60</a:t>
                      </a:r>
                    </a:p>
                  </a:txBody>
                  <a:tcPr/>
                </a:tc>
                <a:tc>
                  <a:txBody>
                    <a:bodyPr/>
                    <a:lstStyle/>
                    <a:p>
                      <a:pPr lvl="0">
                        <a:buNone/>
                      </a:pPr>
                      <a:r>
                        <a:rPr lang="de-DE" sz="1400"/>
                        <a:t>0.65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0.85</a:t>
                      </a:r>
                    </a:p>
                  </a:txBody>
                  <a:tcPr/>
                </a:tc>
                <a:tc>
                  <a:txBody>
                    <a:bodyPr/>
                    <a:lstStyle/>
                    <a:p>
                      <a:pPr lvl="0">
                        <a:buNone/>
                      </a:pPr>
                      <a:r>
                        <a:rPr lang="de-DE" sz="1400"/>
                        <a:t>0.60</a:t>
                      </a:r>
                    </a:p>
                  </a:txBody>
                  <a:tcPr/>
                </a:tc>
                <a:tc>
                  <a:txBody>
                    <a:bodyPr/>
                    <a:lstStyle/>
                    <a:p>
                      <a:pPr lvl="0">
                        <a:buNone/>
                      </a:pPr>
                      <a:r>
                        <a:rPr lang="de-DE" sz="1400"/>
                        <a:t>0.60</a:t>
                      </a:r>
                    </a:p>
                  </a:txBody>
                  <a:tcPr/>
                </a:tc>
                <a:tc>
                  <a:txBody>
                    <a:bodyPr/>
                    <a:lstStyle/>
                    <a:p>
                      <a:pPr lvl="0">
                        <a:buNone/>
                      </a:pPr>
                      <a:r>
                        <a:rPr lang="de-DE" sz="1400"/>
                        <a:t>0.60</a:t>
                      </a:r>
                    </a:p>
                  </a:txBody>
                  <a:tcPr/>
                </a:tc>
                <a:tc>
                  <a:txBody>
                    <a:bodyPr/>
                    <a:lstStyle/>
                    <a:p>
                      <a:pPr lvl="0">
                        <a:buNone/>
                      </a:pPr>
                      <a:r>
                        <a:rPr lang="de-DE" sz="1400"/>
                        <a:t>0.55</a:t>
                      </a:r>
                    </a:p>
                  </a:txBody>
                  <a:tcPr/>
                </a:tc>
                <a:tc>
                  <a:txBody>
                    <a:bodyPr/>
                    <a:lstStyle/>
                    <a:p>
                      <a:pPr lvl="0">
                        <a:buNone/>
                      </a:pPr>
                      <a:r>
                        <a:rPr lang="de-DE" sz="1400"/>
                        <a:t>0.75</a:t>
                      </a:r>
                    </a:p>
                  </a:txBody>
                  <a:tcPr/>
                </a:tc>
                <a:tc>
                  <a:txBody>
                    <a:bodyPr/>
                    <a:lstStyle/>
                    <a:p>
                      <a:pPr lvl="0">
                        <a:buNone/>
                      </a:pPr>
                      <a:r>
                        <a:rPr lang="de-DE" sz="1400"/>
                        <a:t>0.85</a:t>
                      </a:r>
                    </a:p>
                  </a:txBody>
                  <a:tcPr/>
                </a:tc>
                <a:tc>
                  <a:txBody>
                    <a:bodyPr/>
                    <a:lstStyle/>
                    <a:p>
                      <a:pPr lvl="0">
                        <a:buNone/>
                      </a:pPr>
                      <a:r>
                        <a:rPr lang="de-DE" sz="1400"/>
                        <a:t>0.60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540207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B6534-72FC-F230-82D1-86D0435E846C}"/>
              </a:ext>
            </a:extLst>
          </p:cNvPr>
          <p:cNvSpPr>
            <a:spLocks noGrp="1"/>
          </p:cNvSpPr>
          <p:nvPr>
            <p:ph type="title"/>
          </p:nvPr>
        </p:nvSpPr>
        <p:spPr/>
        <p:txBody>
          <a:bodyPr/>
          <a:lstStyle/>
          <a:p>
            <a:r>
              <a:rPr lang="en-US" err="1">
                <a:latin typeface="Arial"/>
                <a:cs typeface="Arial"/>
              </a:rPr>
              <a:t>Feeder_metadata</a:t>
            </a:r>
            <a:r>
              <a:rPr lang="en-US">
                <a:latin typeface="Arial"/>
                <a:cs typeface="Arial"/>
              </a:rPr>
              <a:t> gpt-5.4-mini rows=10</a:t>
            </a:r>
          </a:p>
        </p:txBody>
      </p:sp>
      <p:graphicFrame>
        <p:nvGraphicFramePr>
          <p:cNvPr id="4" name="Chart 3">
            <a:extLst>
              <a:ext uri="{FF2B5EF4-FFF2-40B4-BE49-F238E27FC236}">
                <a16:creationId xmlns:a16="http://schemas.microsoft.com/office/drawing/2014/main" id="{E943D51B-B280-227E-F6D2-35BD4D6628D6}"/>
              </a:ext>
            </a:extLst>
          </p:cNvPr>
          <p:cNvGraphicFramePr/>
          <p:nvPr>
            <p:extLst>
              <p:ext uri="{D42A27DB-BD31-4B8C-83A1-F6EECF244321}">
                <p14:modId xmlns:p14="http://schemas.microsoft.com/office/powerpoint/2010/main" val="2137815848"/>
              </p:ext>
            </p:extLst>
          </p:nvPr>
        </p:nvGraphicFramePr>
        <p:xfrm>
          <a:off x="660400" y="958850"/>
          <a:ext cx="7823198" cy="49314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25262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F2DF-1E8E-882C-DBAA-288F3F5ED58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805482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BE773-D8CA-FA14-4464-2EED29AA4D1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69678E1-AFC5-D2F8-73FC-C6FB04151FB4}"/>
              </a:ext>
            </a:extLst>
          </p:cNvPr>
          <p:cNvSpPr>
            <a:spLocks noGrp="1"/>
          </p:cNvSpPr>
          <p:nvPr>
            <p:ph type="title"/>
          </p:nvPr>
        </p:nvSpPr>
        <p:spPr/>
        <p:txBody>
          <a:bodyPr/>
          <a:lstStyle/>
          <a:p>
            <a:r>
              <a:rPr lang="en-US" err="1">
                <a:latin typeface="Arial"/>
                <a:cs typeface="Arial"/>
              </a:rPr>
              <a:t>Feeder_metadata</a:t>
            </a:r>
            <a:r>
              <a:rPr lang="en-US">
                <a:latin typeface="Arial"/>
                <a:cs typeface="Arial"/>
              </a:rPr>
              <a:t> (Temperature = 0) gpt-5.2 rows=10</a:t>
            </a:r>
            <a:endParaRPr lang="en-US"/>
          </a:p>
        </p:txBody>
      </p:sp>
      <p:graphicFrame>
        <p:nvGraphicFramePr>
          <p:cNvPr id="4" name="Tabelle 3">
            <a:extLst>
              <a:ext uri="{FF2B5EF4-FFF2-40B4-BE49-F238E27FC236}">
                <a16:creationId xmlns:a16="http://schemas.microsoft.com/office/drawing/2014/main" id="{0E1BDB75-65C3-8414-C0D9-D4117E16F14A}"/>
              </a:ext>
            </a:extLst>
          </p:cNvPr>
          <p:cNvGraphicFramePr>
            <a:graphicFrameLocks noGrp="1"/>
          </p:cNvGraphicFramePr>
          <p:nvPr>
            <p:extLst>
              <p:ext uri="{D42A27DB-BD31-4B8C-83A1-F6EECF244321}">
                <p14:modId xmlns:p14="http://schemas.microsoft.com/office/powerpoint/2010/main" val="2499081964"/>
              </p:ext>
            </p:extLst>
          </p:nvPr>
        </p:nvGraphicFramePr>
        <p:xfrm>
          <a:off x="295015" y="976376"/>
          <a:ext cx="8536694"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689107">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0.70-1</a:t>
                      </a:r>
                    </a:p>
                  </a:txBody>
                  <a:tcPr/>
                </a:tc>
                <a:tc>
                  <a:txBody>
                    <a:bodyPr/>
                    <a:lstStyle/>
                    <a:p>
                      <a:r>
                        <a:rPr lang="de-DE" sz="1400"/>
                        <a:t>0.80-1</a:t>
                      </a:r>
                    </a:p>
                  </a:txBody>
                  <a:tcPr/>
                </a:tc>
                <a:tc>
                  <a:txBody>
                    <a:bodyPr/>
                    <a:lstStyle/>
                    <a:p>
                      <a:r>
                        <a:rPr lang="de-DE" sz="1400"/>
                        <a:t>0.60-1</a:t>
                      </a:r>
                    </a:p>
                  </a:txBody>
                  <a:tcPr/>
                </a:tc>
                <a:tc>
                  <a:txBody>
                    <a:bodyPr/>
                    <a:lstStyle/>
                    <a:p>
                      <a:r>
                        <a:rPr lang="de-DE" sz="1400"/>
                        <a:t>0.55</a:t>
                      </a:r>
                    </a:p>
                  </a:txBody>
                  <a:tcPr/>
                </a:tc>
                <a:tc>
                  <a:txBody>
                    <a:bodyPr/>
                    <a:lstStyle/>
                    <a:p>
                      <a:r>
                        <a:rPr lang="de-DE" sz="1400"/>
                        <a:t>0.60</a:t>
                      </a:r>
                    </a:p>
                  </a:txBody>
                  <a:tcPr/>
                </a:tc>
                <a:tc>
                  <a:txBody>
                    <a:bodyPr/>
                    <a:lstStyle/>
                    <a:p>
                      <a:r>
                        <a:rPr lang="de-DE" sz="1400"/>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0.55</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0.70-1</a:t>
                      </a:r>
                    </a:p>
                  </a:txBody>
                  <a:tcPr/>
                </a:tc>
                <a:tc>
                  <a:txBody>
                    <a:bodyPr/>
                    <a:lstStyle/>
                    <a:p>
                      <a:r>
                        <a:rPr lang="de-DE" sz="1400"/>
                        <a:t>0.75-1</a:t>
                      </a:r>
                    </a:p>
                  </a:txBody>
                  <a:tcPr/>
                </a:tc>
                <a:tc>
                  <a:txBody>
                    <a:bodyPr/>
                    <a:lstStyle/>
                    <a:p>
                      <a:r>
                        <a:rPr lang="de-DE" sz="1400"/>
                        <a:t>0.60-1</a:t>
                      </a:r>
                    </a:p>
                  </a:txBody>
                  <a:tcPr/>
                </a:tc>
                <a:tc>
                  <a:txBody>
                    <a:bodyPr/>
                    <a:lstStyle/>
                    <a:p>
                      <a:r>
                        <a:rPr lang="de-DE" sz="1400"/>
                        <a:t>0.35</a:t>
                      </a:r>
                    </a:p>
                  </a:txBody>
                  <a:tcPr/>
                </a:tc>
                <a:tc>
                  <a:txBody>
                    <a:bodyPr/>
                    <a:lstStyle/>
                    <a:p>
                      <a:r>
                        <a:rPr lang="de-DE" sz="1400"/>
                        <a:t>0.35</a:t>
                      </a:r>
                    </a:p>
                  </a:txBody>
                  <a:tcPr/>
                </a:tc>
                <a:tc>
                  <a:txBody>
                    <a:bodyPr/>
                    <a:lstStyle/>
                    <a:p>
                      <a:r>
                        <a:rPr lang="de-DE" sz="1400"/>
                        <a:t>0.45-1</a:t>
                      </a:r>
                    </a:p>
                  </a:txBody>
                  <a:tcPr/>
                </a:tc>
                <a:tc>
                  <a:txBody>
                    <a:bodyPr/>
                    <a:lstStyle/>
                    <a:p>
                      <a:r>
                        <a:rPr lang="de-DE" sz="1400"/>
                        <a:t>0.45-1</a:t>
                      </a:r>
                    </a:p>
                  </a:txBody>
                  <a:tcPr/>
                </a:tc>
                <a:tc>
                  <a:txBody>
                    <a:bodyPr/>
                    <a:lstStyle/>
                    <a:p>
                      <a:r>
                        <a:rPr lang="de-DE" sz="1400"/>
                        <a:t>0.45-1</a:t>
                      </a:r>
                    </a:p>
                  </a:txBody>
                  <a:tcPr/>
                </a:tc>
                <a:tc>
                  <a:txBody>
                    <a:bodyPr/>
                    <a:lstStyle/>
                    <a:p>
                      <a:r>
                        <a:rPr lang="de-DE" sz="1400"/>
                        <a:t>0.45-1</a:t>
                      </a:r>
                    </a:p>
                  </a:txBody>
                  <a:tcPr/>
                </a:tc>
                <a:tc>
                  <a:txBody>
                    <a:bodyPr/>
                    <a:lstStyle/>
                    <a:p>
                      <a:pPr lvl="0">
                        <a:buNone/>
                      </a:pPr>
                      <a:r>
                        <a:rPr lang="de-DE" sz="1400"/>
                        <a:t>0.45-1</a:t>
                      </a:r>
                    </a:p>
                  </a:txBody>
                  <a:tcPr/>
                </a:tc>
                <a:tc>
                  <a:txBody>
                    <a:bodyPr/>
                    <a:lstStyle/>
                    <a:p>
                      <a:pPr lvl="0">
                        <a:buNone/>
                      </a:pPr>
                      <a:r>
                        <a:rPr lang="de-DE" sz="1400"/>
                        <a:t>0.45-1</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0.55-1</a:t>
                      </a:r>
                    </a:p>
                  </a:txBody>
                  <a:tcPr/>
                </a:tc>
                <a:tc>
                  <a:txBody>
                    <a:bodyPr/>
                    <a:lstStyle/>
                    <a:p>
                      <a:pPr lvl="0">
                        <a:buNone/>
                      </a:pPr>
                      <a:r>
                        <a:rPr lang="de-DE" sz="1400"/>
                        <a:t>0.65-1</a:t>
                      </a:r>
                    </a:p>
                  </a:txBody>
                  <a:tcPr/>
                </a:tc>
                <a:tc>
                  <a:txBody>
                    <a:bodyPr/>
                    <a:lstStyle/>
                    <a:p>
                      <a:pPr lvl="0">
                        <a:buNone/>
                      </a:pPr>
                      <a:r>
                        <a:rPr lang="de-DE" sz="1400"/>
                        <a:t>0.60-1</a:t>
                      </a:r>
                    </a:p>
                  </a:txBody>
                  <a:tcPr/>
                </a:tc>
                <a:tc>
                  <a:txBody>
                    <a:bodyPr/>
                    <a:lstStyle/>
                    <a:p>
                      <a:pPr lvl="0">
                        <a:buNone/>
                      </a:pPr>
                      <a:r>
                        <a:rPr lang="de-DE" sz="1400"/>
                        <a:t>0.45</a:t>
                      </a:r>
                    </a:p>
                  </a:txBody>
                  <a:tcPr/>
                </a:tc>
                <a:tc>
                  <a:txBody>
                    <a:bodyPr/>
                    <a:lstStyle/>
                    <a:p>
                      <a:pPr lvl="0">
                        <a:buNone/>
                      </a:pPr>
                      <a:r>
                        <a:rPr lang="de-DE" sz="1400"/>
                        <a:t>0.55</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0.40</a:t>
                      </a:r>
                    </a:p>
                  </a:txBody>
                  <a:tcPr/>
                </a:tc>
                <a:tc>
                  <a:txBody>
                    <a:bodyPr/>
                    <a:lstStyle/>
                    <a:p>
                      <a:pPr lvl="0">
                        <a:buNone/>
                      </a:pPr>
                      <a:r>
                        <a:rPr lang="de-DE" sz="1400" b="0" i="0" u="none" strike="noStrike" noProof="0">
                          <a:solidFill>
                            <a:srgbClr val="000000"/>
                          </a:solidFill>
                          <a:latin typeface="Arial"/>
                          <a:cs typeface="Arial"/>
                        </a:rPr>
                        <a:t>0.45</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0.55-1</a:t>
                      </a:r>
                    </a:p>
                  </a:txBody>
                  <a:tcPr/>
                </a:tc>
                <a:tc>
                  <a:txBody>
                    <a:bodyPr/>
                    <a:lstStyle/>
                    <a:p>
                      <a:pPr lvl="0">
                        <a:buNone/>
                      </a:pPr>
                      <a:r>
                        <a:rPr lang="de-DE" sz="1400"/>
                        <a:t>0.65-1</a:t>
                      </a:r>
                    </a:p>
                  </a:txBody>
                  <a:tcPr/>
                </a:tc>
                <a:tc>
                  <a:txBody>
                    <a:bodyPr/>
                    <a:lstStyle/>
                    <a:p>
                      <a:pPr lvl="0">
                        <a:buNone/>
                      </a:pPr>
                      <a:r>
                        <a:rPr lang="de-DE" sz="1400"/>
                        <a:t>0.60-1</a:t>
                      </a:r>
                    </a:p>
                  </a:txBody>
                  <a:tcPr/>
                </a:tc>
                <a:tc>
                  <a:txBody>
                    <a:bodyPr/>
                    <a:lstStyle/>
                    <a:p>
                      <a:pPr lvl="0">
                        <a:buNone/>
                      </a:pPr>
                      <a:r>
                        <a:rPr lang="de-DE" sz="1400"/>
                        <a:t>0.45</a:t>
                      </a:r>
                    </a:p>
                  </a:txBody>
                  <a:tcPr/>
                </a:tc>
                <a:tc>
                  <a:txBody>
                    <a:bodyPr/>
                    <a:lstStyle/>
                    <a:p>
                      <a:pPr lvl="0">
                        <a:buNone/>
                      </a:pPr>
                      <a:r>
                        <a:rPr lang="de-DE" sz="1400"/>
                        <a:t>0.50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0.35</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a:t>0.55-1</a:t>
                      </a:r>
                    </a:p>
                  </a:txBody>
                  <a:tcPr/>
                </a:tc>
                <a:tc>
                  <a:txBody>
                    <a:bodyPr/>
                    <a:lstStyle/>
                    <a:p>
                      <a:pPr lvl="0">
                        <a:buNone/>
                      </a:pPr>
                      <a:r>
                        <a:rPr lang="de-DE" sz="1400"/>
                        <a:t>0.60-1</a:t>
                      </a:r>
                    </a:p>
                  </a:txBody>
                  <a:tcPr/>
                </a:tc>
                <a:tc>
                  <a:txBody>
                    <a:bodyPr/>
                    <a:lstStyle/>
                    <a:p>
                      <a:pPr lvl="0">
                        <a:buNone/>
                      </a:pPr>
                      <a:r>
                        <a:rPr lang="de-DE" sz="1400"/>
                        <a:t>0.65-1</a:t>
                      </a:r>
                    </a:p>
                  </a:txBody>
                  <a:tcPr/>
                </a:tc>
                <a:tc>
                  <a:txBody>
                    <a:bodyPr/>
                    <a:lstStyle/>
                    <a:p>
                      <a:pPr lvl="0">
                        <a:buNone/>
                      </a:pPr>
                      <a:r>
                        <a:rPr lang="de-DE" sz="1400"/>
                        <a:t>0.25</a:t>
                      </a:r>
                    </a:p>
                  </a:txBody>
                  <a:tcPr/>
                </a:tc>
                <a:tc>
                  <a:txBody>
                    <a:bodyPr/>
                    <a:lstStyle/>
                    <a:p>
                      <a:pPr lvl="0">
                        <a:buNone/>
                      </a:pPr>
                      <a:r>
                        <a:rPr lang="de-DE" sz="1400"/>
                        <a:t>0.30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a:t>0.85-1</a:t>
                      </a:r>
                    </a:p>
                  </a:txBody>
                  <a:tcPr/>
                </a:tc>
                <a:tc>
                  <a:txBody>
                    <a:bodyPr/>
                    <a:lstStyle/>
                    <a:p>
                      <a:pPr lvl="0">
                        <a:buNone/>
                      </a:pPr>
                      <a:r>
                        <a:rPr lang="de-DE" sz="1400"/>
                        <a:t>0.90-1</a:t>
                      </a:r>
                    </a:p>
                  </a:txBody>
                  <a:tcPr/>
                </a:tc>
                <a:tc>
                  <a:txBody>
                    <a:bodyPr/>
                    <a:lstStyle/>
                    <a:p>
                      <a:pPr lvl="0">
                        <a:buNone/>
                      </a:pPr>
                      <a:r>
                        <a:rPr lang="de-DE" sz="1400"/>
                        <a:t>0.70-1</a:t>
                      </a:r>
                    </a:p>
                  </a:txBody>
                  <a:tcPr/>
                </a:tc>
                <a:tc>
                  <a:txBody>
                    <a:bodyPr/>
                    <a:lstStyle/>
                    <a:p>
                      <a:pPr lvl="0">
                        <a:buNone/>
                      </a:pPr>
                      <a:r>
                        <a:rPr lang="de-DE" sz="1400"/>
                        <a:t>0.55</a:t>
                      </a:r>
                    </a:p>
                  </a:txBody>
                  <a:tcPr/>
                </a:tc>
                <a:tc>
                  <a:txBody>
                    <a:bodyPr/>
                    <a:lstStyle/>
                    <a:p>
                      <a:pPr lvl="0">
                        <a:buNone/>
                      </a:pPr>
                      <a:r>
                        <a:rPr lang="de-DE" sz="1400"/>
                        <a:t>0.60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0.40</a:t>
                      </a:r>
                    </a:p>
                  </a:txBody>
                  <a:tcPr/>
                </a:tc>
                <a:tc>
                  <a:txBody>
                    <a:bodyPr/>
                    <a:lstStyle/>
                    <a:p>
                      <a:pPr lvl="0">
                        <a:buNone/>
                      </a:pPr>
                      <a:r>
                        <a:rPr lang="de-DE" sz="1400"/>
                        <a:t>0.50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C863E4D9-F18A-149C-9029-A0449171DE99}"/>
              </a:ext>
            </a:extLst>
          </p:cNvPr>
          <p:cNvGraphicFramePr>
            <a:graphicFrameLocks noGrp="1"/>
          </p:cNvGraphicFramePr>
          <p:nvPr>
            <p:extLst>
              <p:ext uri="{D42A27DB-BD31-4B8C-83A1-F6EECF244321}">
                <p14:modId xmlns:p14="http://schemas.microsoft.com/office/powerpoint/2010/main" val="1076358240"/>
              </p:ext>
            </p:extLst>
          </p:nvPr>
        </p:nvGraphicFramePr>
        <p:xfrm>
          <a:off x="288607" y="5105550"/>
          <a:ext cx="8553444" cy="3596633"/>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pPr lvl="0">
                        <a:buNone/>
                      </a:pPr>
                      <a:r>
                        <a:rPr lang="de-DE" sz="1400" b="0" i="0" u="none" strike="noStrike" noProof="0">
                          <a:solidFill>
                            <a:srgbClr val="000000"/>
                          </a:solidFill>
                          <a:latin typeface="Arial"/>
                          <a:cs typeface="Arial"/>
                        </a:rPr>
                        <a:t>0.35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en-US" sz="1400"/>
                        <a:t>0.45</a:t>
                      </a:r>
                    </a:p>
                  </a:txBody>
                  <a:tcPr/>
                </a:tc>
                <a:extLst>
                  <a:ext uri="{0D108BD9-81ED-4DB2-BD59-A6C34878D82A}">
                    <a16:rowId xmlns:a16="http://schemas.microsoft.com/office/drawing/2014/main" val="4198767"/>
                  </a:ext>
                </a:extLst>
              </a:tr>
              <a:tr h="370840">
                <a:tc>
                  <a:txBody>
                    <a:bodyPr/>
                    <a:lstStyle/>
                    <a:p>
                      <a:r>
                        <a:rPr lang="de-DE" sz="1400"/>
                        <a:t>0.30</a:t>
                      </a:r>
                    </a:p>
                  </a:txBody>
                  <a:tcPr/>
                </a:tc>
                <a:tc>
                  <a:txBody>
                    <a:bodyPr/>
                    <a:lstStyle/>
                    <a:p>
                      <a:r>
                        <a:rPr lang="de-DE" sz="1400"/>
                        <a:t>0.45</a:t>
                      </a:r>
                    </a:p>
                  </a:txBody>
                  <a:tcPr/>
                </a:tc>
                <a:tc>
                  <a:txBody>
                    <a:bodyPr/>
                    <a:lstStyle/>
                    <a:p>
                      <a:r>
                        <a:rPr lang="de-DE" sz="1400"/>
                        <a:t>0.45-1</a:t>
                      </a:r>
                    </a:p>
                  </a:txBody>
                  <a:tcPr/>
                </a:tc>
                <a:tc>
                  <a:txBody>
                    <a:bodyPr/>
                    <a:lstStyle/>
                    <a:p>
                      <a:r>
                        <a:rPr lang="de-DE" sz="1400"/>
                        <a:t>0.45-1</a:t>
                      </a:r>
                    </a:p>
                  </a:txBody>
                  <a:tcPr/>
                </a:tc>
                <a:tc>
                  <a:txBody>
                    <a:bodyPr/>
                    <a:lstStyle/>
                    <a:p>
                      <a:r>
                        <a:rPr lang="de-DE" sz="1400"/>
                        <a:t>0.45-1</a:t>
                      </a:r>
                    </a:p>
                  </a:txBody>
                  <a:tcPr/>
                </a:tc>
                <a:tc>
                  <a:txBody>
                    <a:bodyPr/>
                    <a:lstStyle/>
                    <a:p>
                      <a:r>
                        <a:rPr lang="de-DE" sz="1400"/>
                        <a:t>0.55-1</a:t>
                      </a:r>
                    </a:p>
                  </a:txBody>
                  <a:tcPr/>
                </a:tc>
                <a:tc>
                  <a:txBody>
                    <a:bodyPr/>
                    <a:lstStyle/>
                    <a:p>
                      <a:r>
                        <a:rPr lang="de-DE" sz="1400"/>
                        <a:t>0.55-1</a:t>
                      </a:r>
                    </a:p>
                  </a:txBody>
                  <a:tcPr/>
                </a:tc>
                <a:tc>
                  <a:txBody>
                    <a:bodyPr/>
                    <a:lstStyle/>
                    <a:p>
                      <a:r>
                        <a:rPr lang="de-DE" sz="1400"/>
                        <a:t>0.55-1</a:t>
                      </a:r>
                    </a:p>
                  </a:txBody>
                  <a:tcPr/>
                </a:tc>
                <a:tc>
                  <a:txBody>
                    <a:bodyPr/>
                    <a:lstStyle/>
                    <a:p>
                      <a:pPr lvl="0">
                        <a:buNone/>
                      </a:pPr>
                      <a:r>
                        <a:rPr lang="de-DE" sz="1400"/>
                        <a:t>0.55-1</a:t>
                      </a:r>
                    </a:p>
                  </a:txBody>
                  <a:tcPr/>
                </a:tc>
                <a:tc>
                  <a:txBody>
                    <a:bodyPr/>
                    <a:lstStyle/>
                    <a:p>
                      <a:r>
                        <a:rPr lang="de-DE" sz="1400"/>
                        <a:t>0.60-1</a:t>
                      </a:r>
                    </a:p>
                  </a:txBody>
                  <a:tcPr/>
                </a:tc>
                <a:tc>
                  <a:txBody>
                    <a:bodyPr/>
                    <a:lstStyle/>
                    <a:p>
                      <a:pPr lvl="0">
                        <a:buNone/>
                      </a:pPr>
                      <a:r>
                        <a:rPr lang="de-DE" sz="1400"/>
                        <a:t>0.60-1</a:t>
                      </a:r>
                    </a:p>
                  </a:txBody>
                  <a:tcPr/>
                </a:tc>
                <a:tc>
                  <a:txBody>
                    <a:bodyPr/>
                    <a:lstStyle/>
                    <a:p>
                      <a:pPr lvl="0">
                        <a:buNone/>
                      </a:pPr>
                      <a:r>
                        <a:rPr lang="de-DE" sz="1400"/>
                        <a:t>0.55-1</a:t>
                      </a:r>
                    </a:p>
                  </a:txBody>
                  <a:tcPr/>
                </a:tc>
                <a:extLst>
                  <a:ext uri="{0D108BD9-81ED-4DB2-BD59-A6C34878D82A}">
                    <a16:rowId xmlns:a16="http://schemas.microsoft.com/office/drawing/2014/main" val="2377502259"/>
                  </a:ext>
                </a:extLst>
              </a:tr>
              <a:tr h="370839">
                <a:tc>
                  <a:txBody>
                    <a:bodyPr/>
                    <a:lstStyle/>
                    <a:p>
                      <a:pPr lvl="0">
                        <a:buNone/>
                      </a:pPr>
                      <a:r>
                        <a:rPr lang="de-DE" sz="1400" b="0" i="0" u="none" strike="noStrike" noProof="0">
                          <a:solidFill>
                            <a:srgbClr val="000000"/>
                          </a:solidFill>
                          <a:latin typeface="Arial"/>
                          <a:cs typeface="Arial"/>
                        </a:rPr>
                        <a:t>0.35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0.55</a:t>
                      </a:r>
                    </a:p>
                  </a:txBody>
                  <a:tcPr/>
                </a:tc>
                <a:tc>
                  <a:txBody>
                    <a:bodyPr/>
                    <a:lstStyle/>
                    <a:p>
                      <a:pPr lvl="0">
                        <a:buNone/>
                      </a:pPr>
                      <a:r>
                        <a:rPr lang="de-DE" sz="1400" b="0" i="0" u="none" strike="noStrike" noProof="0">
                          <a:solidFill>
                            <a:srgbClr val="000000"/>
                          </a:solidFill>
                          <a:latin typeface="Arial"/>
                          <a:cs typeface="Arial"/>
                        </a:rPr>
                        <a:t>0.50</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0.60-1</a:t>
                      </a:r>
                    </a:p>
                  </a:txBody>
                  <a:tcPr/>
                </a:tc>
                <a:tc>
                  <a:txBody>
                    <a:bodyPr/>
                    <a:lstStyle/>
                    <a:p>
                      <a:pPr lvl="0">
                        <a:buNone/>
                      </a:pPr>
                      <a:r>
                        <a:rPr lang="de-DE" sz="1400" b="0" i="0" u="none" strike="noStrike" noProof="0">
                          <a:solidFill>
                            <a:srgbClr val="000000"/>
                          </a:solidFill>
                          <a:latin typeface="Arial"/>
                          <a:cs typeface="Arial"/>
                        </a:rPr>
                        <a:t>0.50</a:t>
                      </a:r>
                    </a:p>
                  </a:txBody>
                  <a:tcPr/>
                </a:tc>
                <a:extLst>
                  <a:ext uri="{0D108BD9-81ED-4DB2-BD59-A6C34878D82A}">
                    <a16:rowId xmlns:a16="http://schemas.microsoft.com/office/drawing/2014/main" val="4180923322"/>
                  </a:ext>
                </a:extLst>
              </a:tr>
              <a:tr h="370838">
                <a:tc>
                  <a:txBody>
                    <a:bodyPr/>
                    <a:lstStyle/>
                    <a:p>
                      <a:pPr lvl="0">
                        <a:buNone/>
                      </a:pPr>
                      <a:r>
                        <a:rPr lang="de-DE" sz="1400"/>
                        <a:t>0.35</a:t>
                      </a:r>
                    </a:p>
                  </a:txBody>
                  <a:tcPr/>
                </a:tc>
                <a:tc>
                  <a:txBody>
                    <a:bodyPr/>
                    <a:lstStyle/>
                    <a:p>
                      <a:pPr lvl="0">
                        <a:buNone/>
                      </a:pPr>
                      <a:r>
                        <a:rPr lang="de-DE" sz="1400"/>
                        <a:t>0.45</a:t>
                      </a:r>
                    </a:p>
                  </a:txBody>
                  <a:tcPr/>
                </a:tc>
                <a:tc>
                  <a:txBody>
                    <a:bodyPr/>
                    <a:lstStyle/>
                    <a:p>
                      <a:pPr lvl="0">
                        <a:buNone/>
                      </a:pPr>
                      <a:r>
                        <a:rPr lang="de-DE" sz="1400"/>
                        <a:t>0.35</a:t>
                      </a:r>
                    </a:p>
                  </a:txBody>
                  <a:tcPr/>
                </a:tc>
                <a:tc>
                  <a:txBody>
                    <a:bodyPr/>
                    <a:lstStyle/>
                    <a:p>
                      <a:pPr lvl="0">
                        <a:buNone/>
                      </a:pPr>
                      <a:r>
                        <a:rPr lang="de-DE" sz="1400"/>
                        <a:t>0.35</a:t>
                      </a:r>
                    </a:p>
                  </a:txBody>
                  <a:tcPr/>
                </a:tc>
                <a:tc>
                  <a:txBody>
                    <a:bodyPr/>
                    <a:lstStyle/>
                    <a:p>
                      <a:pPr lvl="0">
                        <a:buNone/>
                      </a:pPr>
                      <a:r>
                        <a:rPr lang="de-DE" sz="1400"/>
                        <a:t>0.45</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0.70-1</a:t>
                      </a:r>
                    </a:p>
                  </a:txBody>
                  <a:tcPr/>
                </a:tc>
                <a:tc>
                  <a:txBody>
                    <a:bodyPr/>
                    <a:lstStyle/>
                    <a:p>
                      <a:pPr lvl="0">
                        <a:buNone/>
                      </a:pPr>
                      <a:r>
                        <a:rPr lang="de-DE" sz="1400"/>
                        <a:t>0.65-1</a:t>
                      </a:r>
                    </a:p>
                  </a:txBody>
                  <a:tcPr/>
                </a:tc>
                <a:tc>
                  <a:txBody>
                    <a:bodyPr/>
                    <a:lstStyle/>
                    <a:p>
                      <a:pPr lvl="0">
                        <a:buNone/>
                      </a:pPr>
                      <a:r>
                        <a:rPr lang="de-DE" sz="1400"/>
                        <a:t>0.50</a:t>
                      </a:r>
                    </a:p>
                  </a:txBody>
                  <a:tcPr/>
                </a:tc>
                <a:extLst>
                  <a:ext uri="{0D108BD9-81ED-4DB2-BD59-A6C34878D82A}">
                    <a16:rowId xmlns:a16="http://schemas.microsoft.com/office/drawing/2014/main" val="3425758347"/>
                  </a:ext>
                </a:extLst>
              </a:tr>
              <a:tr h="370838">
                <a:tc>
                  <a:txBody>
                    <a:bodyPr/>
                    <a:lstStyle/>
                    <a:p>
                      <a:pPr lvl="0">
                        <a:buNone/>
                      </a:pPr>
                      <a:r>
                        <a:rPr lang="de-DE" sz="1400"/>
                        <a:t>0.20</a:t>
                      </a:r>
                    </a:p>
                  </a:txBody>
                  <a:tcPr/>
                </a:tc>
                <a:tc>
                  <a:txBody>
                    <a:bodyPr/>
                    <a:lstStyle/>
                    <a:p>
                      <a:pPr lvl="0">
                        <a:buNone/>
                      </a:pPr>
                      <a:r>
                        <a:rPr lang="de-DE" sz="1400"/>
                        <a:t>0.40</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0.60-1</a:t>
                      </a:r>
                    </a:p>
                  </a:txBody>
                  <a:tcPr/>
                </a:tc>
                <a:tc>
                  <a:txBody>
                    <a:bodyPr/>
                    <a:lstStyle/>
                    <a:p>
                      <a:pPr lvl="0">
                        <a:buNone/>
                      </a:pPr>
                      <a:r>
                        <a:rPr lang="de-DE" sz="1400"/>
                        <a:t>0.55-1</a:t>
                      </a:r>
                    </a:p>
                  </a:txBody>
                  <a:tcPr/>
                </a:tc>
                <a:tc>
                  <a:txBody>
                    <a:bodyPr/>
                    <a:lstStyle/>
                    <a:p>
                      <a:pPr lvl="0">
                        <a:buNone/>
                      </a:pPr>
                      <a:r>
                        <a:rPr lang="de-DE" sz="1400"/>
                        <a:t>0.50</a:t>
                      </a:r>
                    </a:p>
                  </a:txBody>
                  <a:tcPr/>
                </a:tc>
                <a:extLst>
                  <a:ext uri="{0D108BD9-81ED-4DB2-BD59-A6C34878D82A}">
                    <a16:rowId xmlns:a16="http://schemas.microsoft.com/office/drawing/2014/main" val="3786543771"/>
                  </a:ext>
                </a:extLst>
              </a:tr>
              <a:tr h="370838">
                <a:tc>
                  <a:txBody>
                    <a:bodyPr/>
                    <a:lstStyle/>
                    <a:p>
                      <a:pPr lvl="0">
                        <a:buNone/>
                      </a:pPr>
                      <a:r>
                        <a:rPr lang="de-DE" sz="1400"/>
                        <a:t>0.35</a:t>
                      </a:r>
                    </a:p>
                  </a:txBody>
                  <a:tcPr/>
                </a:tc>
                <a:tc>
                  <a:txBody>
                    <a:bodyPr/>
                    <a:lstStyle/>
                    <a:p>
                      <a:pPr lvl="0">
                        <a:buNone/>
                      </a:pPr>
                      <a:r>
                        <a:rPr lang="de-DE" sz="1400"/>
                        <a:t>0.40</a:t>
                      </a:r>
                    </a:p>
                  </a:txBody>
                  <a:tcPr/>
                </a:tc>
                <a:tc>
                  <a:txBody>
                    <a:bodyPr/>
                    <a:lstStyle/>
                    <a:p>
                      <a:pPr lvl="0">
                        <a:buNone/>
                      </a:pPr>
                      <a:r>
                        <a:rPr lang="de-DE" sz="1400"/>
                        <a:t>0.50</a:t>
                      </a:r>
                    </a:p>
                  </a:txBody>
                  <a:tcPr/>
                </a:tc>
                <a:tc>
                  <a:txBody>
                    <a:bodyPr/>
                    <a:lstStyle/>
                    <a:p>
                      <a:pPr lvl="0">
                        <a:buNone/>
                      </a:pPr>
                      <a:r>
                        <a:rPr lang="de-DE" sz="1400"/>
                        <a:t>0.50</a:t>
                      </a:r>
                    </a:p>
                  </a:txBody>
                  <a:tcPr/>
                </a:tc>
                <a:tc>
                  <a:txBody>
                    <a:bodyPr/>
                    <a:lstStyle/>
                    <a:p>
                      <a:pPr lvl="0">
                        <a:buNone/>
                      </a:pPr>
                      <a:r>
                        <a:rPr lang="de-DE" sz="1400"/>
                        <a:t>0.55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0.45</a:t>
                      </a:r>
                    </a:p>
                  </a:txBody>
                  <a:tcPr/>
                </a:tc>
                <a:tc>
                  <a:txBody>
                    <a:bodyPr/>
                    <a:lstStyle/>
                    <a:p>
                      <a:pPr lvl="0">
                        <a:buNone/>
                      </a:pPr>
                      <a:r>
                        <a:rPr lang="de-DE" sz="1400"/>
                        <a:t>0.40</a:t>
                      </a:r>
                    </a:p>
                  </a:txBody>
                  <a:tcPr/>
                </a:tc>
                <a:tc>
                  <a:txBody>
                    <a:bodyPr/>
                    <a:lstStyle/>
                    <a:p>
                      <a:pPr lvl="0">
                        <a:buNone/>
                      </a:pPr>
                      <a:r>
                        <a:rPr lang="de-DE" sz="1400"/>
                        <a:t>0.55</a:t>
                      </a:r>
                    </a:p>
                  </a:txBody>
                  <a:tcPr/>
                </a:tc>
                <a:tc>
                  <a:txBody>
                    <a:bodyPr/>
                    <a:lstStyle/>
                    <a:p>
                      <a:pPr lvl="0">
                        <a:buNone/>
                      </a:pPr>
                      <a:r>
                        <a:rPr lang="de-DE" sz="1400"/>
                        <a:t>0.55</a:t>
                      </a:r>
                    </a:p>
                  </a:txBody>
                  <a:tcPr/>
                </a:tc>
                <a:tc>
                  <a:txBody>
                    <a:bodyPr/>
                    <a:lstStyle/>
                    <a:p>
                      <a:pPr lvl="0">
                        <a:buNone/>
                      </a:pPr>
                      <a:r>
                        <a:rPr lang="de-DE" sz="1400"/>
                        <a:t>0.45</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1447727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B5FF7C10-E7E0-2CFD-DF4C-34A01175B74C}"/>
              </a:ext>
            </a:extLst>
          </p:cNvPr>
          <p:cNvGraphicFramePr/>
          <p:nvPr>
            <p:extLst>
              <p:ext uri="{D42A27DB-BD31-4B8C-83A1-F6EECF244321}">
                <p14:modId xmlns:p14="http://schemas.microsoft.com/office/powerpoint/2010/main" val="2273684593"/>
              </p:ext>
            </p:extLst>
          </p:nvPr>
        </p:nvGraphicFramePr>
        <p:xfrm>
          <a:off x="705971" y="1113491"/>
          <a:ext cx="7732058" cy="4629430"/>
        </p:xfrm>
        <a:graphic>
          <a:graphicData uri="http://schemas.openxmlformats.org/drawingml/2006/chart">
            <c:chart xmlns:c="http://schemas.openxmlformats.org/drawingml/2006/chart" xmlns:r="http://schemas.openxmlformats.org/officeDocument/2006/relationships" r:id="rId2"/>
          </a:graphicData>
        </a:graphic>
      </p:graphicFrame>
      <p:sp>
        <p:nvSpPr>
          <p:cNvPr id="7" name="Titel 1">
            <a:extLst>
              <a:ext uri="{FF2B5EF4-FFF2-40B4-BE49-F238E27FC236}">
                <a16:creationId xmlns:a16="http://schemas.microsoft.com/office/drawing/2014/main" id="{EEE3F536-DCFF-53BD-FA46-11983F539ED2}"/>
              </a:ext>
            </a:extLst>
          </p:cNvPr>
          <p:cNvSpPr>
            <a:spLocks noGrp="1"/>
          </p:cNvSpPr>
          <p:nvPr>
            <p:ph type="title"/>
          </p:nvPr>
        </p:nvSpPr>
        <p:spPr>
          <a:xfrm>
            <a:off x="288000" y="144000"/>
            <a:ext cx="8568000" cy="543600"/>
          </a:xfrm>
        </p:spPr>
        <p:txBody>
          <a:bodyPr/>
          <a:lstStyle/>
          <a:p>
            <a:r>
              <a:rPr lang="en-US" err="1">
                <a:latin typeface="Arial"/>
                <a:cs typeface="Arial"/>
              </a:rPr>
              <a:t>Feeder_metadata</a:t>
            </a:r>
            <a:r>
              <a:rPr lang="en-US">
                <a:latin typeface="Arial"/>
                <a:cs typeface="Arial"/>
              </a:rPr>
              <a:t> (Temperature = 0) gpt-5.2 rows=10</a:t>
            </a:r>
            <a:endParaRPr lang="en-US"/>
          </a:p>
        </p:txBody>
      </p:sp>
    </p:spTree>
    <p:extLst>
      <p:ext uri="{BB962C8B-B14F-4D97-AF65-F5344CB8AC3E}">
        <p14:creationId xmlns:p14="http://schemas.microsoft.com/office/powerpoint/2010/main" val="18168543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874CB-E6A2-83DB-AA1A-6D9319B046E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C7DA975-835B-9743-F629-7799AB946A6C}"/>
              </a:ext>
            </a:extLst>
          </p:cNvPr>
          <p:cNvSpPr>
            <a:spLocks noGrp="1"/>
          </p:cNvSpPr>
          <p:nvPr>
            <p:ph type="title"/>
          </p:nvPr>
        </p:nvSpPr>
        <p:spPr/>
        <p:txBody>
          <a:bodyPr/>
          <a:lstStyle/>
          <a:p>
            <a:r>
              <a:rPr lang="en-US" err="1">
                <a:latin typeface="Arial"/>
                <a:cs typeface="Arial"/>
              </a:rPr>
              <a:t>Feeder_metadata</a:t>
            </a:r>
            <a:r>
              <a:rPr lang="en-US">
                <a:latin typeface="Arial"/>
                <a:cs typeface="Arial"/>
              </a:rPr>
              <a:t> gpt-5.5 rows=10</a:t>
            </a:r>
            <a:endParaRPr lang="en-US"/>
          </a:p>
        </p:txBody>
      </p:sp>
      <p:graphicFrame>
        <p:nvGraphicFramePr>
          <p:cNvPr id="4" name="Tabelle 3">
            <a:extLst>
              <a:ext uri="{FF2B5EF4-FFF2-40B4-BE49-F238E27FC236}">
                <a16:creationId xmlns:a16="http://schemas.microsoft.com/office/drawing/2014/main" id="{66743506-725E-8492-0048-3845E7201A02}"/>
              </a:ext>
            </a:extLst>
          </p:cNvPr>
          <p:cNvGraphicFramePr>
            <a:graphicFrameLocks noGrp="1"/>
          </p:cNvGraphicFramePr>
          <p:nvPr>
            <p:extLst>
              <p:ext uri="{D42A27DB-BD31-4B8C-83A1-F6EECF244321}">
                <p14:modId xmlns:p14="http://schemas.microsoft.com/office/powerpoint/2010/main" val="3070485799"/>
              </p:ext>
            </p:extLst>
          </p:nvPr>
        </p:nvGraphicFramePr>
        <p:xfrm>
          <a:off x="295015" y="976376"/>
          <a:ext cx="8536694" cy="4000676"/>
        </p:xfrm>
        <a:graphic>
          <a:graphicData uri="http://schemas.openxmlformats.org/drawingml/2006/table">
            <a:tbl>
              <a:tblPr firstRow="1" bandRow="1">
                <a:tableStyleId>{5C22544A-7EE6-4342-B048-85BDC9FD1C3A}</a:tableStyleId>
              </a:tblPr>
              <a:tblGrid>
                <a:gridCol w="713417">
                  <a:extLst>
                    <a:ext uri="{9D8B030D-6E8A-4147-A177-3AD203B41FA5}">
                      <a16:colId xmlns:a16="http://schemas.microsoft.com/office/drawing/2014/main" val="928571187"/>
                    </a:ext>
                  </a:extLst>
                </a:gridCol>
                <a:gridCol w="713417">
                  <a:extLst>
                    <a:ext uri="{9D8B030D-6E8A-4147-A177-3AD203B41FA5}">
                      <a16:colId xmlns:a16="http://schemas.microsoft.com/office/drawing/2014/main" val="3482727297"/>
                    </a:ext>
                  </a:extLst>
                </a:gridCol>
                <a:gridCol w="713417">
                  <a:extLst>
                    <a:ext uri="{9D8B030D-6E8A-4147-A177-3AD203B41FA5}">
                      <a16:colId xmlns:a16="http://schemas.microsoft.com/office/drawing/2014/main" val="2681182858"/>
                    </a:ext>
                  </a:extLst>
                </a:gridCol>
                <a:gridCol w="713417">
                  <a:extLst>
                    <a:ext uri="{9D8B030D-6E8A-4147-A177-3AD203B41FA5}">
                      <a16:colId xmlns:a16="http://schemas.microsoft.com/office/drawing/2014/main" val="149693097"/>
                    </a:ext>
                  </a:extLst>
                </a:gridCol>
                <a:gridCol w="713417">
                  <a:extLst>
                    <a:ext uri="{9D8B030D-6E8A-4147-A177-3AD203B41FA5}">
                      <a16:colId xmlns:a16="http://schemas.microsoft.com/office/drawing/2014/main" val="3124726241"/>
                    </a:ext>
                  </a:extLst>
                </a:gridCol>
                <a:gridCol w="713417">
                  <a:extLst>
                    <a:ext uri="{9D8B030D-6E8A-4147-A177-3AD203B41FA5}">
                      <a16:colId xmlns:a16="http://schemas.microsoft.com/office/drawing/2014/main" val="2154533912"/>
                    </a:ext>
                  </a:extLst>
                </a:gridCol>
                <a:gridCol w="713417">
                  <a:extLst>
                    <a:ext uri="{9D8B030D-6E8A-4147-A177-3AD203B41FA5}">
                      <a16:colId xmlns:a16="http://schemas.microsoft.com/office/drawing/2014/main" val="2092475998"/>
                    </a:ext>
                  </a:extLst>
                </a:gridCol>
                <a:gridCol w="713417">
                  <a:extLst>
                    <a:ext uri="{9D8B030D-6E8A-4147-A177-3AD203B41FA5}">
                      <a16:colId xmlns:a16="http://schemas.microsoft.com/office/drawing/2014/main" val="3910534623"/>
                    </a:ext>
                  </a:extLst>
                </a:gridCol>
                <a:gridCol w="713417">
                  <a:extLst>
                    <a:ext uri="{9D8B030D-6E8A-4147-A177-3AD203B41FA5}">
                      <a16:colId xmlns:a16="http://schemas.microsoft.com/office/drawing/2014/main" val="1805982607"/>
                    </a:ext>
                  </a:extLst>
                </a:gridCol>
                <a:gridCol w="713417">
                  <a:extLst>
                    <a:ext uri="{9D8B030D-6E8A-4147-A177-3AD203B41FA5}">
                      <a16:colId xmlns:a16="http://schemas.microsoft.com/office/drawing/2014/main" val="3967829655"/>
                    </a:ext>
                  </a:extLst>
                </a:gridCol>
                <a:gridCol w="713417">
                  <a:extLst>
                    <a:ext uri="{9D8B030D-6E8A-4147-A177-3AD203B41FA5}">
                      <a16:colId xmlns:a16="http://schemas.microsoft.com/office/drawing/2014/main" val="169780462"/>
                    </a:ext>
                  </a:extLst>
                </a:gridCol>
                <a:gridCol w="689107">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426027">
                <a:tc>
                  <a:txBody>
                    <a:bodyPr/>
                    <a:lstStyle/>
                    <a:p>
                      <a:r>
                        <a:rPr lang="de-DE" sz="1400"/>
                        <a:t>1</a:t>
                      </a:r>
                    </a:p>
                  </a:txBody>
                  <a:tcPr/>
                </a:tc>
                <a:tc>
                  <a:txBody>
                    <a:bodyPr/>
                    <a:lstStyle/>
                    <a:p>
                      <a:r>
                        <a:rPr lang="de-DE" sz="1400"/>
                        <a:t>0.90</a:t>
                      </a:r>
                    </a:p>
                  </a:txBody>
                  <a:tcPr/>
                </a:tc>
                <a:tc>
                  <a:txBody>
                    <a:bodyPr/>
                    <a:lstStyle/>
                    <a:p>
                      <a:r>
                        <a:rPr lang="de-DE" sz="1400"/>
                        <a:t>0.90</a:t>
                      </a:r>
                    </a:p>
                  </a:txBody>
                  <a:tcPr/>
                </a:tc>
                <a:tc>
                  <a:txBody>
                    <a:bodyPr/>
                    <a:lstStyle/>
                    <a:p>
                      <a:r>
                        <a:rPr lang="de-DE" sz="1400"/>
                        <a:t>0.85</a:t>
                      </a:r>
                    </a:p>
                  </a:txBody>
                  <a:tcPr/>
                </a:tc>
                <a:tc>
                  <a:txBody>
                    <a:bodyPr/>
                    <a:lstStyle/>
                    <a:p>
                      <a:r>
                        <a:rPr lang="de-DE" sz="1400"/>
                        <a:t>0.70</a:t>
                      </a:r>
                    </a:p>
                  </a:txBody>
                  <a:tcPr/>
                </a:tc>
                <a:tc>
                  <a:txBody>
                    <a:bodyPr/>
                    <a:lstStyle/>
                    <a:p>
                      <a:r>
                        <a:rPr lang="de-DE" sz="1400"/>
                        <a:t>0.75</a:t>
                      </a:r>
                    </a:p>
                  </a:txBody>
                  <a:tcPr/>
                </a:tc>
                <a:tc>
                  <a:txBody>
                    <a:bodyPr/>
                    <a:lstStyle/>
                    <a:p>
                      <a:r>
                        <a:rPr lang="de-DE" sz="1400"/>
                        <a:t>0.65</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0.75</a:t>
                      </a:r>
                    </a:p>
                  </a:txBody>
                  <a:tcPr/>
                </a:tc>
                <a:extLst>
                  <a:ext uri="{0D108BD9-81ED-4DB2-BD59-A6C34878D82A}">
                    <a16:rowId xmlns:a16="http://schemas.microsoft.com/office/drawing/2014/main" val="43103680"/>
                  </a:ext>
                </a:extLst>
              </a:tr>
              <a:tr h="368709">
                <a:tc>
                  <a:txBody>
                    <a:bodyPr/>
                    <a:lstStyle/>
                    <a:p>
                      <a:r>
                        <a:rPr lang="de-DE" sz="1400"/>
                        <a:t>2</a:t>
                      </a:r>
                    </a:p>
                  </a:txBody>
                  <a:tcPr/>
                </a:tc>
                <a:tc>
                  <a:txBody>
                    <a:bodyPr/>
                    <a:lstStyle/>
                    <a:p>
                      <a:r>
                        <a:rPr lang="de-DE" sz="1400"/>
                        <a:t>0.95</a:t>
                      </a:r>
                    </a:p>
                  </a:txBody>
                  <a:tcPr/>
                </a:tc>
                <a:tc>
                  <a:txBody>
                    <a:bodyPr/>
                    <a:lstStyle/>
                    <a:p>
                      <a:r>
                        <a:rPr lang="de-DE" sz="1400"/>
                        <a:t>0.95</a:t>
                      </a:r>
                    </a:p>
                  </a:txBody>
                  <a:tcPr/>
                </a:tc>
                <a:tc>
                  <a:txBody>
                    <a:bodyPr/>
                    <a:lstStyle/>
                    <a:p>
                      <a:r>
                        <a:rPr lang="de-DE" sz="1400"/>
                        <a:t>0.85</a:t>
                      </a:r>
                    </a:p>
                  </a:txBody>
                  <a:tcPr/>
                </a:tc>
                <a:tc>
                  <a:txBody>
                    <a:bodyPr/>
                    <a:lstStyle/>
                    <a:p>
                      <a:r>
                        <a:rPr lang="de-DE" sz="1400"/>
                        <a:t>0.70</a:t>
                      </a:r>
                    </a:p>
                  </a:txBody>
                  <a:tcPr/>
                </a:tc>
                <a:tc>
                  <a:txBody>
                    <a:bodyPr/>
                    <a:lstStyle/>
                    <a:p>
                      <a:r>
                        <a:rPr lang="de-DE" sz="1400"/>
                        <a:t>0.75</a:t>
                      </a:r>
                    </a:p>
                  </a:txBody>
                  <a:tcPr/>
                </a:tc>
                <a:tc>
                  <a:txBody>
                    <a:bodyPr/>
                    <a:lstStyle/>
                    <a:p>
                      <a:r>
                        <a:rPr lang="de-DE" sz="1400"/>
                        <a:t>0.80</a:t>
                      </a:r>
                    </a:p>
                  </a:txBody>
                  <a:tcPr/>
                </a:tc>
                <a:tc>
                  <a:txBody>
                    <a:bodyPr/>
                    <a:lstStyle/>
                    <a:p>
                      <a:r>
                        <a:rPr lang="de-DE" sz="1400"/>
                        <a:t>0.78</a:t>
                      </a:r>
                    </a:p>
                  </a:txBody>
                  <a:tcPr/>
                </a:tc>
                <a:tc>
                  <a:txBody>
                    <a:bodyPr/>
                    <a:lstStyle/>
                    <a:p>
                      <a:r>
                        <a:rPr lang="de-DE" sz="1400"/>
                        <a:t>0.75</a:t>
                      </a:r>
                    </a:p>
                  </a:txBody>
                  <a:tcPr/>
                </a:tc>
                <a:tc>
                  <a:txBody>
                    <a:bodyPr/>
                    <a:lstStyle/>
                    <a:p>
                      <a:r>
                        <a:rPr lang="de-DE" sz="1400"/>
                        <a:t>0.75</a:t>
                      </a:r>
                    </a:p>
                  </a:txBody>
                  <a:tcPr/>
                </a:tc>
                <a:tc>
                  <a:txBody>
                    <a:bodyPr/>
                    <a:lstStyle/>
                    <a:p>
                      <a:pPr lvl="0">
                        <a:buNone/>
                      </a:pPr>
                      <a:r>
                        <a:rPr lang="de-DE" sz="1400"/>
                        <a:t>0.78</a:t>
                      </a:r>
                    </a:p>
                  </a:txBody>
                  <a:tcPr/>
                </a:tc>
                <a:tc>
                  <a:txBody>
                    <a:bodyPr/>
                    <a:lstStyle/>
                    <a:p>
                      <a:pPr lvl="0">
                        <a:buNone/>
                      </a:pPr>
                      <a:r>
                        <a:rPr lang="de-DE" sz="1400"/>
                        <a:t>0.82</a:t>
                      </a:r>
                    </a:p>
                  </a:txBody>
                  <a:tcPr/>
                </a:tc>
                <a:extLst>
                  <a:ext uri="{0D108BD9-81ED-4DB2-BD59-A6C34878D82A}">
                    <a16:rowId xmlns:a16="http://schemas.microsoft.com/office/drawing/2014/main" val="3187255955"/>
                  </a:ext>
                </a:extLst>
              </a:tr>
              <a:tr h="405245">
                <a:tc>
                  <a:txBody>
                    <a:bodyPr/>
                    <a:lstStyle/>
                    <a:p>
                      <a:pPr lvl="0">
                        <a:buNone/>
                      </a:pPr>
                      <a:r>
                        <a:rPr lang="de-DE" sz="1400"/>
                        <a:t>3</a:t>
                      </a:r>
                    </a:p>
                  </a:txBody>
                  <a:tcPr/>
                </a:tc>
                <a:tc>
                  <a:txBody>
                    <a:bodyPr/>
                    <a:lstStyle/>
                    <a:p>
                      <a:pPr lvl="0">
                        <a:buNone/>
                      </a:pPr>
                      <a:r>
                        <a:rPr lang="de-DE" sz="1400"/>
                        <a:t>0.95</a:t>
                      </a:r>
                    </a:p>
                  </a:txBody>
                  <a:tcPr/>
                </a:tc>
                <a:tc>
                  <a:txBody>
                    <a:bodyPr/>
                    <a:lstStyle/>
                    <a:p>
                      <a:pPr lvl="0">
                        <a:buNone/>
                      </a:pPr>
                      <a:r>
                        <a:rPr lang="de-DE" sz="1400"/>
                        <a:t>0.95</a:t>
                      </a:r>
                    </a:p>
                  </a:txBody>
                  <a:tcPr/>
                </a:tc>
                <a:tc>
                  <a:txBody>
                    <a:bodyPr/>
                    <a:lstStyle/>
                    <a:p>
                      <a:pPr lvl="0">
                        <a:buNone/>
                      </a:pPr>
                      <a:r>
                        <a:rPr lang="de-DE" sz="1400"/>
                        <a:t>0.85</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b="0" i="0" u="none" strike="noStrike" noProof="0">
                          <a:solidFill>
                            <a:srgbClr val="000000"/>
                          </a:solidFill>
                          <a:latin typeface="Arial"/>
                          <a:cs typeface="Arial"/>
                        </a:rPr>
                        <a:t>0.68</a:t>
                      </a:r>
                    </a:p>
                  </a:txBody>
                  <a:tcPr/>
                </a:tc>
                <a:tc>
                  <a:txBody>
                    <a:bodyPr/>
                    <a:lstStyle/>
                    <a:p>
                      <a:pPr lvl="0">
                        <a:buNone/>
                      </a:pPr>
                      <a:r>
                        <a:rPr lang="de-DE" sz="1400" b="0" i="0" u="none" strike="noStrike" noProof="0">
                          <a:solidFill>
                            <a:srgbClr val="000000"/>
                          </a:solidFill>
                          <a:latin typeface="Arial"/>
                          <a:cs typeface="Arial"/>
                        </a:rPr>
                        <a:t>0.72</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0.62</a:t>
                      </a:r>
                    </a:p>
                  </a:txBody>
                  <a:tcPr/>
                </a:tc>
                <a:tc>
                  <a:txBody>
                    <a:bodyPr/>
                    <a:lstStyle/>
                    <a:p>
                      <a:pPr lvl="0">
                        <a:buNone/>
                      </a:pPr>
                      <a:r>
                        <a:rPr lang="de-DE" sz="1400" b="0" i="0" u="none" strike="noStrike" noProof="0">
                          <a:solidFill>
                            <a:srgbClr val="000000"/>
                          </a:solidFill>
                          <a:latin typeface="Arial"/>
                          <a:cs typeface="Arial"/>
                        </a:rPr>
                        <a:t>0.62</a:t>
                      </a:r>
                    </a:p>
                  </a:txBody>
                  <a:tcPr/>
                </a:tc>
                <a:tc>
                  <a:txBody>
                    <a:bodyPr/>
                    <a:lstStyle/>
                    <a:p>
                      <a:pPr lvl="0">
                        <a:buNone/>
                      </a:pPr>
                      <a:r>
                        <a:rPr lang="de-DE" sz="1400" b="0" i="0" u="none" strike="noStrike" noProof="0">
                          <a:solidFill>
                            <a:srgbClr val="000000"/>
                          </a:solidFill>
                          <a:latin typeface="Arial"/>
                          <a:cs typeface="Arial"/>
                        </a:rPr>
                        <a:t>0.75</a:t>
                      </a:r>
                    </a:p>
                  </a:txBody>
                  <a:tcPr/>
                </a:tc>
                <a:extLst>
                  <a:ext uri="{0D108BD9-81ED-4DB2-BD59-A6C34878D82A}">
                    <a16:rowId xmlns:a16="http://schemas.microsoft.com/office/drawing/2014/main" val="3901482368"/>
                  </a:ext>
                </a:extLst>
              </a:tr>
              <a:tr h="405245">
                <a:tc>
                  <a:txBody>
                    <a:bodyPr/>
                    <a:lstStyle/>
                    <a:p>
                      <a:pPr lvl="0">
                        <a:buNone/>
                      </a:pPr>
                      <a:r>
                        <a:rPr lang="de-DE" sz="1400"/>
                        <a:t>4</a:t>
                      </a:r>
                    </a:p>
                  </a:txBody>
                  <a:tcPr/>
                </a:tc>
                <a:tc>
                  <a:txBody>
                    <a:bodyPr/>
                    <a:lstStyle/>
                    <a:p>
                      <a:pPr lvl="0">
                        <a:buNone/>
                      </a:pPr>
                      <a:r>
                        <a:rPr lang="de-DE" sz="1400"/>
                        <a:t>0.95</a:t>
                      </a:r>
                    </a:p>
                  </a:txBody>
                  <a:tcPr/>
                </a:tc>
                <a:tc>
                  <a:txBody>
                    <a:bodyPr/>
                    <a:lstStyle/>
                    <a:p>
                      <a:pPr lvl="0">
                        <a:buNone/>
                      </a:pPr>
                      <a:r>
                        <a:rPr lang="de-DE" sz="1400"/>
                        <a:t>0.95</a:t>
                      </a:r>
                    </a:p>
                  </a:txBody>
                  <a:tcPr/>
                </a:tc>
                <a:tc>
                  <a:txBody>
                    <a:bodyPr/>
                    <a:lstStyle/>
                    <a:p>
                      <a:pPr lvl="0">
                        <a:buNone/>
                      </a:pPr>
                      <a:r>
                        <a:rPr lang="de-DE" sz="1400"/>
                        <a:t>0.90</a:t>
                      </a:r>
                    </a:p>
                  </a:txBody>
                  <a:tcPr/>
                </a:tc>
                <a:tc>
                  <a:txBody>
                    <a:bodyPr/>
                    <a:lstStyle/>
                    <a:p>
                      <a:pPr lvl="0">
                        <a:buNone/>
                      </a:pPr>
                      <a:r>
                        <a:rPr lang="de-DE" sz="1400"/>
                        <a:t>0.75</a:t>
                      </a:r>
                    </a:p>
                  </a:txBody>
                  <a:tcPr/>
                </a:tc>
                <a:tc>
                  <a:txBody>
                    <a:bodyPr/>
                    <a:lstStyle/>
                    <a:p>
                      <a:pPr lvl="0">
                        <a:buNone/>
                      </a:pPr>
                      <a:r>
                        <a:rPr lang="de-DE" sz="1400"/>
                        <a:t>0.80</a:t>
                      </a:r>
                    </a:p>
                  </a:txBody>
                  <a:tcPr/>
                </a:tc>
                <a:tc>
                  <a:txBody>
                    <a:bodyPr/>
                    <a:lstStyle/>
                    <a:p>
                      <a:pPr lvl="0">
                        <a:buNone/>
                      </a:pPr>
                      <a:r>
                        <a:rPr lang="de-DE" sz="1400"/>
                        <a:t>0.85</a:t>
                      </a:r>
                    </a:p>
                  </a:txBody>
                  <a:tcPr/>
                </a:tc>
                <a:tc>
                  <a:txBody>
                    <a:bodyPr/>
                    <a:lstStyle/>
                    <a:p>
                      <a:pPr lvl="0">
                        <a:buNone/>
                      </a:pPr>
                      <a:r>
                        <a:rPr lang="de-DE" sz="1400"/>
                        <a:t>0.85</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0.90</a:t>
                      </a:r>
                    </a:p>
                  </a:txBody>
                  <a:tcPr/>
                </a:tc>
                <a:extLst>
                  <a:ext uri="{0D108BD9-81ED-4DB2-BD59-A6C34878D82A}">
                    <a16:rowId xmlns:a16="http://schemas.microsoft.com/office/drawing/2014/main" val="1382547422"/>
                  </a:ext>
                </a:extLst>
              </a:tr>
              <a:tr h="405245">
                <a:tc>
                  <a:txBody>
                    <a:bodyPr/>
                    <a:lstStyle/>
                    <a:p>
                      <a:pPr lvl="0">
                        <a:buNone/>
                      </a:pPr>
                      <a:r>
                        <a:rPr lang="de-DE" sz="1400"/>
                        <a:t>5</a:t>
                      </a:r>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a:t>0.85</a:t>
                      </a:r>
                    </a:p>
                  </a:txBody>
                  <a:tcPr/>
                </a:tc>
                <a:tc>
                  <a:txBody>
                    <a:bodyPr/>
                    <a:lstStyle/>
                    <a:p>
                      <a:pPr lvl="0">
                        <a:buNone/>
                      </a:pPr>
                      <a:r>
                        <a:rPr lang="de-DE" sz="1400"/>
                        <a:t>0.75</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0.78</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0.85</a:t>
                      </a:r>
                    </a:p>
                  </a:txBody>
                  <a:tcPr/>
                </a:tc>
                <a:extLst>
                  <a:ext uri="{0D108BD9-81ED-4DB2-BD59-A6C34878D82A}">
                    <a16:rowId xmlns:a16="http://schemas.microsoft.com/office/drawing/2014/main" val="1599548848"/>
                  </a:ext>
                </a:extLst>
              </a:tr>
              <a:tr h="405245">
                <a:tc>
                  <a:txBody>
                    <a:bodyPr/>
                    <a:lstStyle/>
                    <a:p>
                      <a:pPr lvl="0">
                        <a:buNone/>
                      </a:pPr>
                      <a:r>
                        <a:rPr lang="de-DE" sz="1400"/>
                        <a:t>6</a:t>
                      </a:r>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b="0" i="0" u="none" strike="noStrike" noProof="0">
                          <a:solidFill>
                            <a:srgbClr val="000000"/>
                          </a:solidFill>
                          <a:latin typeface="Arial"/>
                          <a:cs typeface="Arial"/>
                        </a:rPr>
                        <a:t>0.95</a:t>
                      </a:r>
                      <a:endParaRPr lang="en-US"/>
                    </a:p>
                  </a:txBody>
                  <a:tcPr/>
                </a:tc>
                <a:tc>
                  <a:txBody>
                    <a:bodyPr/>
                    <a:lstStyle/>
                    <a:p>
                      <a:pPr lvl="0">
                        <a:buNone/>
                      </a:pPr>
                      <a:r>
                        <a:rPr lang="de-DE" sz="1400"/>
                        <a:t>0.80</a:t>
                      </a:r>
                    </a:p>
                  </a:txBody>
                  <a:tcPr/>
                </a:tc>
                <a:tc>
                  <a:txBody>
                    <a:bodyPr/>
                    <a:lstStyle/>
                    <a:p>
                      <a:pPr lvl="0">
                        <a:buNone/>
                      </a:pPr>
                      <a:r>
                        <a:rPr lang="de-DE" sz="1400"/>
                        <a:t>0.65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0.65</a:t>
                      </a:r>
                    </a:p>
                  </a:txBody>
                  <a:tcPr/>
                </a:tc>
                <a:tc>
                  <a:txBody>
                    <a:bodyPr/>
                    <a:lstStyle/>
                    <a:p>
                      <a:pPr lvl="0">
                        <a:buNone/>
                      </a:pPr>
                      <a:r>
                        <a:rPr lang="de-DE" sz="1400"/>
                        <a:t>0.80</a:t>
                      </a:r>
                    </a:p>
                  </a:txBody>
                  <a:tcPr/>
                </a:tc>
                <a:extLst>
                  <a:ext uri="{0D108BD9-81ED-4DB2-BD59-A6C34878D82A}">
                    <a16:rowId xmlns:a16="http://schemas.microsoft.com/office/drawing/2014/main" val="2701468708"/>
                  </a:ext>
                </a:extLst>
              </a:tr>
            </a:tbl>
          </a:graphicData>
        </a:graphic>
      </p:graphicFrame>
      <p:graphicFrame>
        <p:nvGraphicFramePr>
          <p:cNvPr id="6" name="Tabelle 5">
            <a:extLst>
              <a:ext uri="{FF2B5EF4-FFF2-40B4-BE49-F238E27FC236}">
                <a16:creationId xmlns:a16="http://schemas.microsoft.com/office/drawing/2014/main" id="{B684717C-A365-B040-0D12-EB4C3D18CC4D}"/>
              </a:ext>
            </a:extLst>
          </p:cNvPr>
          <p:cNvGraphicFramePr>
            <a:graphicFrameLocks noGrp="1"/>
          </p:cNvGraphicFramePr>
          <p:nvPr>
            <p:extLst>
              <p:ext uri="{D42A27DB-BD31-4B8C-83A1-F6EECF244321}">
                <p14:modId xmlns:p14="http://schemas.microsoft.com/office/powerpoint/2010/main" val="875607511"/>
              </p:ext>
            </p:extLst>
          </p:nvPr>
        </p:nvGraphicFramePr>
        <p:xfrm>
          <a:off x="288607" y="5105550"/>
          <a:ext cx="8553444" cy="3596630"/>
        </p:xfrm>
        <a:graphic>
          <a:graphicData uri="http://schemas.openxmlformats.org/drawingml/2006/table">
            <a:tbl>
              <a:tblPr firstRow="1" bandRow="1">
                <a:tableStyleId>{5C22544A-7EE6-4342-B048-85BDC9FD1C3A}</a:tableStyleId>
              </a:tblPr>
              <a:tblGrid>
                <a:gridCol w="712787">
                  <a:extLst>
                    <a:ext uri="{9D8B030D-6E8A-4147-A177-3AD203B41FA5}">
                      <a16:colId xmlns:a16="http://schemas.microsoft.com/office/drawing/2014/main" val="894150566"/>
                    </a:ext>
                  </a:extLst>
                </a:gridCol>
                <a:gridCol w="712787">
                  <a:extLst>
                    <a:ext uri="{9D8B030D-6E8A-4147-A177-3AD203B41FA5}">
                      <a16:colId xmlns:a16="http://schemas.microsoft.com/office/drawing/2014/main" val="4010572092"/>
                    </a:ext>
                  </a:extLst>
                </a:gridCol>
                <a:gridCol w="712787">
                  <a:extLst>
                    <a:ext uri="{9D8B030D-6E8A-4147-A177-3AD203B41FA5}">
                      <a16:colId xmlns:a16="http://schemas.microsoft.com/office/drawing/2014/main" val="3271437378"/>
                    </a:ext>
                  </a:extLst>
                </a:gridCol>
                <a:gridCol w="712787">
                  <a:extLst>
                    <a:ext uri="{9D8B030D-6E8A-4147-A177-3AD203B41FA5}">
                      <a16:colId xmlns:a16="http://schemas.microsoft.com/office/drawing/2014/main" val="3580078458"/>
                    </a:ext>
                  </a:extLst>
                </a:gridCol>
                <a:gridCol w="712787">
                  <a:extLst>
                    <a:ext uri="{9D8B030D-6E8A-4147-A177-3AD203B41FA5}">
                      <a16:colId xmlns:a16="http://schemas.microsoft.com/office/drawing/2014/main" val="2224828075"/>
                    </a:ext>
                  </a:extLst>
                </a:gridCol>
                <a:gridCol w="712787">
                  <a:extLst>
                    <a:ext uri="{9D8B030D-6E8A-4147-A177-3AD203B41FA5}">
                      <a16:colId xmlns:a16="http://schemas.microsoft.com/office/drawing/2014/main" val="3053313761"/>
                    </a:ext>
                  </a:extLst>
                </a:gridCol>
                <a:gridCol w="712787">
                  <a:extLst>
                    <a:ext uri="{9D8B030D-6E8A-4147-A177-3AD203B41FA5}">
                      <a16:colId xmlns:a16="http://schemas.microsoft.com/office/drawing/2014/main" val="2014364257"/>
                    </a:ext>
                  </a:extLst>
                </a:gridCol>
                <a:gridCol w="712787">
                  <a:extLst>
                    <a:ext uri="{9D8B030D-6E8A-4147-A177-3AD203B41FA5}">
                      <a16:colId xmlns:a16="http://schemas.microsoft.com/office/drawing/2014/main" val="1831583623"/>
                    </a:ext>
                  </a:extLst>
                </a:gridCol>
                <a:gridCol w="712787">
                  <a:extLst>
                    <a:ext uri="{9D8B030D-6E8A-4147-A177-3AD203B41FA5}">
                      <a16:colId xmlns:a16="http://schemas.microsoft.com/office/drawing/2014/main" val="3705079698"/>
                    </a:ext>
                  </a:extLst>
                </a:gridCol>
                <a:gridCol w="712787">
                  <a:extLst>
                    <a:ext uri="{9D8B030D-6E8A-4147-A177-3AD203B41FA5}">
                      <a16:colId xmlns:a16="http://schemas.microsoft.com/office/drawing/2014/main" val="2293653269"/>
                    </a:ext>
                  </a:extLst>
                </a:gridCol>
                <a:gridCol w="712787">
                  <a:extLst>
                    <a:ext uri="{9D8B030D-6E8A-4147-A177-3AD203B41FA5}">
                      <a16:colId xmlns:a16="http://schemas.microsoft.com/office/drawing/2014/main" val="511868558"/>
                    </a:ext>
                  </a:extLst>
                </a:gridCol>
                <a:gridCol w="712787">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g3_gontinuous_kWh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39">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0.80</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en-US" sz="1400"/>
                        <a:t>0.75</a:t>
                      </a:r>
                    </a:p>
                  </a:txBody>
                  <a:tcPr/>
                </a:tc>
                <a:extLst>
                  <a:ext uri="{0D108BD9-81ED-4DB2-BD59-A6C34878D82A}">
                    <a16:rowId xmlns:a16="http://schemas.microsoft.com/office/drawing/2014/main" val="4198767"/>
                  </a:ext>
                </a:extLst>
              </a:tr>
              <a:tr h="370839">
                <a:tc>
                  <a:txBody>
                    <a:bodyPr/>
                    <a:lstStyle/>
                    <a:p>
                      <a:pPr lvl="0">
                        <a:buNone/>
                      </a:pPr>
                      <a:r>
                        <a:rPr lang="de-DE" sz="1400"/>
                        <a:t>0.45</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a:t>0.82</a:t>
                      </a:r>
                    </a:p>
                  </a:txBody>
                  <a:tcPr/>
                </a:tc>
                <a:tc>
                  <a:txBody>
                    <a:bodyPr/>
                    <a:lstStyle/>
                    <a:p>
                      <a:pPr lvl="0">
                        <a:buNone/>
                      </a:pPr>
                      <a:r>
                        <a:rPr lang="de-DE" sz="1400"/>
                        <a:t>0.83</a:t>
                      </a:r>
                    </a:p>
                  </a:txBody>
                  <a:tcPr/>
                </a:tc>
                <a:tc>
                  <a:txBody>
                    <a:bodyPr/>
                    <a:lstStyle/>
                    <a:p>
                      <a:pPr lvl="0">
                        <a:buNone/>
                      </a:pPr>
                      <a:r>
                        <a:rPr lang="de-DE" sz="1400"/>
                        <a:t>0.70</a:t>
                      </a:r>
                    </a:p>
                  </a:txBody>
                  <a:tcPr/>
                </a:tc>
                <a:tc>
                  <a:txBody>
                    <a:bodyPr/>
                    <a:lstStyle/>
                    <a:p>
                      <a:pPr lvl="0">
                        <a:buNone/>
                      </a:pPr>
                      <a:r>
                        <a:rPr lang="de-DE" sz="1400"/>
                        <a:t>0.90</a:t>
                      </a:r>
                    </a:p>
                  </a:txBody>
                  <a:tcPr/>
                </a:tc>
                <a:tc>
                  <a:txBody>
                    <a:bodyPr/>
                    <a:lstStyle/>
                    <a:p>
                      <a:pPr lvl="0">
                        <a:buNone/>
                      </a:pPr>
                      <a:r>
                        <a:rPr lang="de-DE" sz="1400"/>
                        <a:t>0.92</a:t>
                      </a:r>
                    </a:p>
                  </a:txBody>
                  <a:tcPr/>
                </a:tc>
                <a:tc>
                  <a:txBody>
                    <a:bodyPr/>
                    <a:lstStyle/>
                    <a:p>
                      <a:pPr lvl="0">
                        <a:buNone/>
                      </a:pPr>
                      <a:r>
                        <a:rPr lang="de-DE" sz="1400"/>
                        <a:t>0.78</a:t>
                      </a:r>
                    </a:p>
                  </a:txBody>
                  <a:tcPr/>
                </a:tc>
                <a:extLst>
                  <a:ext uri="{0D108BD9-81ED-4DB2-BD59-A6C34878D82A}">
                    <a16:rowId xmlns:a16="http://schemas.microsoft.com/office/drawing/2014/main" val="2377502259"/>
                  </a:ext>
                </a:extLst>
              </a:tr>
              <a:tr h="370838">
                <a:tc>
                  <a:txBody>
                    <a:bodyPr/>
                    <a:lstStyle/>
                    <a:p>
                      <a:pPr lvl="0">
                        <a:buNone/>
                      </a:pPr>
                      <a:r>
                        <a:rPr lang="de-DE" sz="1400" b="0" i="0" u="none" strike="noStrike" noProof="0">
                          <a:solidFill>
                            <a:srgbClr val="000000"/>
                          </a:solidFill>
                          <a:latin typeface="Arial"/>
                          <a:cs typeface="Arial"/>
                        </a:rPr>
                        <a:t>0.45</a:t>
                      </a:r>
                    </a:p>
                  </a:txBody>
                  <a:tcPr/>
                </a:tc>
                <a:tc>
                  <a:txBody>
                    <a:bodyPr/>
                    <a:lstStyle/>
                    <a:p>
                      <a:pPr lvl="0">
                        <a:buNone/>
                      </a:pPr>
                      <a:r>
                        <a:rPr lang="de-DE" sz="1400" b="0" i="0" u="none" strike="noStrike" noProof="0">
                          <a:solidFill>
                            <a:srgbClr val="000000"/>
                          </a:solidFill>
                          <a:latin typeface="Arial"/>
                          <a:cs typeface="Arial"/>
                        </a:rPr>
                        <a:t>0.60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0.70</a:t>
                      </a:r>
                    </a:p>
                  </a:txBody>
                  <a:tcPr/>
                </a:tc>
                <a:tc>
                  <a:txBody>
                    <a:bodyPr/>
                    <a:lstStyle/>
                    <a:p>
                      <a:pPr lvl="0">
                        <a:buNone/>
                      </a:pPr>
                      <a:r>
                        <a:rPr lang="de-DE" sz="1400" b="0" i="0" u="none" strike="noStrike" noProof="0">
                          <a:solidFill>
                            <a:srgbClr val="000000"/>
                          </a:solidFill>
                          <a:latin typeface="Arial"/>
                          <a:cs typeface="Arial"/>
                        </a:rPr>
                        <a:t>0.75</a:t>
                      </a:r>
                    </a:p>
                  </a:txBody>
                  <a:tcPr/>
                </a:tc>
                <a:tc>
                  <a:txBody>
                    <a:bodyPr/>
                    <a:lstStyle/>
                    <a:p>
                      <a:pPr lvl="0">
                        <a:buNone/>
                      </a:pPr>
                      <a:r>
                        <a:rPr lang="de-DE" sz="1400" b="0" i="0" u="none" strike="noStrike" noProof="0">
                          <a:solidFill>
                            <a:srgbClr val="000000"/>
                          </a:solidFill>
                          <a:latin typeface="Arial"/>
                          <a:cs typeface="Arial"/>
                        </a:rPr>
                        <a:t>0.82</a:t>
                      </a:r>
                    </a:p>
                  </a:txBody>
                  <a:tcPr/>
                </a:tc>
                <a:tc>
                  <a:txBody>
                    <a:bodyPr/>
                    <a:lstStyle/>
                    <a:p>
                      <a:pPr lvl="0">
                        <a:buNone/>
                      </a:pPr>
                      <a:r>
                        <a:rPr lang="de-DE" sz="1400" b="0" i="0" u="none" strike="noStrike" noProof="0">
                          <a:solidFill>
                            <a:srgbClr val="000000"/>
                          </a:solidFill>
                          <a:latin typeface="Arial"/>
                          <a:cs typeface="Arial"/>
                        </a:rPr>
                        <a:t>0.85</a:t>
                      </a:r>
                    </a:p>
                  </a:txBody>
                  <a:tcPr/>
                </a:tc>
                <a:tc>
                  <a:txBody>
                    <a:bodyPr/>
                    <a:lstStyle/>
                    <a:p>
                      <a:pPr lvl="0">
                        <a:buNone/>
                      </a:pPr>
                      <a:r>
                        <a:rPr lang="de-DE" sz="1400" b="0" i="0" u="none" strike="noStrike" noProof="0">
                          <a:solidFill>
                            <a:srgbClr val="000000"/>
                          </a:solidFill>
                          <a:latin typeface="Arial"/>
                          <a:cs typeface="Arial"/>
                        </a:rPr>
                        <a:t>0.88</a:t>
                      </a:r>
                    </a:p>
                  </a:txBody>
                  <a:tcPr/>
                </a:tc>
                <a:tc>
                  <a:txBody>
                    <a:bodyPr/>
                    <a:lstStyle/>
                    <a:p>
                      <a:pPr lvl="0">
                        <a:buNone/>
                      </a:pPr>
                      <a:r>
                        <a:rPr lang="de-DE" sz="1400" b="0" i="0" u="none" strike="noStrike" noProof="0">
                          <a:solidFill>
                            <a:srgbClr val="000000"/>
                          </a:solidFill>
                          <a:latin typeface="Arial"/>
                          <a:cs typeface="Arial"/>
                        </a:rPr>
                        <a:t>0.65</a:t>
                      </a:r>
                    </a:p>
                  </a:txBody>
                  <a:tcPr/>
                </a:tc>
                <a:tc>
                  <a:txBody>
                    <a:bodyPr/>
                    <a:lstStyle/>
                    <a:p>
                      <a:pPr lvl="0">
                        <a:buNone/>
                      </a:pPr>
                      <a:r>
                        <a:rPr lang="de-DE" sz="1400" b="0" i="0" u="none" strike="noStrike" noProof="0">
                          <a:solidFill>
                            <a:srgbClr val="000000"/>
                          </a:solidFill>
                          <a:latin typeface="Arial"/>
                          <a:cs typeface="Arial"/>
                        </a:rPr>
                        <a:t>0.90</a:t>
                      </a:r>
                    </a:p>
                  </a:txBody>
                  <a:tcPr/>
                </a:tc>
                <a:tc>
                  <a:txBody>
                    <a:bodyPr/>
                    <a:lstStyle/>
                    <a:p>
                      <a:pPr lvl="0">
                        <a:buNone/>
                      </a:pPr>
                      <a:r>
                        <a:rPr lang="de-DE" sz="1400" b="0" i="0" u="none" strike="noStrike" noProof="0">
                          <a:solidFill>
                            <a:srgbClr val="000000"/>
                          </a:solidFill>
                          <a:latin typeface="Arial"/>
                          <a:cs typeface="Arial"/>
                        </a:rPr>
                        <a:t>0.90</a:t>
                      </a:r>
                    </a:p>
                  </a:txBody>
                  <a:tcPr/>
                </a:tc>
                <a:tc>
                  <a:txBody>
                    <a:bodyPr/>
                    <a:lstStyle/>
                    <a:p>
                      <a:pPr lvl="0">
                        <a:buNone/>
                      </a:pPr>
                      <a:r>
                        <a:rPr lang="de-DE" sz="1400" b="0" i="0" u="none" strike="noStrike" noProof="0">
                          <a:solidFill>
                            <a:srgbClr val="000000"/>
                          </a:solidFill>
                          <a:latin typeface="Arial"/>
                          <a:cs typeface="Arial"/>
                        </a:rPr>
                        <a:t>0.80</a:t>
                      </a:r>
                    </a:p>
                  </a:txBody>
                  <a:tcPr/>
                </a:tc>
                <a:extLst>
                  <a:ext uri="{0D108BD9-81ED-4DB2-BD59-A6C34878D82A}">
                    <a16:rowId xmlns:a16="http://schemas.microsoft.com/office/drawing/2014/main" val="4180923322"/>
                  </a:ext>
                </a:extLst>
              </a:tr>
              <a:tr h="370838">
                <a:tc>
                  <a:txBody>
                    <a:bodyPr/>
                    <a:lstStyle/>
                    <a:p>
                      <a:pPr lvl="0">
                        <a:buNone/>
                      </a:pPr>
                      <a:r>
                        <a:rPr lang="de-DE" sz="1400"/>
                        <a:t>0.55</a:t>
                      </a:r>
                    </a:p>
                  </a:txBody>
                  <a:tcPr/>
                </a:tc>
                <a:tc>
                  <a:txBody>
                    <a:bodyPr/>
                    <a:lstStyle/>
                    <a:p>
                      <a:pPr lvl="0">
                        <a:buNone/>
                      </a:pPr>
                      <a:r>
                        <a:rPr lang="de-DE" sz="1400"/>
                        <a:t>0.75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0.85</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0.75</a:t>
                      </a:r>
                    </a:p>
                  </a:txBody>
                  <a:tcPr/>
                </a:tc>
                <a:tc>
                  <a:txBody>
                    <a:bodyPr/>
                    <a:lstStyle/>
                    <a:p>
                      <a:pPr lvl="0">
                        <a:buNone/>
                      </a:pPr>
                      <a:r>
                        <a:rPr lang="de-DE" sz="1400"/>
                        <a:t>0.95</a:t>
                      </a:r>
                    </a:p>
                  </a:txBody>
                  <a:tcPr/>
                </a:tc>
                <a:tc>
                  <a:txBody>
                    <a:bodyPr/>
                    <a:lstStyle/>
                    <a:p>
                      <a:pPr lvl="0">
                        <a:buNone/>
                      </a:pPr>
                      <a:r>
                        <a:rPr lang="de-DE" sz="1400"/>
                        <a:t>0.95</a:t>
                      </a:r>
                    </a:p>
                  </a:txBody>
                  <a:tcPr/>
                </a:tc>
                <a:tc>
                  <a:txBody>
                    <a:bodyPr/>
                    <a:lstStyle/>
                    <a:p>
                      <a:pPr lvl="0">
                        <a:buNone/>
                      </a:pPr>
                      <a:r>
                        <a:rPr lang="de-DE" sz="1400"/>
                        <a:t>0.85</a:t>
                      </a:r>
                    </a:p>
                  </a:txBody>
                  <a:tcPr/>
                </a:tc>
                <a:extLst>
                  <a:ext uri="{0D108BD9-81ED-4DB2-BD59-A6C34878D82A}">
                    <a16:rowId xmlns:a16="http://schemas.microsoft.com/office/drawing/2014/main" val="3425758347"/>
                  </a:ext>
                </a:extLst>
              </a:tr>
              <a:tr h="370838">
                <a:tc>
                  <a:txBody>
                    <a:bodyPr/>
                    <a:lstStyle/>
                    <a:p>
                      <a:pPr lvl="0">
                        <a:buNone/>
                      </a:pPr>
                      <a:r>
                        <a:rPr lang="de-DE" sz="1400"/>
                        <a:t>0.45</a:t>
                      </a:r>
                    </a:p>
                  </a:txBody>
                  <a:tcPr/>
                </a:tc>
                <a:tc>
                  <a:txBody>
                    <a:bodyPr/>
                    <a:lstStyle/>
                    <a:p>
                      <a:pPr lvl="0">
                        <a:buNone/>
                      </a:pPr>
                      <a:r>
                        <a:rPr lang="de-DE" sz="1400"/>
                        <a:t>0.70</a:t>
                      </a:r>
                    </a:p>
                  </a:txBody>
                  <a:tcPr/>
                </a:tc>
                <a:tc>
                  <a:txBody>
                    <a:bodyPr/>
                    <a:lstStyle/>
                    <a:p>
                      <a:pPr lvl="0">
                        <a:buNone/>
                      </a:pPr>
                      <a:r>
                        <a:rPr lang="de-DE" sz="1400"/>
                        <a:t>0.80</a:t>
                      </a:r>
                    </a:p>
                  </a:txBody>
                  <a:tcPr/>
                </a:tc>
                <a:tc>
                  <a:txBody>
                    <a:bodyPr/>
                    <a:lstStyle/>
                    <a:p>
                      <a:pPr lvl="0">
                        <a:buNone/>
                      </a:pPr>
                      <a:r>
                        <a:rPr lang="de-DE" sz="1400"/>
                        <a:t>0.80</a:t>
                      </a:r>
                    </a:p>
                  </a:txBody>
                  <a:tcPr/>
                </a:tc>
                <a:tc>
                  <a:txBody>
                    <a:bodyPr/>
                    <a:lstStyle/>
                    <a:p>
                      <a:pPr lvl="0">
                        <a:buNone/>
                      </a:pPr>
                      <a:r>
                        <a:rPr lang="de-DE" sz="1400"/>
                        <a:t>0.75</a:t>
                      </a:r>
                    </a:p>
                  </a:txBody>
                  <a:tcPr/>
                </a:tc>
                <a:tc>
                  <a:txBody>
                    <a:bodyPr/>
                    <a:lstStyle/>
                    <a:p>
                      <a:pPr lvl="0">
                        <a:buNone/>
                      </a:pPr>
                      <a:r>
                        <a:rPr lang="de-DE" sz="1400"/>
                        <a:t>0.85</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0.70</a:t>
                      </a:r>
                    </a:p>
                  </a:txBody>
                  <a:tcPr/>
                </a:tc>
                <a:tc>
                  <a:txBody>
                    <a:bodyPr/>
                    <a:lstStyle/>
                    <a:p>
                      <a:pPr lvl="0">
                        <a:buNone/>
                      </a:pPr>
                      <a:r>
                        <a:rPr lang="de-DE" sz="1400"/>
                        <a:t>0.90</a:t>
                      </a:r>
                    </a:p>
                  </a:txBody>
                  <a:tcPr/>
                </a:tc>
                <a:tc>
                  <a:txBody>
                    <a:bodyPr/>
                    <a:lstStyle/>
                    <a:p>
                      <a:pPr lvl="0">
                        <a:buNone/>
                      </a:pPr>
                      <a:r>
                        <a:rPr lang="de-DE" sz="1400"/>
                        <a:t>0.90</a:t>
                      </a:r>
                    </a:p>
                  </a:txBody>
                  <a:tcPr/>
                </a:tc>
                <a:tc>
                  <a:txBody>
                    <a:bodyPr/>
                    <a:lstStyle/>
                    <a:p>
                      <a:pPr lvl="0">
                        <a:buNone/>
                      </a:pPr>
                      <a:r>
                        <a:rPr lang="de-DE" sz="1400"/>
                        <a:t>0.85</a:t>
                      </a:r>
                    </a:p>
                  </a:txBody>
                  <a:tcPr/>
                </a:tc>
                <a:extLst>
                  <a:ext uri="{0D108BD9-81ED-4DB2-BD59-A6C34878D82A}">
                    <a16:rowId xmlns:a16="http://schemas.microsoft.com/office/drawing/2014/main" val="3786543771"/>
                  </a:ext>
                </a:extLst>
              </a:tr>
              <a:tr h="370838">
                <a:tc>
                  <a:txBody>
                    <a:bodyPr/>
                    <a:lstStyle/>
                    <a:p>
                      <a:pPr lvl="0">
                        <a:buNone/>
                      </a:pPr>
                      <a:r>
                        <a:rPr lang="de-DE" sz="1400"/>
                        <a:t>0.35</a:t>
                      </a:r>
                    </a:p>
                  </a:txBody>
                  <a:tcPr/>
                </a:tc>
                <a:tc>
                  <a:txBody>
                    <a:bodyPr/>
                    <a:lstStyle/>
                    <a:p>
                      <a:pPr lvl="0">
                        <a:buNone/>
                      </a:pPr>
                      <a:r>
                        <a:rPr lang="de-DE" sz="1400"/>
                        <a:t>0.60</a:t>
                      </a:r>
                    </a:p>
                  </a:txBody>
                  <a:tcPr/>
                </a:tc>
                <a:tc>
                  <a:txBody>
                    <a:bodyPr/>
                    <a:lstStyle/>
                    <a:p>
                      <a:pPr lvl="0">
                        <a:buNone/>
                      </a:pPr>
                      <a:r>
                        <a:rPr lang="de-DE" sz="1400"/>
                        <a:t>0.75</a:t>
                      </a:r>
                    </a:p>
                  </a:txBody>
                  <a:tcPr/>
                </a:tc>
                <a:tc>
                  <a:txBody>
                    <a:bodyPr/>
                    <a:lstStyle/>
                    <a:p>
                      <a:pPr lvl="0">
                        <a:buNone/>
                      </a:pPr>
                      <a:r>
                        <a:rPr lang="de-DE" sz="1400"/>
                        <a:t>0.75</a:t>
                      </a:r>
                    </a:p>
                  </a:txBody>
                  <a:tcPr/>
                </a:tc>
                <a:tc>
                  <a:txBody>
                    <a:bodyPr/>
                    <a:lstStyle/>
                    <a:p>
                      <a:pPr lvl="0">
                        <a:buNone/>
                      </a:pPr>
                      <a:r>
                        <a:rPr lang="de-DE" sz="1400"/>
                        <a:t>0.70</a:t>
                      </a:r>
                    </a:p>
                  </a:txBody>
                  <a:tcPr/>
                </a:tc>
                <a:tc>
                  <a:txBody>
                    <a:bodyPr/>
                    <a:lstStyle/>
                    <a:p>
                      <a:pPr lvl="0">
                        <a:buNone/>
                      </a:pPr>
                      <a:r>
                        <a:rPr lang="de-DE" sz="1400"/>
                        <a:t>0.65</a:t>
                      </a:r>
                    </a:p>
                  </a:txBody>
                  <a:tcPr/>
                </a:tc>
                <a:tc>
                  <a:txBody>
                    <a:bodyPr/>
                    <a:lstStyle/>
                    <a:p>
                      <a:pPr lvl="0">
                        <a:buNone/>
                      </a:pPr>
                      <a:r>
                        <a:rPr lang="de-DE" sz="1400"/>
                        <a:t>0.70</a:t>
                      </a:r>
                    </a:p>
                  </a:txBody>
                  <a:tcPr/>
                </a:tc>
                <a:tc>
                  <a:txBody>
                    <a:bodyPr/>
                    <a:lstStyle/>
                    <a:p>
                      <a:pPr lvl="0">
                        <a:buNone/>
                      </a:pPr>
                      <a:r>
                        <a:rPr lang="de-DE" sz="1400"/>
                        <a:t>0.75</a:t>
                      </a:r>
                    </a:p>
                  </a:txBody>
                  <a:tcPr/>
                </a:tc>
                <a:tc>
                  <a:txBody>
                    <a:bodyPr/>
                    <a:lstStyle/>
                    <a:p>
                      <a:pPr lvl="0">
                        <a:buNone/>
                      </a:pPr>
                      <a:r>
                        <a:rPr lang="de-DE" sz="1400"/>
                        <a:t>0.60</a:t>
                      </a:r>
                    </a:p>
                  </a:txBody>
                  <a:tcPr/>
                </a:tc>
                <a:tc>
                  <a:txBody>
                    <a:bodyPr/>
                    <a:lstStyle/>
                    <a:p>
                      <a:pPr lvl="0">
                        <a:buNone/>
                      </a:pPr>
                      <a:r>
                        <a:rPr lang="de-DE" sz="1400"/>
                        <a:t>0.85</a:t>
                      </a:r>
                    </a:p>
                  </a:txBody>
                  <a:tcPr/>
                </a:tc>
                <a:tc>
                  <a:txBody>
                    <a:bodyPr/>
                    <a:lstStyle/>
                    <a:p>
                      <a:pPr lvl="0">
                        <a:buNone/>
                      </a:pPr>
                      <a:r>
                        <a:rPr lang="de-DE" sz="1400"/>
                        <a:t>0.85</a:t>
                      </a:r>
                    </a:p>
                  </a:txBody>
                  <a:tcPr/>
                </a:tc>
                <a:tc>
                  <a:txBody>
                    <a:bodyPr/>
                    <a:lstStyle/>
                    <a:p>
                      <a:pPr lvl="0">
                        <a:buNone/>
                      </a:pPr>
                      <a:r>
                        <a:rPr lang="de-DE" sz="1400"/>
                        <a:t>0.70</a:t>
                      </a:r>
                    </a:p>
                  </a:txBody>
                  <a:tcPr/>
                </a:tc>
                <a:extLst>
                  <a:ext uri="{0D108BD9-81ED-4DB2-BD59-A6C34878D82A}">
                    <a16:rowId xmlns:a16="http://schemas.microsoft.com/office/drawing/2014/main" val="3117144072"/>
                  </a:ext>
                </a:extLst>
              </a:tr>
            </a:tbl>
          </a:graphicData>
        </a:graphic>
      </p:graphicFrame>
    </p:spTree>
    <p:extLst>
      <p:ext uri="{BB962C8B-B14F-4D97-AF65-F5344CB8AC3E}">
        <p14:creationId xmlns:p14="http://schemas.microsoft.com/office/powerpoint/2010/main" val="263946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F030F-2903-C9F6-8BE1-81872F1898F0}"/>
              </a:ext>
            </a:extLst>
          </p:cNvPr>
          <p:cNvSpPr>
            <a:spLocks noGrp="1"/>
          </p:cNvSpPr>
          <p:nvPr>
            <p:ph type="title"/>
          </p:nvPr>
        </p:nvSpPr>
        <p:spPr/>
        <p:txBody>
          <a:bodyPr/>
          <a:lstStyle/>
          <a:p>
            <a:r>
              <a:rPr lang="en-US" err="1"/>
              <a:t>Feeder_metadata</a:t>
            </a:r>
            <a:r>
              <a:rPr lang="en-US"/>
              <a:t> gpt-5.5 rows=10</a:t>
            </a:r>
          </a:p>
        </p:txBody>
      </p:sp>
      <p:graphicFrame>
        <p:nvGraphicFramePr>
          <p:cNvPr id="4" name="Chart 3">
            <a:extLst>
              <a:ext uri="{FF2B5EF4-FFF2-40B4-BE49-F238E27FC236}">
                <a16:creationId xmlns:a16="http://schemas.microsoft.com/office/drawing/2014/main" id="{D60ECABC-EE18-865C-1C2C-F908D07D9DA7}"/>
              </a:ext>
            </a:extLst>
          </p:cNvPr>
          <p:cNvGraphicFramePr/>
          <p:nvPr>
            <p:extLst>
              <p:ext uri="{D42A27DB-BD31-4B8C-83A1-F6EECF244321}">
                <p14:modId xmlns:p14="http://schemas.microsoft.com/office/powerpoint/2010/main" val="204461672"/>
              </p:ext>
            </p:extLst>
          </p:nvPr>
        </p:nvGraphicFramePr>
        <p:xfrm>
          <a:off x="725714" y="1372507"/>
          <a:ext cx="7692571" cy="429282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615381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9CED-B9E1-6798-A8F4-EFA0BDBE590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BD39591-518A-1770-AA31-A1CA35AA5E06}"/>
              </a:ext>
            </a:extLst>
          </p:cNvPr>
          <p:cNvSpPr>
            <a:spLocks noGrp="1"/>
          </p:cNvSpPr>
          <p:nvPr>
            <p:ph type="title"/>
          </p:nvPr>
        </p:nvSpPr>
        <p:spPr/>
        <p:txBody>
          <a:bodyPr/>
          <a:lstStyle/>
          <a:p>
            <a:r>
              <a:rPr lang="en-US" err="1">
                <a:latin typeface="Arial"/>
                <a:cs typeface="Arial"/>
              </a:rPr>
              <a:t>Feeder_metadata</a:t>
            </a:r>
            <a:r>
              <a:rPr lang="en-US">
                <a:latin typeface="Arial"/>
                <a:cs typeface="Arial"/>
              </a:rPr>
              <a:t> after given PD</a:t>
            </a:r>
            <a:endParaRPr lang="en-US" err="1"/>
          </a:p>
        </p:txBody>
      </p:sp>
      <p:graphicFrame>
        <p:nvGraphicFramePr>
          <p:cNvPr id="4" name="Tabelle 3">
            <a:extLst>
              <a:ext uri="{FF2B5EF4-FFF2-40B4-BE49-F238E27FC236}">
                <a16:creationId xmlns:a16="http://schemas.microsoft.com/office/drawing/2014/main" id="{85324FAF-59BA-E921-6AED-08346CB5EAF7}"/>
              </a:ext>
            </a:extLst>
          </p:cNvPr>
          <p:cNvGraphicFramePr>
            <a:graphicFrameLocks noGrp="1"/>
          </p:cNvGraphicFramePr>
          <p:nvPr>
            <p:extLst>
              <p:ext uri="{D42A27DB-BD31-4B8C-83A1-F6EECF244321}">
                <p14:modId xmlns:p14="http://schemas.microsoft.com/office/powerpoint/2010/main" val="2887248008"/>
              </p:ext>
            </p:extLst>
          </p:nvPr>
        </p:nvGraphicFramePr>
        <p:xfrm>
          <a:off x="284480" y="976376"/>
          <a:ext cx="8561016" cy="2741900"/>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578470">
                <a:tc>
                  <a:txBody>
                    <a:bodyPr/>
                    <a:lstStyle/>
                    <a:p>
                      <a:r>
                        <a:rPr lang="de-DE" sz="1400"/>
                        <a:t>Me</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3103680"/>
                  </a:ext>
                </a:extLst>
              </a:tr>
              <a:tr h="578470">
                <a:tc>
                  <a:txBody>
                    <a:bodyPr/>
                    <a:lstStyle/>
                    <a:p>
                      <a:r>
                        <a:rPr lang="de-DE" sz="1400"/>
                        <a:t>LLM</a:t>
                      </a:r>
                    </a:p>
                  </a:txBody>
                  <a:tcPr/>
                </a:tc>
                <a:tc>
                  <a:txBody>
                    <a:bodyPr/>
                    <a:lstStyle/>
                    <a:p>
                      <a:r>
                        <a:rPr lang="de-DE" sz="1400"/>
                        <a:t>1 - 0.95</a:t>
                      </a:r>
                      <a:endParaRPr lang="de-DE"/>
                    </a:p>
                  </a:txBody>
                  <a:tcPr/>
                </a:tc>
                <a:tc>
                  <a:txBody>
                    <a:bodyPr/>
                    <a:lstStyle/>
                    <a:p>
                      <a:r>
                        <a:rPr lang="de-DE" sz="1400"/>
                        <a:t>1 - 0.95</a:t>
                      </a:r>
                    </a:p>
                  </a:txBody>
                  <a:tcPr/>
                </a:tc>
                <a:tc>
                  <a:txBody>
                    <a:bodyPr/>
                    <a:lstStyle/>
                    <a:p>
                      <a:r>
                        <a:rPr lang="de-DE" sz="1400"/>
                        <a:t>1 - 0.85</a:t>
                      </a:r>
                    </a:p>
                  </a:txBody>
                  <a:tcPr/>
                </a:tc>
                <a:tc>
                  <a:txBody>
                    <a:bodyPr/>
                    <a:lstStyle/>
                    <a:p>
                      <a:r>
                        <a:rPr lang="de-DE" sz="1400"/>
                        <a:t>0 - 0.20</a:t>
                      </a:r>
                    </a:p>
                  </a:txBody>
                  <a:tcPr/>
                </a:tc>
                <a:tc>
                  <a:txBody>
                    <a:bodyPr/>
                    <a:lstStyle/>
                    <a:p>
                      <a:r>
                        <a:rPr lang="de-DE" sz="1400"/>
                        <a:t>0 - 0.20</a:t>
                      </a:r>
                    </a:p>
                  </a:txBody>
                  <a:tcPr/>
                </a:tc>
                <a:tc>
                  <a:txBody>
                    <a:bodyPr/>
                    <a:lstStyle/>
                    <a:p>
                      <a:r>
                        <a:rPr lang="de-DE" sz="1400"/>
                        <a:t>0 - 0.10</a:t>
                      </a:r>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0</a:t>
                      </a:r>
                      <a:r>
                        <a:rPr lang="de-DE" sz="1400" b="0" i="0" u="none" strike="noStrike" noProof="0">
                          <a:solidFill>
                            <a:srgbClr val="000000"/>
                          </a:solidFill>
                          <a:latin typeface="Arial"/>
                          <a:cs typeface="Arial"/>
                        </a:rPr>
                        <a:t>.10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6F6FAD1B-3E45-0B6C-3F8C-9561C1130058}"/>
              </a:ext>
            </a:extLst>
          </p:cNvPr>
          <p:cNvGraphicFramePr>
            <a:graphicFrameLocks noGrp="1"/>
          </p:cNvGraphicFramePr>
          <p:nvPr>
            <p:extLst>
              <p:ext uri="{D42A27DB-BD31-4B8C-83A1-F6EECF244321}">
                <p14:modId xmlns:p14="http://schemas.microsoft.com/office/powerpoint/2010/main" val="3987253195"/>
              </p:ext>
            </p:extLst>
          </p:nvPr>
        </p:nvGraphicFramePr>
        <p:xfrm>
          <a:off x="284480" y="3882136"/>
          <a:ext cx="8571408" cy="2260600"/>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198767"/>
                  </a:ext>
                </a:extLst>
              </a:tr>
              <a:tr h="370840">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r>
                        <a:rPr lang="de-DE" sz="1400"/>
                        <a:t>0 - </a:t>
                      </a:r>
                      <a:r>
                        <a:rPr lang="de-DE" sz="1400" b="0" i="0" u="none" strike="noStrike" noProof="0">
                          <a:solidFill>
                            <a:srgbClr val="000000"/>
                          </a:solidFill>
                          <a:latin typeface="Arial"/>
                          <a:cs typeface="Arial"/>
                        </a:rPr>
                        <a:t>0.10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0.10</a:t>
                      </a:r>
                      <a:endParaRPr lang="de-DE" sz="1400"/>
                    </a:p>
                  </a:txBody>
                  <a:tcPr/>
                </a:tc>
                <a:extLst>
                  <a:ext uri="{0D108BD9-81ED-4DB2-BD59-A6C34878D82A}">
                    <a16:rowId xmlns:a16="http://schemas.microsoft.com/office/drawing/2014/main" val="2377502259"/>
                  </a:ext>
                </a:extLst>
              </a:tr>
            </a:tbl>
          </a:graphicData>
        </a:graphic>
      </p:graphicFrame>
      <p:sp>
        <p:nvSpPr>
          <p:cNvPr id="5" name="Textfeld 4">
            <a:extLst>
              <a:ext uri="{FF2B5EF4-FFF2-40B4-BE49-F238E27FC236}">
                <a16:creationId xmlns:a16="http://schemas.microsoft.com/office/drawing/2014/main" id="{AE463B6B-5401-EE1B-8B1C-3B370AEC9CE6}"/>
              </a:ext>
            </a:extLst>
          </p:cNvPr>
          <p:cNvSpPr txBox="1"/>
          <p:nvPr/>
        </p:nvSpPr>
        <p:spPr>
          <a:xfrm>
            <a:off x="-4026361" y="418869"/>
            <a:ext cx="4104623" cy="366254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de-DE" sz="1400">
                <a:latin typeface="Arial"/>
                <a:cs typeface="Arial"/>
              </a:rPr>
              <a:t>| `</a:t>
            </a:r>
            <a:r>
              <a:rPr lang="de-DE" sz="1400" err="1">
                <a:latin typeface="Arial"/>
                <a:cs typeface="Arial"/>
              </a:rPr>
              <a:t>housing_units_count</a:t>
            </a:r>
            <a:r>
              <a:rPr lang="de-DE" sz="1400">
                <a:latin typeface="Arial"/>
                <a:cs typeface="Arial"/>
              </a:rPr>
              <a:t>` | **20 %** | </a:t>
            </a:r>
            <a:endParaRPr lang="de-DE">
              <a:cs typeface="Arial" panose="020B0604020202020204" pitchFamily="34" charset="0"/>
            </a:endParaRPr>
          </a:p>
          <a:p>
            <a:r>
              <a:rPr lang="de-DE" sz="1400">
                <a:latin typeface="Arial"/>
                <a:cs typeface="Arial"/>
              </a:rPr>
              <a:t>Aggregierte Zahl, die kaum zur Identifikation einzelner </a:t>
            </a:r>
            <a:endParaRPr lang="de-DE">
              <a:cs typeface="Arial"/>
            </a:endParaRPr>
          </a:p>
          <a:p>
            <a:r>
              <a:rPr lang="de-DE" sz="1400">
                <a:latin typeface="Arial"/>
                <a:cs typeface="Arial"/>
              </a:rPr>
              <a:t>Personen führt, aber in sehr kleinen Gebieten </a:t>
            </a:r>
            <a:endParaRPr lang="de-DE">
              <a:cs typeface="Arial"/>
            </a:endParaRPr>
          </a:p>
          <a:p>
            <a:r>
              <a:rPr lang="de-DE" sz="1400">
                <a:latin typeface="Arial"/>
                <a:cs typeface="Arial"/>
              </a:rPr>
              <a:t>(z. B. 1‑2 Einheiten) identifizierbar sein könnte. |</a:t>
            </a:r>
            <a:endParaRPr lang="de-DE">
              <a:cs typeface="Arial"/>
            </a:endParaRPr>
          </a:p>
          <a:p>
            <a:endParaRPr lang="de-DE" sz="1400">
              <a:latin typeface="Arial"/>
              <a:cs typeface="Arial"/>
            </a:endParaRPr>
          </a:p>
          <a:p>
            <a:r>
              <a:rPr lang="de-DE" sz="1400">
                <a:latin typeface="Arial"/>
                <a:cs typeface="Arial"/>
              </a:rPr>
              <a:t>| `</a:t>
            </a:r>
            <a:r>
              <a:rPr lang="de-DE" sz="1400" err="1">
                <a:latin typeface="Arial"/>
                <a:cs typeface="Arial"/>
              </a:rPr>
              <a:t>industry_and_commerce_count</a:t>
            </a:r>
            <a:r>
              <a:rPr lang="de-DE" sz="1400">
                <a:latin typeface="Arial"/>
                <a:cs typeface="Arial"/>
              </a:rPr>
              <a:t>` | **20 %** | </a:t>
            </a:r>
            <a:endParaRPr lang="de-DE">
              <a:cs typeface="Arial" panose="020B0604020202020204" pitchFamily="34" charset="0"/>
            </a:endParaRPr>
          </a:p>
          <a:p>
            <a:r>
              <a:rPr lang="de-DE" sz="1400">
                <a:latin typeface="Arial"/>
                <a:cs typeface="Arial"/>
              </a:rPr>
              <a:t>Ähnlich wie bei `</a:t>
            </a:r>
            <a:r>
              <a:rPr lang="de-DE" sz="1400" err="1">
                <a:latin typeface="Arial"/>
                <a:cs typeface="Arial"/>
              </a:rPr>
              <a:t>housing_units_count</a:t>
            </a:r>
            <a:r>
              <a:rPr lang="de-DE" sz="1400">
                <a:latin typeface="Arial"/>
                <a:cs typeface="Arial"/>
              </a:rPr>
              <a:t>`; aggregiert. |</a:t>
            </a:r>
            <a:endParaRPr lang="de-DE">
              <a:cs typeface="Arial"/>
            </a:endParaRPr>
          </a:p>
          <a:p>
            <a:endParaRPr lang="de-DE" sz="1400">
              <a:latin typeface="Arial"/>
              <a:cs typeface="Arial"/>
            </a:endParaRPr>
          </a:p>
          <a:p>
            <a:r>
              <a:rPr lang="de-DE" sz="1400">
                <a:latin typeface="Arial"/>
                <a:cs typeface="Arial"/>
              </a:rPr>
              <a:t>| Alle weiteren *kW*‑ und *kWh*‑Spalten | **10‑15 %** </a:t>
            </a:r>
            <a:endParaRPr lang="de-DE">
              <a:cs typeface="Arial" panose="020B0604020202020204" pitchFamily="34" charset="0"/>
            </a:endParaRPr>
          </a:p>
          <a:p>
            <a:r>
              <a:rPr lang="de-DE" sz="1400">
                <a:latin typeface="Arial"/>
                <a:cs typeface="Arial"/>
              </a:rPr>
              <a:t>Gesamte, aggregierte Werte sind in der Regel nicht </a:t>
            </a:r>
            <a:endParaRPr lang="de-DE">
              <a:cs typeface="Arial"/>
            </a:endParaRPr>
          </a:p>
          <a:p>
            <a:r>
              <a:rPr lang="de-DE" sz="1400">
                <a:latin typeface="Arial"/>
                <a:cs typeface="Arial"/>
              </a:rPr>
              <a:t>eindeutig identifizierbar. Sie könnten jedoch in </a:t>
            </a:r>
            <a:endParaRPr lang="de-DE">
              <a:cs typeface="Arial"/>
            </a:endParaRPr>
          </a:p>
          <a:p>
            <a:r>
              <a:rPr lang="de-DE" sz="1400">
                <a:latin typeface="Arial"/>
                <a:cs typeface="Arial"/>
              </a:rPr>
              <a:t>Kombination mit den Standort‑IDs </a:t>
            </a:r>
            <a:endParaRPr lang="de-DE">
              <a:cs typeface="Arial"/>
            </a:endParaRPr>
          </a:p>
          <a:p>
            <a:r>
              <a:rPr lang="de-DE" sz="1400">
                <a:latin typeface="Arial"/>
                <a:cs typeface="Arial"/>
              </a:rPr>
              <a:t>(</a:t>
            </a:r>
            <a:r>
              <a:rPr lang="de-DE" sz="1400" err="1">
                <a:latin typeface="Arial"/>
                <a:cs typeface="Arial"/>
              </a:rPr>
              <a:t>feeder</a:t>
            </a:r>
            <a:r>
              <a:rPr lang="de-DE" sz="1400">
                <a:latin typeface="Arial"/>
                <a:cs typeface="Arial"/>
              </a:rPr>
              <a:t>/</a:t>
            </a:r>
            <a:r>
              <a:rPr lang="de-DE" sz="1400" err="1">
                <a:latin typeface="Arial"/>
                <a:cs typeface="Arial"/>
              </a:rPr>
              <a:t>substation</a:t>
            </a:r>
            <a:r>
              <a:rPr lang="de-DE" sz="1400">
                <a:latin typeface="Arial"/>
                <a:cs typeface="Arial"/>
              </a:rPr>
              <a:t>) in sehr kleinen Netzsegmenten </a:t>
            </a:r>
            <a:endParaRPr lang="de-DE">
              <a:cs typeface="Arial"/>
            </a:endParaRPr>
          </a:p>
          <a:p>
            <a:r>
              <a:rPr lang="de-DE" sz="1400">
                <a:latin typeface="Arial"/>
                <a:cs typeface="Arial"/>
              </a:rPr>
              <a:t>verwendet werden, um Rückschlüsse auf </a:t>
            </a:r>
            <a:endParaRPr lang="de-DE">
              <a:cs typeface="Arial"/>
            </a:endParaRPr>
          </a:p>
          <a:p>
            <a:r>
              <a:rPr lang="de-DE" sz="1400">
                <a:latin typeface="Arial"/>
                <a:cs typeface="Arial"/>
              </a:rPr>
              <a:t>einzelne Haushalte zu ziehen. |</a:t>
            </a:r>
            <a:endParaRPr lang="de-DE">
              <a:cs typeface="Arial"/>
            </a:endParaRPr>
          </a:p>
        </p:txBody>
      </p:sp>
      <p:sp>
        <p:nvSpPr>
          <p:cNvPr id="7" name="Textfeld 7">
            <a:extLst>
              <a:ext uri="{FF2B5EF4-FFF2-40B4-BE49-F238E27FC236}">
                <a16:creationId xmlns:a16="http://schemas.microsoft.com/office/drawing/2014/main" id="{4F7EE77A-6AF5-D81D-C336-91C4C038C700}"/>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421473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38084-2AB4-888F-7281-2BFD0FE6937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4F2E5DC-DE30-6F53-A8EC-D3BD15E546AB}"/>
              </a:ext>
            </a:extLst>
          </p:cNvPr>
          <p:cNvSpPr>
            <a:spLocks noGrp="1"/>
          </p:cNvSpPr>
          <p:nvPr>
            <p:ph type="title"/>
          </p:nvPr>
        </p:nvSpPr>
        <p:spPr/>
        <p:txBody>
          <a:bodyPr/>
          <a:lstStyle/>
          <a:p>
            <a:r>
              <a:rPr lang="en-US" err="1">
                <a:latin typeface="Arial"/>
                <a:cs typeface="Arial"/>
              </a:rPr>
              <a:t>Feeder_metadata</a:t>
            </a:r>
            <a:r>
              <a:rPr lang="en-US">
                <a:latin typeface="Arial"/>
                <a:cs typeface="Arial"/>
              </a:rPr>
              <a:t> after given LOC</a:t>
            </a:r>
            <a:endParaRPr lang="en-US" err="1"/>
          </a:p>
        </p:txBody>
      </p:sp>
      <p:graphicFrame>
        <p:nvGraphicFramePr>
          <p:cNvPr id="4" name="Tabelle 3">
            <a:extLst>
              <a:ext uri="{FF2B5EF4-FFF2-40B4-BE49-F238E27FC236}">
                <a16:creationId xmlns:a16="http://schemas.microsoft.com/office/drawing/2014/main" id="{13B20143-FC51-67BC-6D47-25E9369DE7AE}"/>
              </a:ext>
            </a:extLst>
          </p:cNvPr>
          <p:cNvGraphicFramePr>
            <a:graphicFrameLocks noGrp="1"/>
          </p:cNvGraphicFramePr>
          <p:nvPr>
            <p:extLst>
              <p:ext uri="{D42A27DB-BD31-4B8C-83A1-F6EECF244321}">
                <p14:modId xmlns:p14="http://schemas.microsoft.com/office/powerpoint/2010/main" val="2515334062"/>
              </p:ext>
            </p:extLst>
          </p:nvPr>
        </p:nvGraphicFramePr>
        <p:xfrm>
          <a:off x="284480" y="976376"/>
          <a:ext cx="8561016" cy="2741900"/>
        </p:xfrm>
        <a:graphic>
          <a:graphicData uri="http://schemas.openxmlformats.org/drawingml/2006/table">
            <a:tbl>
              <a:tblPr firstRow="1" bandRow="1">
                <a:tableStyleId>{5C22544A-7EE6-4342-B048-85BDC9FD1C3A}</a:tableStyleId>
              </a:tblPr>
              <a:tblGrid>
                <a:gridCol w="713418">
                  <a:extLst>
                    <a:ext uri="{9D8B030D-6E8A-4147-A177-3AD203B41FA5}">
                      <a16:colId xmlns:a16="http://schemas.microsoft.com/office/drawing/2014/main" val="928571187"/>
                    </a:ext>
                  </a:extLst>
                </a:gridCol>
                <a:gridCol w="713418">
                  <a:extLst>
                    <a:ext uri="{9D8B030D-6E8A-4147-A177-3AD203B41FA5}">
                      <a16:colId xmlns:a16="http://schemas.microsoft.com/office/drawing/2014/main" val="3482727297"/>
                    </a:ext>
                  </a:extLst>
                </a:gridCol>
                <a:gridCol w="713418">
                  <a:extLst>
                    <a:ext uri="{9D8B030D-6E8A-4147-A177-3AD203B41FA5}">
                      <a16:colId xmlns:a16="http://schemas.microsoft.com/office/drawing/2014/main" val="2681182858"/>
                    </a:ext>
                  </a:extLst>
                </a:gridCol>
                <a:gridCol w="713418">
                  <a:extLst>
                    <a:ext uri="{9D8B030D-6E8A-4147-A177-3AD203B41FA5}">
                      <a16:colId xmlns:a16="http://schemas.microsoft.com/office/drawing/2014/main" val="149693097"/>
                    </a:ext>
                  </a:extLst>
                </a:gridCol>
                <a:gridCol w="713418">
                  <a:extLst>
                    <a:ext uri="{9D8B030D-6E8A-4147-A177-3AD203B41FA5}">
                      <a16:colId xmlns:a16="http://schemas.microsoft.com/office/drawing/2014/main" val="3124726241"/>
                    </a:ext>
                  </a:extLst>
                </a:gridCol>
                <a:gridCol w="713418">
                  <a:extLst>
                    <a:ext uri="{9D8B030D-6E8A-4147-A177-3AD203B41FA5}">
                      <a16:colId xmlns:a16="http://schemas.microsoft.com/office/drawing/2014/main" val="2154533912"/>
                    </a:ext>
                  </a:extLst>
                </a:gridCol>
                <a:gridCol w="713418">
                  <a:extLst>
                    <a:ext uri="{9D8B030D-6E8A-4147-A177-3AD203B41FA5}">
                      <a16:colId xmlns:a16="http://schemas.microsoft.com/office/drawing/2014/main" val="2092475998"/>
                    </a:ext>
                  </a:extLst>
                </a:gridCol>
                <a:gridCol w="713418">
                  <a:extLst>
                    <a:ext uri="{9D8B030D-6E8A-4147-A177-3AD203B41FA5}">
                      <a16:colId xmlns:a16="http://schemas.microsoft.com/office/drawing/2014/main" val="3910534623"/>
                    </a:ext>
                  </a:extLst>
                </a:gridCol>
                <a:gridCol w="713418">
                  <a:extLst>
                    <a:ext uri="{9D8B030D-6E8A-4147-A177-3AD203B41FA5}">
                      <a16:colId xmlns:a16="http://schemas.microsoft.com/office/drawing/2014/main" val="1805982607"/>
                    </a:ext>
                  </a:extLst>
                </a:gridCol>
                <a:gridCol w="713418">
                  <a:extLst>
                    <a:ext uri="{9D8B030D-6E8A-4147-A177-3AD203B41FA5}">
                      <a16:colId xmlns:a16="http://schemas.microsoft.com/office/drawing/2014/main" val="3967829655"/>
                    </a:ext>
                  </a:extLst>
                </a:gridCol>
                <a:gridCol w="713418">
                  <a:extLst>
                    <a:ext uri="{9D8B030D-6E8A-4147-A177-3AD203B41FA5}">
                      <a16:colId xmlns:a16="http://schemas.microsoft.com/office/drawing/2014/main" val="169780462"/>
                    </a:ext>
                  </a:extLst>
                </a:gridCol>
                <a:gridCol w="713418">
                  <a:extLst>
                    <a:ext uri="{9D8B030D-6E8A-4147-A177-3AD203B41FA5}">
                      <a16:colId xmlns:a16="http://schemas.microsoft.com/office/drawing/2014/main" val="683431738"/>
                    </a:ext>
                  </a:extLst>
                </a:gridCol>
              </a:tblGrid>
              <a:tr h="578470">
                <a:tc>
                  <a:txBody>
                    <a:bodyPr/>
                    <a:lstStyle/>
                    <a:p>
                      <a:endParaRPr lang="de-DE" sz="1400"/>
                    </a:p>
                  </a:txBody>
                  <a:tcPr/>
                </a:tc>
                <a:tc>
                  <a:txBody>
                    <a:bodyPr/>
                    <a:lstStyle/>
                    <a:p>
                      <a:pPr lvl="0">
                        <a:buNone/>
                      </a:pPr>
                      <a:r>
                        <a:rPr lang="de-DE" sz="1400" err="1"/>
                        <a:t>feeder</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substation</a:t>
                      </a:r>
                      <a:endParaRPr lang="de-DE" err="1"/>
                    </a:p>
                    <a:p>
                      <a:pPr lvl="0">
                        <a:buNone/>
                      </a:pPr>
                      <a:endParaRPr lang="de-DE" sz="1400"/>
                    </a:p>
                  </a:txBody>
                  <a:tcPr/>
                </a:tc>
                <a:tc>
                  <a:txBody>
                    <a:bodyPr/>
                    <a:lstStyle/>
                    <a:p>
                      <a:r>
                        <a:rPr lang="de-DE" sz="1400"/>
                        <a:t>date</a:t>
                      </a:r>
                    </a:p>
                  </a:txBody>
                  <a:tcPr/>
                </a:tc>
                <a:tc>
                  <a:txBody>
                    <a:bodyPr/>
                    <a:lstStyle/>
                    <a:p>
                      <a:r>
                        <a:rPr lang="de-DE" sz="1400" err="1"/>
                        <a:t>Housing_unit_count</a:t>
                      </a:r>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industry_and_commerce_count</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storage_heaters_kW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heat_pumps_kW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electric_heaters_kW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hot_water_tanks_kW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flow-type_heaters_kW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EV_chargers_kW</a:t>
                      </a:r>
                      <a:endParaRPr lang="de-DE" err="1"/>
                    </a:p>
                    <a:p>
                      <a:pPr lvl="0">
                        <a:buNone/>
                      </a:pPr>
                      <a:endParaRPr lang="de-DE" sz="1400"/>
                    </a:p>
                  </a:txBody>
                  <a:tcPr/>
                </a:tc>
                <a:extLst>
                  <a:ext uri="{0D108BD9-81ED-4DB2-BD59-A6C34878D82A}">
                    <a16:rowId xmlns:a16="http://schemas.microsoft.com/office/drawing/2014/main" val="2441269539"/>
                  </a:ext>
                </a:extLst>
              </a:tr>
              <a:tr h="578470">
                <a:tc>
                  <a:txBody>
                    <a:bodyPr/>
                    <a:lstStyle/>
                    <a:p>
                      <a:r>
                        <a:rPr lang="de-DE" sz="1400"/>
                        <a:t>Me</a:t>
                      </a:r>
                    </a:p>
                  </a:txBody>
                  <a:tcPr/>
                </a:tc>
                <a:tc>
                  <a:txBody>
                    <a:bodyPr/>
                    <a:lstStyle/>
                    <a:p>
                      <a:r>
                        <a:rPr lang="de-DE" sz="1400"/>
                        <a:t>1</a:t>
                      </a:r>
                    </a:p>
                  </a:txBody>
                  <a:tcPr/>
                </a:tc>
                <a:tc>
                  <a:txBody>
                    <a:bodyPr/>
                    <a:lstStyle/>
                    <a:p>
                      <a:r>
                        <a:rPr lang="de-DE" sz="1400"/>
                        <a:t>1</a:t>
                      </a:r>
                    </a:p>
                  </a:txBody>
                  <a:tcPr/>
                </a:tc>
                <a:tc>
                  <a:txBody>
                    <a:bodyPr/>
                    <a:lstStyle/>
                    <a:p>
                      <a:r>
                        <a:rPr lang="de-DE" sz="1400"/>
                        <a:t>1</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3103680"/>
                  </a:ext>
                </a:extLst>
              </a:tr>
              <a:tr h="578470">
                <a:tc>
                  <a:txBody>
                    <a:bodyPr/>
                    <a:lstStyle/>
                    <a:p>
                      <a:r>
                        <a:rPr lang="de-DE" sz="1400"/>
                        <a:t>LLM</a:t>
                      </a:r>
                    </a:p>
                  </a:txBody>
                  <a:tcPr/>
                </a:tc>
                <a:tc>
                  <a:txBody>
                    <a:bodyPr/>
                    <a:lstStyle/>
                    <a:p>
                      <a:r>
                        <a:rPr lang="de-DE" sz="1400"/>
                        <a:t>1 - 0.95</a:t>
                      </a:r>
                      <a:endParaRPr lang="de-DE"/>
                    </a:p>
                  </a:txBody>
                  <a:tcPr/>
                </a:tc>
                <a:tc>
                  <a:txBody>
                    <a:bodyPr/>
                    <a:lstStyle/>
                    <a:p>
                      <a:r>
                        <a:rPr lang="de-DE" sz="1400"/>
                        <a:t>1 - 0.90</a:t>
                      </a:r>
                    </a:p>
                  </a:txBody>
                  <a:tcPr/>
                </a:tc>
                <a:tc>
                  <a:txBody>
                    <a:bodyPr/>
                    <a:lstStyle/>
                    <a:p>
                      <a:r>
                        <a:rPr lang="de-DE" sz="1400"/>
                        <a:t>1 - 0.70</a:t>
                      </a:r>
                    </a:p>
                  </a:txBody>
                  <a:tcPr/>
                </a:tc>
                <a:tc>
                  <a:txBody>
                    <a:bodyPr/>
                    <a:lstStyle/>
                    <a:p>
                      <a:r>
                        <a:rPr lang="de-DE" sz="1400"/>
                        <a:t>0 - 0.30</a:t>
                      </a:r>
                    </a:p>
                  </a:txBody>
                  <a:tcPr/>
                </a:tc>
                <a:tc>
                  <a:txBody>
                    <a:bodyPr/>
                    <a:lstStyle/>
                    <a:p>
                      <a:r>
                        <a:rPr lang="de-DE" sz="1400"/>
                        <a:t>0 - 0.20</a:t>
                      </a:r>
                    </a:p>
                  </a:txBody>
                  <a:tcPr/>
                </a:tc>
                <a:tc>
                  <a:txBody>
                    <a:bodyPr/>
                    <a:lstStyle/>
                    <a:p>
                      <a:r>
                        <a:rPr lang="de-DE" sz="1400"/>
                        <a:t>0 - 0.05</a:t>
                      </a:r>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0</a:t>
                      </a:r>
                      <a:r>
                        <a:rPr lang="de-DE" sz="1400" b="0" i="0" u="none" strike="noStrike" noProof="0">
                          <a:solidFill>
                            <a:srgbClr val="000000"/>
                          </a:solidFill>
                          <a:latin typeface="Arial"/>
                          <a:cs typeface="Arial"/>
                        </a:rPr>
                        <a:t>.05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extLst>
                  <a:ext uri="{0D108BD9-81ED-4DB2-BD59-A6C34878D82A}">
                    <a16:rowId xmlns:a16="http://schemas.microsoft.com/office/drawing/2014/main" val="3187255955"/>
                  </a:ext>
                </a:extLst>
              </a:tr>
            </a:tbl>
          </a:graphicData>
        </a:graphic>
      </p:graphicFrame>
      <p:graphicFrame>
        <p:nvGraphicFramePr>
          <p:cNvPr id="6" name="Tabelle 5">
            <a:extLst>
              <a:ext uri="{FF2B5EF4-FFF2-40B4-BE49-F238E27FC236}">
                <a16:creationId xmlns:a16="http://schemas.microsoft.com/office/drawing/2014/main" id="{EDFB3537-BF0F-95C2-C738-A409ECD65E34}"/>
              </a:ext>
            </a:extLst>
          </p:cNvPr>
          <p:cNvGraphicFramePr>
            <a:graphicFrameLocks noGrp="1"/>
          </p:cNvGraphicFramePr>
          <p:nvPr>
            <p:extLst>
              <p:ext uri="{D42A27DB-BD31-4B8C-83A1-F6EECF244321}">
                <p14:modId xmlns:p14="http://schemas.microsoft.com/office/powerpoint/2010/main" val="4191838419"/>
              </p:ext>
            </p:extLst>
          </p:nvPr>
        </p:nvGraphicFramePr>
        <p:xfrm>
          <a:off x="284480" y="3882136"/>
          <a:ext cx="8571408" cy="2260600"/>
        </p:xfrm>
        <a:graphic>
          <a:graphicData uri="http://schemas.openxmlformats.org/drawingml/2006/table">
            <a:tbl>
              <a:tblPr firstRow="1" bandRow="1">
                <a:tableStyleId>{5C22544A-7EE6-4342-B048-85BDC9FD1C3A}</a:tableStyleId>
              </a:tblPr>
              <a:tblGrid>
                <a:gridCol w="714284">
                  <a:extLst>
                    <a:ext uri="{9D8B030D-6E8A-4147-A177-3AD203B41FA5}">
                      <a16:colId xmlns:a16="http://schemas.microsoft.com/office/drawing/2014/main" val="894150566"/>
                    </a:ext>
                  </a:extLst>
                </a:gridCol>
                <a:gridCol w="714284">
                  <a:extLst>
                    <a:ext uri="{9D8B030D-6E8A-4147-A177-3AD203B41FA5}">
                      <a16:colId xmlns:a16="http://schemas.microsoft.com/office/drawing/2014/main" val="4010572092"/>
                    </a:ext>
                  </a:extLst>
                </a:gridCol>
                <a:gridCol w="714284">
                  <a:extLst>
                    <a:ext uri="{9D8B030D-6E8A-4147-A177-3AD203B41FA5}">
                      <a16:colId xmlns:a16="http://schemas.microsoft.com/office/drawing/2014/main" val="3271437378"/>
                    </a:ext>
                  </a:extLst>
                </a:gridCol>
                <a:gridCol w="714284">
                  <a:extLst>
                    <a:ext uri="{9D8B030D-6E8A-4147-A177-3AD203B41FA5}">
                      <a16:colId xmlns:a16="http://schemas.microsoft.com/office/drawing/2014/main" val="3580078458"/>
                    </a:ext>
                  </a:extLst>
                </a:gridCol>
                <a:gridCol w="714284">
                  <a:extLst>
                    <a:ext uri="{9D8B030D-6E8A-4147-A177-3AD203B41FA5}">
                      <a16:colId xmlns:a16="http://schemas.microsoft.com/office/drawing/2014/main" val="2224828075"/>
                    </a:ext>
                  </a:extLst>
                </a:gridCol>
                <a:gridCol w="714284">
                  <a:extLst>
                    <a:ext uri="{9D8B030D-6E8A-4147-A177-3AD203B41FA5}">
                      <a16:colId xmlns:a16="http://schemas.microsoft.com/office/drawing/2014/main" val="3053313761"/>
                    </a:ext>
                  </a:extLst>
                </a:gridCol>
                <a:gridCol w="714284">
                  <a:extLst>
                    <a:ext uri="{9D8B030D-6E8A-4147-A177-3AD203B41FA5}">
                      <a16:colId xmlns:a16="http://schemas.microsoft.com/office/drawing/2014/main" val="2014364257"/>
                    </a:ext>
                  </a:extLst>
                </a:gridCol>
                <a:gridCol w="714284">
                  <a:extLst>
                    <a:ext uri="{9D8B030D-6E8A-4147-A177-3AD203B41FA5}">
                      <a16:colId xmlns:a16="http://schemas.microsoft.com/office/drawing/2014/main" val="1831583623"/>
                    </a:ext>
                  </a:extLst>
                </a:gridCol>
                <a:gridCol w="714284">
                  <a:extLst>
                    <a:ext uri="{9D8B030D-6E8A-4147-A177-3AD203B41FA5}">
                      <a16:colId xmlns:a16="http://schemas.microsoft.com/office/drawing/2014/main" val="3705079698"/>
                    </a:ext>
                  </a:extLst>
                </a:gridCol>
                <a:gridCol w="714284">
                  <a:extLst>
                    <a:ext uri="{9D8B030D-6E8A-4147-A177-3AD203B41FA5}">
                      <a16:colId xmlns:a16="http://schemas.microsoft.com/office/drawing/2014/main" val="2293653269"/>
                    </a:ext>
                  </a:extLst>
                </a:gridCol>
                <a:gridCol w="714284">
                  <a:extLst>
                    <a:ext uri="{9D8B030D-6E8A-4147-A177-3AD203B41FA5}">
                      <a16:colId xmlns:a16="http://schemas.microsoft.com/office/drawing/2014/main" val="511868558"/>
                    </a:ext>
                  </a:extLst>
                </a:gridCol>
                <a:gridCol w="714284">
                  <a:extLst>
                    <a:ext uri="{9D8B030D-6E8A-4147-A177-3AD203B41FA5}">
                      <a16:colId xmlns:a16="http://schemas.microsoft.com/office/drawing/2014/main" val="549178337"/>
                    </a:ext>
                  </a:extLst>
                </a:gridCol>
              </a:tblGrid>
              <a:tr h="370840">
                <a:tc>
                  <a:txBody>
                    <a:bodyPr/>
                    <a:lstStyle/>
                    <a:p>
                      <a:pPr marL="0" lvl="0" indent="0" algn="l">
                        <a:lnSpc>
                          <a:spcPct val="100000"/>
                        </a:lnSpc>
                        <a:buNone/>
                      </a:pPr>
                      <a:r>
                        <a:rPr lang="de-DE" sz="1400" b="1" i="0" u="none" strike="noStrike" baseline="0" noProof="0" err="1">
                          <a:solidFill>
                            <a:srgbClr val="FFFFFF"/>
                          </a:solidFill>
                          <a:latin typeface="Arial"/>
                          <a:cs typeface="Arial"/>
                        </a:rPr>
                        <a:t>public_lighting_kW</a:t>
                      </a:r>
                      <a:endParaRPr lang="de-DE" sz="1400"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other_consumers_kW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batteries_kW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PV_systems_kW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err="1">
                          <a:solidFill>
                            <a:srgbClr val="FFFFFF"/>
                          </a:solidFill>
                          <a:latin typeface="Arial"/>
                          <a:cs typeface="Arial"/>
                        </a:rPr>
                        <a:t>chp_kW</a:t>
                      </a:r>
                      <a:endParaRPr lang="de-DE" err="1"/>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g0_general_kWh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g1_workdays_kWh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g2_evening_kWh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g3_continuous_kWh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g4_shop_hairdresser_kWh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g5_bakery_kWh</a:t>
                      </a:r>
                      <a:endParaRPr lang="de-DE"/>
                    </a:p>
                    <a:p>
                      <a:pPr lvl="0">
                        <a:buNone/>
                      </a:pPr>
                      <a:endParaRPr lang="de-DE" sz="1400"/>
                    </a:p>
                  </a:txBody>
                  <a:tcPr/>
                </a:tc>
                <a:tc>
                  <a:txBody>
                    <a:bodyPr/>
                    <a:lstStyle/>
                    <a:p>
                      <a:pPr marL="0" lvl="0" indent="0" algn="l">
                        <a:lnSpc>
                          <a:spcPct val="100000"/>
                        </a:lnSpc>
                        <a:buNone/>
                      </a:pPr>
                      <a:r>
                        <a:rPr lang="de-DE" sz="1400" b="1" i="0" u="none" strike="noStrike" baseline="0" noProof="0">
                          <a:solidFill>
                            <a:srgbClr val="FFFFFF"/>
                          </a:solidFill>
                          <a:latin typeface="Arial"/>
                          <a:cs typeface="Arial"/>
                        </a:rPr>
                        <a:t>g6_weekend_kWh</a:t>
                      </a:r>
                      <a:endParaRPr lang="de-DE"/>
                    </a:p>
                    <a:p>
                      <a:pPr lvl="0">
                        <a:buNone/>
                      </a:pPr>
                      <a:endParaRPr lang="de-DE" sz="1400"/>
                    </a:p>
                  </a:txBody>
                  <a:tcPr/>
                </a:tc>
                <a:extLst>
                  <a:ext uri="{0D108BD9-81ED-4DB2-BD59-A6C34878D82A}">
                    <a16:rowId xmlns:a16="http://schemas.microsoft.com/office/drawing/2014/main" val="4084541425"/>
                  </a:ext>
                </a:extLst>
              </a:tr>
              <a:tr h="370840">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r>
                        <a:rPr lang="de-DE" sz="1400"/>
                        <a:t>0</a:t>
                      </a:r>
                    </a:p>
                  </a:txBody>
                  <a:tcPr/>
                </a:tc>
                <a:tc>
                  <a:txBody>
                    <a:bodyPr/>
                    <a:lstStyle/>
                    <a:p>
                      <a:pPr lvl="0">
                        <a:buNone/>
                      </a:pPr>
                      <a:r>
                        <a:rPr lang="de-DE" sz="1400"/>
                        <a:t>0</a:t>
                      </a:r>
                    </a:p>
                  </a:txBody>
                  <a:tcPr/>
                </a:tc>
                <a:tc>
                  <a:txBody>
                    <a:bodyPr/>
                    <a:lstStyle/>
                    <a:p>
                      <a:pPr lvl="0">
                        <a:buNone/>
                      </a:pPr>
                      <a:r>
                        <a:rPr lang="de-DE" sz="1400"/>
                        <a:t>0</a:t>
                      </a:r>
                    </a:p>
                  </a:txBody>
                  <a:tcPr/>
                </a:tc>
                <a:extLst>
                  <a:ext uri="{0D108BD9-81ED-4DB2-BD59-A6C34878D82A}">
                    <a16:rowId xmlns:a16="http://schemas.microsoft.com/office/drawing/2014/main" val="4198767"/>
                  </a:ext>
                </a:extLst>
              </a:tr>
              <a:tr h="370840">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r>
                        <a:rPr lang="de-DE" sz="1400"/>
                        <a:t>0 - </a:t>
                      </a:r>
                      <a:r>
                        <a:rPr lang="de-DE" sz="1400" b="0" i="0" u="none" strike="noStrike" noProof="0">
                          <a:solidFill>
                            <a:srgbClr val="000000"/>
                          </a:solidFill>
                          <a:latin typeface="Arial"/>
                          <a:cs typeface="Arial"/>
                        </a:rPr>
                        <a:t>0.05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tc>
                  <a:txBody>
                    <a:bodyPr/>
                    <a:lstStyle/>
                    <a:p>
                      <a:pPr lvl="0">
                        <a:buNone/>
                      </a:pPr>
                      <a:r>
                        <a:rPr lang="de-DE" sz="1400"/>
                        <a:t>0 - </a:t>
                      </a:r>
                      <a:r>
                        <a:rPr lang="de-DE" sz="1400" b="0" i="0" u="none" strike="noStrike" noProof="0">
                          <a:solidFill>
                            <a:srgbClr val="000000"/>
                          </a:solidFill>
                          <a:latin typeface="Arial"/>
                          <a:cs typeface="Arial"/>
                        </a:rPr>
                        <a:t>0.05</a:t>
                      </a:r>
                      <a:endParaRPr lang="de-DE" sz="1400"/>
                    </a:p>
                  </a:txBody>
                  <a:tcPr/>
                </a:tc>
                <a:extLst>
                  <a:ext uri="{0D108BD9-81ED-4DB2-BD59-A6C34878D82A}">
                    <a16:rowId xmlns:a16="http://schemas.microsoft.com/office/drawing/2014/main" val="2377502259"/>
                  </a:ext>
                </a:extLst>
              </a:tr>
            </a:tbl>
          </a:graphicData>
        </a:graphic>
      </p:graphicFrame>
      <p:sp>
        <p:nvSpPr>
          <p:cNvPr id="5" name="Textfeld 4">
            <a:extLst>
              <a:ext uri="{FF2B5EF4-FFF2-40B4-BE49-F238E27FC236}">
                <a16:creationId xmlns:a16="http://schemas.microsoft.com/office/drawing/2014/main" id="{32A98981-775A-8F15-2DC5-45EC3140D837}"/>
              </a:ext>
            </a:extLst>
          </p:cNvPr>
          <p:cNvSpPr txBox="1"/>
          <p:nvPr/>
        </p:nvSpPr>
        <p:spPr>
          <a:xfrm>
            <a:off x="-4107641" y="-139931"/>
            <a:ext cx="4104623" cy="1292661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de-DE" sz="1400">
                <a:latin typeface="Arial"/>
                <a:cs typeface="Arial"/>
              </a:rPr>
              <a:t>| **</a:t>
            </a:r>
            <a:r>
              <a:rPr lang="de-DE" sz="1400" err="1">
                <a:latin typeface="Arial"/>
                <a:cs typeface="Arial"/>
              </a:rPr>
              <a:t>substation</a:t>
            </a:r>
            <a:r>
              <a:rPr lang="de-DE" sz="1400">
                <a:latin typeface="Arial"/>
                <a:cs typeface="Arial"/>
              </a:rPr>
              <a:t>** | **≈ 95 %** | `</a:t>
            </a:r>
            <a:r>
              <a:rPr lang="de-DE" sz="1400" err="1">
                <a:latin typeface="Arial"/>
                <a:cs typeface="Arial"/>
              </a:rPr>
              <a:t>substation</a:t>
            </a:r>
            <a:r>
              <a:rPr lang="de-DE" sz="1400">
                <a:latin typeface="Arial"/>
                <a:cs typeface="Arial"/>
              </a:rPr>
              <a:t>` ist ein eindeutiger Identifikator für eine physische Stromversorgungseinheit. Im DPV‑</a:t>
            </a:r>
            <a:r>
              <a:rPr lang="de-DE" sz="1400" err="1">
                <a:latin typeface="Arial"/>
                <a:cs typeface="Arial"/>
              </a:rPr>
              <a:t>Vocabulary</a:t>
            </a:r>
            <a:r>
              <a:rPr lang="de-DE" sz="1400">
                <a:latin typeface="Arial"/>
                <a:cs typeface="Arial"/>
              </a:rPr>
              <a:t> wird jede Kennung, die einem geografischen Ort zugeordnet werden kann, als **“</a:t>
            </a:r>
            <a:r>
              <a:rPr lang="de-DE" sz="1400" err="1">
                <a:latin typeface="Arial"/>
                <a:cs typeface="Arial"/>
              </a:rPr>
              <a:t>location</a:t>
            </a:r>
            <a:r>
              <a:rPr lang="de-DE" sz="1400">
                <a:latin typeface="Arial"/>
                <a:cs typeface="Arial"/>
              </a:rPr>
              <a:t> </a:t>
            </a:r>
            <a:r>
              <a:rPr lang="de-DE" sz="1400" err="1">
                <a:latin typeface="Arial"/>
                <a:cs typeface="Arial"/>
              </a:rPr>
              <a:t>identifier</a:t>
            </a:r>
            <a:r>
              <a:rPr lang="de-DE" sz="1400">
                <a:latin typeface="Arial"/>
                <a:cs typeface="Arial"/>
              </a:rPr>
              <a:t>”** betrachtet. Durch das Erkennen der Substation kann ein Angreifer das genaue geografische Gebiet bzw. die Nähe zu einer bestimmten Person oder Organisation zurückverfolgen – ein klassisches Szenario von Standort‑ oder </a:t>
            </a:r>
            <a:r>
              <a:rPr lang="de-DE" sz="1400" err="1">
                <a:latin typeface="Arial"/>
                <a:cs typeface="Arial"/>
              </a:rPr>
              <a:t>Lokations</a:t>
            </a:r>
            <a:r>
              <a:rPr lang="de-DE" sz="1400">
                <a:latin typeface="Arial"/>
                <a:cs typeface="Arial"/>
              </a:rPr>
              <a:t>‑Privatheit. |</a:t>
            </a:r>
            <a:endParaRPr lang="de-DE">
              <a:latin typeface="Arial"/>
            </a:endParaRPr>
          </a:p>
          <a:p>
            <a:endParaRPr lang="de-DE" sz="1400">
              <a:latin typeface="Arial"/>
              <a:cs typeface="Arial"/>
            </a:endParaRPr>
          </a:p>
          <a:p>
            <a:r>
              <a:rPr lang="de-DE" sz="1400">
                <a:latin typeface="Arial"/>
                <a:cs typeface="Arial"/>
              </a:rPr>
              <a:t>| **</a:t>
            </a:r>
            <a:r>
              <a:rPr lang="de-DE" sz="1400" err="1">
                <a:latin typeface="Arial"/>
                <a:cs typeface="Arial"/>
              </a:rPr>
              <a:t>feeder</a:t>
            </a:r>
            <a:r>
              <a:rPr lang="de-DE" sz="1400">
                <a:latin typeface="Arial"/>
                <a:cs typeface="Arial"/>
              </a:rPr>
              <a:t>** | **≈ 90 %** | Ähnlich wie bei der Substation ist auch `</a:t>
            </a:r>
            <a:r>
              <a:rPr lang="de-DE" sz="1400" err="1">
                <a:latin typeface="Arial"/>
                <a:cs typeface="Arial"/>
              </a:rPr>
              <a:t>feeder</a:t>
            </a:r>
            <a:r>
              <a:rPr lang="de-DE" sz="1400">
                <a:latin typeface="Arial"/>
                <a:cs typeface="Arial"/>
              </a:rPr>
              <a:t>` eine eindeutige Kennung einer elektrischen Leitung bzw. eines Energieflusses. Sie verweist auf ein bestimmtes Teilnetz bzw. geografische Lage. DPV‑Location definiert solche Referenzen als sensible Standortdaten. |</a:t>
            </a:r>
            <a:endParaRPr lang="de-DE">
              <a:latin typeface="Arial"/>
            </a:endParaRPr>
          </a:p>
          <a:p>
            <a:endParaRPr lang="de-DE" sz="1400">
              <a:latin typeface="Arial"/>
              <a:cs typeface="Arial"/>
            </a:endParaRPr>
          </a:p>
          <a:p>
            <a:r>
              <a:rPr lang="de-DE" sz="1400">
                <a:latin typeface="Arial"/>
                <a:cs typeface="Arial"/>
              </a:rPr>
              <a:t>| **date** | **≈ 70 %** | Obwohl `date` nicht unmittelbar ein Standort ist, kann das Datum in Kombination mit anderen Feldern (z. B. `</a:t>
            </a:r>
            <a:r>
              <a:rPr lang="de-DE" sz="1400" err="1">
                <a:latin typeface="Arial"/>
                <a:cs typeface="Arial"/>
              </a:rPr>
              <a:t>substation</a:t>
            </a:r>
            <a:r>
              <a:rPr lang="de-DE" sz="1400">
                <a:latin typeface="Arial"/>
                <a:cs typeface="Arial"/>
              </a:rPr>
              <a:t>`) zu einer exakten Zeit‑ und Ortsangabe führen. In vielen Datenschutzrichtlinien gelten Zeitstempel als personenbezogene Daten, wenn sie mit anderen Identifikatoren verknüpft werden. |</a:t>
            </a:r>
            <a:endParaRPr lang="de-DE">
              <a:latin typeface="Arial"/>
            </a:endParaRPr>
          </a:p>
          <a:p>
            <a:endParaRPr lang="de-DE" sz="1400">
              <a:latin typeface="Arial"/>
              <a:cs typeface="Arial"/>
            </a:endParaRPr>
          </a:p>
          <a:p>
            <a:r>
              <a:rPr lang="de-DE" sz="1400">
                <a:latin typeface="Arial"/>
                <a:cs typeface="Arial"/>
              </a:rPr>
              <a:t>| **</a:t>
            </a:r>
            <a:r>
              <a:rPr lang="de-DE" sz="1400" err="1">
                <a:latin typeface="Arial"/>
                <a:cs typeface="Arial"/>
              </a:rPr>
              <a:t>housing_units_count</a:t>
            </a:r>
            <a:r>
              <a:rPr lang="de-DE" sz="1400">
                <a:latin typeface="Arial"/>
                <a:cs typeface="Arial"/>
              </a:rPr>
              <a:t>** | **≈ 30 %** | Der Wertebereich kann, wenn er hochgradig einzigartig für einen bestimmten Ort ist, als „quasi‑</a:t>
            </a:r>
            <a:r>
              <a:rPr lang="de-DE" sz="1400" err="1">
                <a:latin typeface="Arial"/>
                <a:cs typeface="Arial"/>
              </a:rPr>
              <a:t>identifier</a:t>
            </a:r>
            <a:r>
              <a:rPr lang="de-DE" sz="1400">
                <a:latin typeface="Arial"/>
                <a:cs typeface="Arial"/>
              </a:rPr>
              <a:t>“ wirken. In Kombination mit `</a:t>
            </a:r>
            <a:r>
              <a:rPr lang="de-DE" sz="1400" err="1">
                <a:latin typeface="Arial"/>
                <a:cs typeface="Arial"/>
              </a:rPr>
              <a:t>substation</a:t>
            </a:r>
            <a:r>
              <a:rPr lang="de-DE" sz="1400">
                <a:latin typeface="Arial"/>
                <a:cs typeface="Arial"/>
              </a:rPr>
              <a:t>` kann er zur Lokalisierung einer Region beitragen. Jedoch ist die Wahrscheinlichkeit gering, dass allein dieser Wert eine eindeutige Identifikation ermöglicht. |</a:t>
            </a:r>
            <a:endParaRPr lang="de-DE">
              <a:latin typeface="Arial"/>
            </a:endParaRPr>
          </a:p>
          <a:p>
            <a:endParaRPr lang="de-DE" sz="1400">
              <a:latin typeface="Arial"/>
              <a:cs typeface="Arial"/>
            </a:endParaRPr>
          </a:p>
          <a:p>
            <a:r>
              <a:rPr lang="de-DE" sz="1400">
                <a:latin typeface="Arial"/>
                <a:cs typeface="Arial"/>
              </a:rPr>
              <a:t>| **</a:t>
            </a:r>
            <a:r>
              <a:rPr lang="de-DE" sz="1400" err="1">
                <a:latin typeface="Arial"/>
                <a:cs typeface="Arial"/>
              </a:rPr>
              <a:t>industry_and_commerce_count</a:t>
            </a:r>
            <a:r>
              <a:rPr lang="de-DE" sz="1400">
                <a:latin typeface="Arial"/>
                <a:cs typeface="Arial"/>
              </a:rPr>
              <a:t>** | **≈ 20 %** | Ebenso kann dieser Wert, insbesondere wenn er stark variiert, in Verbindung mit Standortdaten Aufschluss über wirtschaftliche Aktivitäten eines bestimmten Gebietes geben. Anonymisierung ist jedoch weniger kritisch, wenn er stark mit `</a:t>
            </a:r>
            <a:r>
              <a:rPr lang="de-DE" sz="1400" err="1">
                <a:latin typeface="Arial"/>
                <a:cs typeface="Arial"/>
              </a:rPr>
              <a:t>substation</a:t>
            </a:r>
            <a:r>
              <a:rPr lang="de-DE" sz="1400">
                <a:latin typeface="Arial"/>
                <a:cs typeface="Arial"/>
              </a:rPr>
              <a:t>` oder `</a:t>
            </a:r>
            <a:r>
              <a:rPr lang="de-DE" sz="1400" err="1">
                <a:latin typeface="Arial"/>
                <a:cs typeface="Arial"/>
              </a:rPr>
              <a:t>feeder</a:t>
            </a:r>
            <a:r>
              <a:rPr lang="de-DE" sz="1400">
                <a:latin typeface="Arial"/>
                <a:cs typeface="Arial"/>
              </a:rPr>
              <a:t>` korreliert. |</a:t>
            </a:r>
            <a:endParaRPr lang="de-DE">
              <a:latin typeface="Arial"/>
            </a:endParaRPr>
          </a:p>
          <a:p>
            <a:endParaRPr lang="de-DE" sz="1400">
              <a:latin typeface="Arial"/>
              <a:cs typeface="Arial"/>
            </a:endParaRPr>
          </a:p>
          <a:p>
            <a:r>
              <a:rPr lang="de-DE" sz="1400">
                <a:latin typeface="Arial"/>
                <a:cs typeface="Arial"/>
              </a:rPr>
              <a:t>| **Alle übrigen Spalten** (`</a:t>
            </a:r>
            <a:r>
              <a:rPr lang="de-DE" sz="1400" err="1">
                <a:latin typeface="Arial"/>
                <a:cs typeface="Arial"/>
              </a:rPr>
              <a:t>storage_heaters_kW</a:t>
            </a:r>
            <a:r>
              <a:rPr lang="de-DE" sz="1400">
                <a:latin typeface="Arial"/>
                <a:cs typeface="Arial"/>
              </a:rPr>
              <a:t>`, `</a:t>
            </a:r>
            <a:r>
              <a:rPr lang="de-DE" sz="1400" err="1">
                <a:latin typeface="Arial"/>
                <a:cs typeface="Arial"/>
              </a:rPr>
              <a:t>heat_pumps_kW</a:t>
            </a:r>
            <a:r>
              <a:rPr lang="de-DE" sz="1400">
                <a:latin typeface="Arial"/>
                <a:cs typeface="Arial"/>
              </a:rPr>
              <a:t>`, `</a:t>
            </a:r>
            <a:r>
              <a:rPr lang="de-DE" sz="1400" err="1">
                <a:latin typeface="Arial"/>
                <a:cs typeface="Arial"/>
              </a:rPr>
              <a:t>electric_heaters_kW</a:t>
            </a:r>
            <a:r>
              <a:rPr lang="de-DE" sz="1400">
                <a:latin typeface="Arial"/>
                <a:cs typeface="Arial"/>
              </a:rPr>
              <a:t>`, `</a:t>
            </a:r>
            <a:r>
              <a:rPr lang="de-DE" sz="1400" err="1">
                <a:latin typeface="Arial"/>
                <a:cs typeface="Arial"/>
              </a:rPr>
              <a:t>hot_water_tanks_kW</a:t>
            </a:r>
            <a:r>
              <a:rPr lang="de-DE" sz="1400">
                <a:latin typeface="Arial"/>
                <a:cs typeface="Arial"/>
              </a:rPr>
              <a:t>`, `</a:t>
            </a:r>
            <a:r>
              <a:rPr lang="de-DE" sz="1400" err="1">
                <a:latin typeface="Arial"/>
                <a:cs typeface="Arial"/>
              </a:rPr>
              <a:t>flow-type_heaters_kW</a:t>
            </a:r>
            <a:r>
              <a:rPr lang="de-DE" sz="1400">
                <a:latin typeface="Arial"/>
                <a:cs typeface="Arial"/>
              </a:rPr>
              <a:t>`, `</a:t>
            </a:r>
            <a:r>
              <a:rPr lang="de-DE" sz="1400" err="1">
                <a:latin typeface="Arial"/>
                <a:cs typeface="Arial"/>
              </a:rPr>
              <a:t>EV_chargers_kW</a:t>
            </a:r>
            <a:r>
              <a:rPr lang="de-DE" sz="1400">
                <a:latin typeface="Arial"/>
                <a:cs typeface="Arial"/>
              </a:rPr>
              <a:t>`, `</a:t>
            </a:r>
            <a:r>
              <a:rPr lang="de-DE" sz="1400" err="1">
                <a:latin typeface="Arial"/>
                <a:cs typeface="Arial"/>
              </a:rPr>
              <a:t>public_lighting_kW</a:t>
            </a:r>
            <a:r>
              <a:rPr lang="de-DE" sz="1400">
                <a:latin typeface="Arial"/>
                <a:cs typeface="Arial"/>
              </a:rPr>
              <a:t>`, `</a:t>
            </a:r>
            <a:r>
              <a:rPr lang="de-DE" sz="1400" err="1">
                <a:latin typeface="Arial"/>
                <a:cs typeface="Arial"/>
              </a:rPr>
              <a:t>other_consumers_kW</a:t>
            </a:r>
            <a:r>
              <a:rPr lang="de-DE" sz="1400">
                <a:latin typeface="Arial"/>
                <a:cs typeface="Arial"/>
              </a:rPr>
              <a:t>`, `</a:t>
            </a:r>
            <a:r>
              <a:rPr lang="de-DE" sz="1400" err="1">
                <a:latin typeface="Arial"/>
                <a:cs typeface="Arial"/>
              </a:rPr>
              <a:t>batteries_kW</a:t>
            </a:r>
            <a:r>
              <a:rPr lang="de-DE" sz="1400">
                <a:latin typeface="Arial"/>
                <a:cs typeface="Arial"/>
              </a:rPr>
              <a:t>`, `</a:t>
            </a:r>
            <a:r>
              <a:rPr lang="de-DE" sz="1400" err="1">
                <a:latin typeface="Arial"/>
                <a:cs typeface="Arial"/>
              </a:rPr>
              <a:t>PV_systems_kW</a:t>
            </a:r>
            <a:r>
              <a:rPr lang="de-DE" sz="1400">
                <a:latin typeface="Arial"/>
                <a:cs typeface="Arial"/>
              </a:rPr>
              <a:t>`, `</a:t>
            </a:r>
            <a:r>
              <a:rPr lang="de-DE" sz="1400" err="1">
                <a:latin typeface="Arial"/>
                <a:cs typeface="Arial"/>
              </a:rPr>
              <a:t>chp_kW</a:t>
            </a:r>
            <a:r>
              <a:rPr lang="de-DE" sz="1400">
                <a:latin typeface="Arial"/>
                <a:cs typeface="Arial"/>
              </a:rPr>
              <a:t>`, `g0_general_kWh`, `g1_workdays_kWh`, `g2_evening_kWh`, `g3_continuous_kWh`, `g4_shop_hairdresser_kWh`, `g5_bakery_kWh`, `g6_weekend_kWh`) | **≈ 5 %** | Diese Kennzahlen sind rein aggregierte Energiewerte. Sie geben keine direkten personenbezogenen Hinweise und haben in der Regel keine eindeutige Zuordnung zu einer einzelnen Person oder einem Individuum. Ein Angreifer kann sie ohne weitere Kontextinformationen nicht auf eine einzelne Person zurückführen. |</a:t>
            </a:r>
            <a:endParaRPr lang="de-DE">
              <a:latin typeface="Arial"/>
            </a:endParaRPr>
          </a:p>
        </p:txBody>
      </p:sp>
      <p:sp>
        <p:nvSpPr>
          <p:cNvPr id="3" name="Textfeld 2">
            <a:extLst>
              <a:ext uri="{FF2B5EF4-FFF2-40B4-BE49-F238E27FC236}">
                <a16:creationId xmlns:a16="http://schemas.microsoft.com/office/drawing/2014/main" id="{3A271F90-270E-DC34-C232-32F14F52B596}"/>
              </a:ext>
            </a:extLst>
          </p:cNvPr>
          <p:cNvSpPr txBox="1"/>
          <p:nvPr/>
        </p:nvSpPr>
        <p:spPr>
          <a:xfrm>
            <a:off x="1257299" y="7180117"/>
            <a:ext cx="9957598" cy="3139321"/>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r>
              <a:rPr lang="de-DE" sz="1400">
                <a:latin typeface="Arial"/>
                <a:cs typeface="Arial"/>
              </a:rPr>
              <a:t>1. **Location‑</a:t>
            </a:r>
            <a:r>
              <a:rPr lang="de-DE" sz="1400" err="1">
                <a:latin typeface="Arial"/>
                <a:cs typeface="Arial"/>
              </a:rPr>
              <a:t>Identifiers</a:t>
            </a:r>
            <a:r>
              <a:rPr lang="de-DE" sz="1400">
                <a:latin typeface="Arial"/>
                <a:cs typeface="Arial"/>
              </a:rPr>
              <a:t>**  </a:t>
            </a:r>
            <a:endParaRPr lang="de-DE">
              <a:latin typeface="Arial"/>
            </a:endParaRPr>
          </a:p>
          <a:p>
            <a:r>
              <a:rPr lang="de-DE" sz="1400">
                <a:latin typeface="Arial"/>
                <a:cs typeface="Arial"/>
              </a:rPr>
              <a:t>   - DPV‑Location definiert jede Kennung, die einen physischen Ort identifizieren kann, als „sensitiv“. `</a:t>
            </a:r>
            <a:r>
              <a:rPr lang="de-DE" sz="1400" err="1">
                <a:latin typeface="Arial"/>
                <a:cs typeface="Arial"/>
              </a:rPr>
              <a:t>substation</a:t>
            </a:r>
            <a:r>
              <a:rPr lang="de-DE" sz="1400">
                <a:latin typeface="Arial"/>
                <a:cs typeface="Arial"/>
              </a:rPr>
              <a:t>` und `</a:t>
            </a:r>
            <a:r>
              <a:rPr lang="de-DE" sz="1400" err="1">
                <a:latin typeface="Arial"/>
                <a:cs typeface="Arial"/>
              </a:rPr>
              <a:t>feeder</a:t>
            </a:r>
            <a:r>
              <a:rPr lang="de-DE" sz="1400">
                <a:latin typeface="Arial"/>
                <a:cs typeface="Arial"/>
              </a:rPr>
              <a:t>` </a:t>
            </a:r>
            <a:endParaRPr lang="de-DE">
              <a:latin typeface="Arial"/>
              <a:cs typeface="Arial" panose="020B0604020202020204" pitchFamily="34" charset="0"/>
            </a:endParaRPr>
          </a:p>
          <a:p>
            <a:r>
              <a:rPr lang="de-DE" sz="1400">
                <a:latin typeface="Arial"/>
                <a:cs typeface="Arial"/>
              </a:rPr>
              <a:t>gehören eindeutig dazu.  </a:t>
            </a:r>
            <a:endParaRPr lang="de-DE">
              <a:latin typeface="Arial"/>
              <a:cs typeface="Arial"/>
            </a:endParaRPr>
          </a:p>
          <a:p>
            <a:r>
              <a:rPr lang="de-DE" sz="1400">
                <a:cs typeface="Arial"/>
              </a:rPr>
              <a:t>   - Auch der `date`‑Wert kann, wenn er mit Standortdaten verknüpft wird, zu einer detaillierten Orts‑ und Zeitangabe führen.</a:t>
            </a:r>
            <a:endParaRPr lang="de-DE"/>
          </a:p>
          <a:p>
            <a:endParaRPr lang="de-DE"/>
          </a:p>
          <a:p>
            <a:r>
              <a:rPr lang="de-DE" sz="1400">
                <a:latin typeface="Arial"/>
                <a:cs typeface="Arial"/>
              </a:rPr>
              <a:t>2. **Quasi‑</a:t>
            </a:r>
            <a:r>
              <a:rPr lang="de-DE" sz="1400" err="1">
                <a:latin typeface="Arial"/>
                <a:cs typeface="Arial"/>
              </a:rPr>
              <a:t>Identifiers</a:t>
            </a:r>
            <a:r>
              <a:rPr lang="de-DE" sz="1400">
                <a:latin typeface="Arial"/>
                <a:cs typeface="Arial"/>
              </a:rPr>
              <a:t>**  </a:t>
            </a:r>
            <a:endParaRPr lang="de-DE">
              <a:latin typeface="Arial"/>
            </a:endParaRPr>
          </a:p>
          <a:p>
            <a:r>
              <a:rPr lang="de-DE" sz="1400">
                <a:latin typeface="Arial"/>
                <a:cs typeface="Arial"/>
              </a:rPr>
              <a:t>   - Spalten wie `</a:t>
            </a:r>
            <a:r>
              <a:rPr lang="de-DE" sz="1400" err="1">
                <a:latin typeface="Arial"/>
                <a:cs typeface="Arial"/>
              </a:rPr>
              <a:t>housing_units_count</a:t>
            </a:r>
            <a:r>
              <a:rPr lang="de-DE" sz="1400">
                <a:latin typeface="Arial"/>
                <a:cs typeface="Arial"/>
              </a:rPr>
              <a:t>` und `</a:t>
            </a:r>
            <a:r>
              <a:rPr lang="de-DE" sz="1400" err="1">
                <a:latin typeface="Arial"/>
                <a:cs typeface="Arial"/>
              </a:rPr>
              <a:t>industry_and_commerce_count</a:t>
            </a:r>
            <a:r>
              <a:rPr lang="de-DE" sz="1400">
                <a:latin typeface="Arial"/>
                <a:cs typeface="Arial"/>
              </a:rPr>
              <a:t>` haben zwar keine direkte Standortzuordnung, </a:t>
            </a:r>
            <a:endParaRPr lang="de-DE">
              <a:latin typeface="Arial"/>
              <a:cs typeface="Arial" panose="020B0604020202020204" pitchFamily="34" charset="0"/>
            </a:endParaRPr>
          </a:p>
          <a:p>
            <a:r>
              <a:rPr lang="de-DE" sz="1400">
                <a:latin typeface="Arial"/>
                <a:cs typeface="Arial"/>
              </a:rPr>
              <a:t>können aber in Kombination mit anderen Feldern die Lokalisierung erleichtern.  </a:t>
            </a:r>
            <a:endParaRPr lang="de-DE">
              <a:latin typeface="Arial"/>
              <a:cs typeface="Arial"/>
            </a:endParaRPr>
          </a:p>
          <a:p>
            <a:r>
              <a:rPr lang="de-DE" sz="1400">
                <a:cs typeface="Arial"/>
              </a:rPr>
              <a:t>   - Ihre Anonymisierung verhindert eine feinkörnige Profilierung von Gebieten.</a:t>
            </a:r>
            <a:endParaRPr lang="de-DE"/>
          </a:p>
          <a:p>
            <a:endParaRPr lang="de-DE"/>
          </a:p>
          <a:p>
            <a:r>
              <a:rPr lang="de-DE" sz="1400">
                <a:cs typeface="Arial"/>
              </a:rPr>
              <a:t>3. **Aggregierte Energiedaten**  </a:t>
            </a:r>
            <a:endParaRPr lang="de-DE"/>
          </a:p>
          <a:p>
            <a:r>
              <a:rPr lang="de-DE" sz="1400">
                <a:latin typeface="Arial"/>
                <a:cs typeface="Arial"/>
              </a:rPr>
              <a:t>   - Diese Werte sind statistisch aggregiert und verweisen nicht auf einzelne Personen. DPV‑Location betont, </a:t>
            </a:r>
            <a:endParaRPr lang="de-DE">
              <a:latin typeface="Arial"/>
              <a:cs typeface="Arial" panose="020B0604020202020204" pitchFamily="34" charset="0"/>
            </a:endParaRPr>
          </a:p>
          <a:p>
            <a:r>
              <a:rPr lang="de-DE" sz="1400">
                <a:latin typeface="Arial"/>
                <a:cs typeface="Arial"/>
              </a:rPr>
              <a:t>dass aggregierte oder statistische Daten in der Regel keine personenbezogenen Informationen darstellen und daher nicht </a:t>
            </a:r>
            <a:endParaRPr lang="de-DE">
              <a:latin typeface="Arial"/>
              <a:cs typeface="Arial"/>
            </a:endParaRPr>
          </a:p>
          <a:p>
            <a:r>
              <a:rPr lang="de-DE" sz="1400">
                <a:latin typeface="Arial"/>
                <a:cs typeface="Arial"/>
              </a:rPr>
              <a:t>anonymisiert werden müssen.</a:t>
            </a:r>
            <a:endParaRPr lang="de-DE">
              <a:latin typeface="Arial"/>
              <a:cs typeface="Arial"/>
            </a:endParaRPr>
          </a:p>
        </p:txBody>
      </p:sp>
      <p:sp>
        <p:nvSpPr>
          <p:cNvPr id="8" name="Textfeld 7">
            <a:extLst>
              <a:ext uri="{FF2B5EF4-FFF2-40B4-BE49-F238E27FC236}">
                <a16:creationId xmlns:a16="http://schemas.microsoft.com/office/drawing/2014/main" id="{8906B12C-01E7-5FB6-D8CD-D9D3E1DE3F6E}"/>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846151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D6B6572-A605-CD2F-1DB0-FE8CBBAA9328}"/>
              </a:ext>
            </a:extLst>
          </p:cNvPr>
          <p:cNvSpPr>
            <a:spLocks noGrp="1"/>
          </p:cNvSpPr>
          <p:nvPr>
            <p:ph type="title"/>
          </p:nvPr>
        </p:nvSpPr>
        <p:spPr/>
        <p:txBody>
          <a:bodyPr/>
          <a:lstStyle/>
          <a:p>
            <a:r>
              <a:rPr lang="en-US" err="1">
                <a:latin typeface="Arial"/>
                <a:cs typeface="Arial"/>
              </a:rPr>
              <a:t>Sdv</a:t>
            </a:r>
            <a:r>
              <a:rPr lang="en-US">
                <a:latin typeface="Arial"/>
                <a:cs typeface="Arial"/>
              </a:rPr>
              <a:t> able to learn correlation trend of two columns</a:t>
            </a:r>
            <a:endParaRPr lang="en-US"/>
          </a:p>
        </p:txBody>
      </p:sp>
      <p:sp>
        <p:nvSpPr>
          <p:cNvPr id="3" name="Textplatzhalter 2">
            <a:extLst>
              <a:ext uri="{FF2B5EF4-FFF2-40B4-BE49-F238E27FC236}">
                <a16:creationId xmlns:a16="http://schemas.microsoft.com/office/drawing/2014/main" id="{8A06ADAA-3B60-3FAE-70F7-A37EF57F2195}"/>
              </a:ext>
            </a:extLst>
          </p:cNvPr>
          <p:cNvSpPr>
            <a:spLocks noGrp="1"/>
          </p:cNvSpPr>
          <p:nvPr>
            <p:ph type="body" sz="quarter" idx="12"/>
          </p:nvPr>
        </p:nvSpPr>
        <p:spPr>
          <a:xfrm>
            <a:off x="287338" y="4732000"/>
            <a:ext cx="8569325" cy="1431200"/>
          </a:xfrm>
        </p:spPr>
        <p:txBody>
          <a:bodyPr lIns="0" tIns="0" rIns="0" bIns="0" anchor="t"/>
          <a:lstStyle/>
          <a:p>
            <a:pPr marL="285750" indent="-285750">
              <a:buFont typeface="Arial"/>
              <a:buChar char="•"/>
            </a:pPr>
            <a:r>
              <a:rPr lang="en-US">
                <a:latin typeface="Arial"/>
                <a:cs typeface="Arial"/>
              </a:rPr>
              <a:t>There is roughly a +2 hour shift between UTC and CEST.</a:t>
            </a:r>
            <a:endParaRPr lang="en-US"/>
          </a:p>
          <a:p>
            <a:pPr marL="285750" indent="-285750">
              <a:buFont typeface="Arial"/>
              <a:buChar char="•"/>
            </a:pPr>
            <a:r>
              <a:rPr lang="en-US">
                <a:latin typeface="Arial"/>
                <a:cs typeface="Arial"/>
              </a:rPr>
              <a:t>However, it is not exact</a:t>
            </a:r>
          </a:p>
          <a:p>
            <a:pPr marL="285750" indent="-285750">
              <a:buFont typeface="Arial"/>
              <a:buChar char="•"/>
            </a:pPr>
            <a:r>
              <a:rPr lang="en-US">
                <a:latin typeface="Arial"/>
                <a:cs typeface="Arial"/>
              </a:rPr>
              <a:t>The synthesizer tries to preserve that relationship in the synthetic data.</a:t>
            </a:r>
          </a:p>
          <a:p>
            <a:pPr marL="285750" indent="-285750">
              <a:buFont typeface="Arial"/>
              <a:buChar char="•"/>
            </a:pPr>
            <a:endParaRPr lang="en-US"/>
          </a:p>
          <a:p>
            <a:endParaRPr lang="en-US"/>
          </a:p>
        </p:txBody>
      </p:sp>
      <p:pic>
        <p:nvPicPr>
          <p:cNvPr id="4" name="Grafik 3" descr="Ein Bild, das Text, Screenshot, Schrift, Zahl enthält.&#10;&#10;KI-generierte Inhalte können fehlerhaft sein.">
            <a:extLst>
              <a:ext uri="{FF2B5EF4-FFF2-40B4-BE49-F238E27FC236}">
                <a16:creationId xmlns:a16="http://schemas.microsoft.com/office/drawing/2014/main" id="{801CE475-0025-4E0F-9347-F8700D1C3708}"/>
              </a:ext>
            </a:extLst>
          </p:cNvPr>
          <p:cNvPicPr>
            <a:picLocks noChangeAspect="1"/>
          </p:cNvPicPr>
          <p:nvPr/>
        </p:nvPicPr>
        <p:blipFill>
          <a:blip r:embed="rId2"/>
          <a:stretch>
            <a:fillRect/>
          </a:stretch>
        </p:blipFill>
        <p:spPr>
          <a:xfrm>
            <a:off x="289878" y="845820"/>
            <a:ext cx="3697605" cy="3398520"/>
          </a:xfrm>
          <a:prstGeom prst="rect">
            <a:avLst/>
          </a:prstGeom>
        </p:spPr>
      </p:pic>
      <p:sp>
        <p:nvSpPr>
          <p:cNvPr id="6" name="Textfeld 7">
            <a:extLst>
              <a:ext uri="{FF2B5EF4-FFF2-40B4-BE49-F238E27FC236}">
                <a16:creationId xmlns:a16="http://schemas.microsoft.com/office/drawing/2014/main" id="{CDF54B24-AF20-99D8-783C-8F29A0B29A3A}"/>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574228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4E3164-1124-8C8E-DD9C-6B402602E698}"/>
              </a:ext>
            </a:extLst>
          </p:cNvPr>
          <p:cNvSpPr>
            <a:spLocks noGrp="1"/>
          </p:cNvSpPr>
          <p:nvPr>
            <p:ph type="title"/>
          </p:nvPr>
        </p:nvSpPr>
        <p:spPr/>
        <p:txBody>
          <a:bodyPr/>
          <a:lstStyle/>
          <a:p>
            <a:r>
              <a:rPr lang="en-US" err="1">
                <a:latin typeface="Arial"/>
                <a:cs typeface="Arial"/>
              </a:rPr>
              <a:t>Sdv</a:t>
            </a:r>
            <a:r>
              <a:rPr lang="en-US">
                <a:latin typeface="Arial"/>
                <a:cs typeface="Arial"/>
              </a:rPr>
              <a:t> able to learn correlation trend of two columns</a:t>
            </a:r>
            <a:endParaRPr lang="de-DE">
              <a:latin typeface="Arial"/>
              <a:cs typeface="Arial"/>
            </a:endParaRPr>
          </a:p>
        </p:txBody>
      </p:sp>
      <p:sp>
        <p:nvSpPr>
          <p:cNvPr id="3" name="Textplatzhalter 2">
            <a:extLst>
              <a:ext uri="{FF2B5EF4-FFF2-40B4-BE49-F238E27FC236}">
                <a16:creationId xmlns:a16="http://schemas.microsoft.com/office/drawing/2014/main" id="{65B75DAE-2BFB-3E0A-F2A7-CDFA042E0E64}"/>
              </a:ext>
            </a:extLst>
          </p:cNvPr>
          <p:cNvSpPr>
            <a:spLocks noGrp="1"/>
          </p:cNvSpPr>
          <p:nvPr>
            <p:ph type="body" sz="quarter" idx="12"/>
          </p:nvPr>
        </p:nvSpPr>
        <p:spPr>
          <a:xfrm>
            <a:off x="287338" y="3980160"/>
            <a:ext cx="8569325" cy="2183040"/>
          </a:xfrm>
        </p:spPr>
        <p:txBody>
          <a:bodyPr lIns="0" tIns="0" rIns="0" bIns="0" anchor="t"/>
          <a:lstStyle/>
          <a:p>
            <a:r>
              <a:rPr lang="en-US">
                <a:latin typeface="Arial"/>
                <a:cs typeface="Arial"/>
              </a:rPr>
              <a:t>In this case, </a:t>
            </a:r>
            <a:r>
              <a:rPr lang="en-US" err="1">
                <a:latin typeface="Arial"/>
                <a:cs typeface="Arial"/>
              </a:rPr>
              <a:t>sdv</a:t>
            </a:r>
            <a:r>
              <a:rPr lang="en-US">
                <a:latin typeface="Arial"/>
                <a:cs typeface="Arial"/>
              </a:rPr>
              <a:t> does not learn the correlation between data and timestamp</a:t>
            </a:r>
          </a:p>
          <a:p>
            <a:r>
              <a:rPr lang="en-US">
                <a:latin typeface="Arial"/>
                <a:cs typeface="Arial"/>
              </a:rPr>
              <a:t>Likely reason: the timestamp column has time.</a:t>
            </a:r>
            <a:endParaRPr lang="en-US"/>
          </a:p>
          <a:p>
            <a:r>
              <a:rPr lang="en-US">
                <a:latin typeface="Arial"/>
                <a:cs typeface="Arial"/>
              </a:rPr>
              <a:t>If time is removed, </a:t>
            </a:r>
            <a:r>
              <a:rPr lang="en-US" err="1">
                <a:latin typeface="Arial"/>
                <a:cs typeface="Arial"/>
              </a:rPr>
              <a:t>sdv</a:t>
            </a:r>
            <a:r>
              <a:rPr lang="en-US">
                <a:latin typeface="Arial"/>
                <a:cs typeface="Arial"/>
              </a:rPr>
              <a:t> can generate synthetic data with same date (verified)</a:t>
            </a:r>
            <a:endParaRPr lang="en-US"/>
          </a:p>
        </p:txBody>
      </p:sp>
      <p:sp>
        <p:nvSpPr>
          <p:cNvPr id="5" name="Textfeld 7">
            <a:extLst>
              <a:ext uri="{FF2B5EF4-FFF2-40B4-BE49-F238E27FC236}">
                <a16:creationId xmlns:a16="http://schemas.microsoft.com/office/drawing/2014/main" id="{6C9EDC0B-F2ED-13EA-7B6E-35BD7B29691A}"/>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pic>
        <p:nvPicPr>
          <p:cNvPr id="6" name="Grafik 5" descr="Ein Bild, das Text, Screenshot, Schrift, Zahl enthält.&#10;&#10;KI-generierte Inhalte können fehlerhaft sein.">
            <a:extLst>
              <a:ext uri="{FF2B5EF4-FFF2-40B4-BE49-F238E27FC236}">
                <a16:creationId xmlns:a16="http://schemas.microsoft.com/office/drawing/2014/main" id="{D96E1AF1-84C7-2076-7F4C-D212B607EF97}"/>
              </a:ext>
            </a:extLst>
          </p:cNvPr>
          <p:cNvPicPr>
            <a:picLocks noChangeAspect="1"/>
          </p:cNvPicPr>
          <p:nvPr/>
        </p:nvPicPr>
        <p:blipFill>
          <a:blip r:embed="rId2"/>
          <a:stretch>
            <a:fillRect/>
          </a:stretch>
        </p:blipFill>
        <p:spPr>
          <a:xfrm>
            <a:off x="285432" y="829945"/>
            <a:ext cx="3269615" cy="3155950"/>
          </a:xfrm>
          <a:prstGeom prst="rect">
            <a:avLst/>
          </a:prstGeom>
        </p:spPr>
      </p:pic>
    </p:spTree>
    <p:extLst>
      <p:ext uri="{BB962C8B-B14F-4D97-AF65-F5344CB8AC3E}">
        <p14:creationId xmlns:p14="http://schemas.microsoft.com/office/powerpoint/2010/main" val="39894517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1D466-2D7F-9E23-350C-1AF354C43A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D7BC15B-7277-FA7E-60EA-59B785E8FB63}"/>
              </a:ext>
            </a:extLst>
          </p:cNvPr>
          <p:cNvSpPr>
            <a:spLocks noGrp="1"/>
          </p:cNvSpPr>
          <p:nvPr>
            <p:ph type="title"/>
          </p:nvPr>
        </p:nvSpPr>
        <p:spPr/>
        <p:txBody>
          <a:bodyPr/>
          <a:lstStyle/>
          <a:p>
            <a:r>
              <a:rPr lang="en-US">
                <a:latin typeface="Arial"/>
                <a:cs typeface="Arial"/>
              </a:rPr>
              <a:t>Filtered Data has higher overall score </a:t>
            </a:r>
            <a:endParaRPr lang="de-DE"/>
          </a:p>
        </p:txBody>
      </p:sp>
      <p:sp>
        <p:nvSpPr>
          <p:cNvPr id="3" name="Textplatzhalter 2">
            <a:extLst>
              <a:ext uri="{FF2B5EF4-FFF2-40B4-BE49-F238E27FC236}">
                <a16:creationId xmlns:a16="http://schemas.microsoft.com/office/drawing/2014/main" id="{B4692C31-5AD5-2EFB-9613-DD87C54F6A63}"/>
              </a:ext>
            </a:extLst>
          </p:cNvPr>
          <p:cNvSpPr>
            <a:spLocks noGrp="1"/>
          </p:cNvSpPr>
          <p:nvPr>
            <p:ph type="body" sz="quarter" idx="12"/>
          </p:nvPr>
        </p:nvSpPr>
        <p:spPr>
          <a:xfrm>
            <a:off x="287338" y="2689840"/>
            <a:ext cx="8569325" cy="3473360"/>
          </a:xfrm>
        </p:spPr>
        <p:txBody>
          <a:bodyPr lIns="0" tIns="0" rIns="0" bIns="0" anchor="t"/>
          <a:lstStyle/>
          <a:p>
            <a:pPr marL="285750" indent="-285750">
              <a:buFont typeface="Arial"/>
              <a:buChar char="•"/>
            </a:pPr>
            <a:r>
              <a:rPr lang="en-US" sz="2000">
                <a:latin typeface="Arial"/>
                <a:cs typeface="Arial"/>
              </a:rPr>
              <a:t>Each property computes its own score</a:t>
            </a:r>
          </a:p>
          <a:p>
            <a:pPr marL="285750" indent="-285750">
              <a:buFont typeface="Arial"/>
              <a:buChar char="•"/>
            </a:pPr>
            <a:r>
              <a:rPr lang="en-US" sz="2000">
                <a:latin typeface="Arial"/>
                <a:cs typeface="Arial"/>
              </a:rPr>
              <a:t>Some scores may be </a:t>
            </a:r>
            <a:r>
              <a:rPr lang="en-US" sz="2000" err="1">
                <a:latin typeface="Arial"/>
                <a:cs typeface="Arial"/>
              </a:rPr>
              <a:t>np.nan</a:t>
            </a:r>
            <a:r>
              <a:rPr lang="en-US" sz="2000">
                <a:latin typeface="Arial"/>
                <a:cs typeface="Arial"/>
              </a:rPr>
              <a:t> if the property cannot be computed</a:t>
            </a:r>
            <a:endParaRPr lang="en-US" sz="2000"/>
          </a:p>
          <a:p>
            <a:pPr marL="342900" indent="-342900">
              <a:buFont typeface="Arial"/>
              <a:buChar char="•"/>
            </a:pPr>
            <a:r>
              <a:rPr lang="en-US" sz="2000">
                <a:latin typeface="Arial"/>
                <a:cs typeface="Arial"/>
              </a:rPr>
              <a:t>After all properties are evaluated, the overall score is computed as: </a:t>
            </a:r>
            <a:r>
              <a:rPr lang="en-US" sz="2000">
                <a:solidFill>
                  <a:srgbClr val="000000"/>
                </a:solidFill>
                <a:latin typeface="Arial"/>
                <a:cs typeface="Arial"/>
              </a:rPr>
              <a:t>self._</a:t>
            </a:r>
            <a:r>
              <a:rPr lang="en-US" sz="2000" err="1">
                <a:solidFill>
                  <a:srgbClr val="000000"/>
                </a:solidFill>
                <a:latin typeface="Arial"/>
                <a:cs typeface="Arial"/>
              </a:rPr>
              <a:t>overall_score</a:t>
            </a:r>
            <a:r>
              <a:rPr lang="en-US" sz="2000">
                <a:solidFill>
                  <a:srgbClr val="000000"/>
                </a:solidFill>
                <a:latin typeface="Arial"/>
                <a:cs typeface="Arial"/>
              </a:rPr>
              <a:t> </a:t>
            </a:r>
            <a:r>
              <a:rPr lang="en-US" sz="2000">
                <a:latin typeface="Arial"/>
                <a:cs typeface="Arial"/>
              </a:rPr>
              <a:t>=</a:t>
            </a:r>
            <a:r>
              <a:rPr lang="en-US" sz="2000">
                <a:solidFill>
                  <a:srgbClr val="000000"/>
                </a:solidFill>
                <a:latin typeface="Arial"/>
                <a:cs typeface="Arial"/>
              </a:rPr>
              <a:t> </a:t>
            </a:r>
            <a:r>
              <a:rPr lang="en-US" sz="2000" err="1">
                <a:solidFill>
                  <a:srgbClr val="000000"/>
                </a:solidFill>
                <a:latin typeface="Arial"/>
                <a:cs typeface="Arial"/>
              </a:rPr>
              <a:t>np.nanmean</a:t>
            </a:r>
            <a:r>
              <a:rPr lang="en-US" sz="2000">
                <a:solidFill>
                  <a:srgbClr val="000000"/>
                </a:solidFill>
                <a:latin typeface="Arial"/>
                <a:cs typeface="Arial"/>
              </a:rPr>
              <a:t>(scores)</a:t>
            </a:r>
          </a:p>
          <a:p>
            <a:pPr marL="342900" indent="-342900">
              <a:buFont typeface="Arial"/>
              <a:buChar char="•"/>
            </a:pPr>
            <a:endParaRPr lang="en-US" sz="2000"/>
          </a:p>
          <a:p>
            <a:pPr marL="342900" indent="-342900">
              <a:buFont typeface="Arial"/>
              <a:buChar char="•"/>
            </a:pPr>
            <a:r>
              <a:rPr lang="en-US" sz="2000">
                <a:solidFill>
                  <a:srgbClr val="000000"/>
                </a:solidFill>
                <a:latin typeface="Arial"/>
                <a:ea typeface="Open Sans"/>
                <a:cs typeface="Arial"/>
              </a:rPr>
              <a:t>Column Shapes</a:t>
            </a:r>
            <a:endParaRPr lang="en-US" sz="2000">
              <a:solidFill>
                <a:srgbClr val="000000"/>
              </a:solidFill>
            </a:endParaRPr>
          </a:p>
          <a:p>
            <a:pPr marL="342900" indent="-342900">
              <a:buFont typeface="Arial"/>
              <a:buChar char="•"/>
            </a:pPr>
            <a:endParaRPr lang="en-US" sz="2000">
              <a:ea typeface="Open Sans"/>
            </a:endParaRPr>
          </a:p>
          <a:p>
            <a:pPr marL="342900" indent="-342900">
              <a:buFont typeface="Arial"/>
              <a:buChar char="•"/>
            </a:pPr>
            <a:r>
              <a:rPr lang="en-US" sz="2000">
                <a:solidFill>
                  <a:srgbClr val="000000"/>
                </a:solidFill>
                <a:latin typeface="Arial"/>
                <a:ea typeface="Open Sans"/>
                <a:cs typeface="Arial"/>
              </a:rPr>
              <a:t>Column Pair Trends</a:t>
            </a:r>
            <a:endParaRPr lang="en-US" sz="2000">
              <a:solidFill>
                <a:srgbClr val="000000"/>
              </a:solidFill>
              <a:ea typeface="Open Sans"/>
            </a:endParaRPr>
          </a:p>
          <a:p>
            <a:pPr marL="342900" indent="-342900">
              <a:buFont typeface="Arial"/>
              <a:buChar char="•"/>
            </a:pPr>
            <a:endParaRPr lang="en-US" sz="2000">
              <a:ea typeface="Open Sans"/>
            </a:endParaRPr>
          </a:p>
          <a:p>
            <a:pPr marL="342900" indent="-342900">
              <a:buFont typeface="Arial"/>
              <a:buChar char="•"/>
            </a:pPr>
            <a:r>
              <a:rPr lang="en-US" sz="2000">
                <a:latin typeface="Arial"/>
                <a:ea typeface="Open Sans"/>
                <a:cs typeface="Arial"/>
              </a:rPr>
              <a:t>*Not anonymized columns are also counted in the calculation of overall score. Example: 100% overall score with same data.</a:t>
            </a:r>
            <a:endParaRPr lang="en-US" sz="2000">
              <a:ea typeface="Open Sans"/>
            </a:endParaRPr>
          </a:p>
          <a:p>
            <a:pPr marL="285750" indent="-285750">
              <a:buFont typeface="Arial"/>
              <a:buChar char="•"/>
            </a:pPr>
            <a:endParaRPr lang="en-US" sz="2000"/>
          </a:p>
          <a:p>
            <a:pPr marL="285750" indent="-285750">
              <a:buFont typeface="Arial"/>
              <a:buChar char="•"/>
            </a:pPr>
            <a:endParaRPr lang="en-US"/>
          </a:p>
        </p:txBody>
      </p:sp>
      <p:pic>
        <p:nvPicPr>
          <p:cNvPr id="6" name="Grafik 5" descr="Ein Bild, das Text, Screenshot, Schrift, Zahl enthält.&#10;&#10;KI-generierte Inhalte können fehlerhaft sein.">
            <a:extLst>
              <a:ext uri="{FF2B5EF4-FFF2-40B4-BE49-F238E27FC236}">
                <a16:creationId xmlns:a16="http://schemas.microsoft.com/office/drawing/2014/main" id="{58FDEDD0-CFA5-E4CC-9D51-5A67B523A36A}"/>
              </a:ext>
            </a:extLst>
          </p:cNvPr>
          <p:cNvPicPr>
            <a:picLocks noChangeAspect="1"/>
          </p:cNvPicPr>
          <p:nvPr/>
        </p:nvPicPr>
        <p:blipFill>
          <a:blip r:embed="rId2"/>
          <a:stretch>
            <a:fillRect/>
          </a:stretch>
        </p:blipFill>
        <p:spPr>
          <a:xfrm>
            <a:off x="0" y="842520"/>
            <a:ext cx="9144000" cy="1738881"/>
          </a:xfrm>
          <a:prstGeom prst="rect">
            <a:avLst/>
          </a:prstGeom>
        </p:spPr>
      </p:pic>
      <p:sp>
        <p:nvSpPr>
          <p:cNvPr id="5" name="Textfeld 7">
            <a:extLst>
              <a:ext uri="{FF2B5EF4-FFF2-40B4-BE49-F238E27FC236}">
                <a16:creationId xmlns:a16="http://schemas.microsoft.com/office/drawing/2014/main" id="{61BA24C5-2974-19B2-8EF4-EEB7DDDA94BF}"/>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26977739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499232-E5D7-52D7-DF20-12056E33D9EF}"/>
              </a:ext>
            </a:extLst>
          </p:cNvPr>
          <p:cNvSpPr>
            <a:spLocks noGrp="1"/>
          </p:cNvSpPr>
          <p:nvPr>
            <p:ph type="title"/>
          </p:nvPr>
        </p:nvSpPr>
        <p:spPr/>
        <p:txBody>
          <a:bodyPr/>
          <a:lstStyle/>
          <a:p>
            <a:r>
              <a:rPr lang="de-DE">
                <a:latin typeface="Arial"/>
                <a:cs typeface="Arial"/>
              </a:rPr>
              <a:t>Overall Score</a:t>
            </a:r>
            <a:endParaRPr lang="de-DE"/>
          </a:p>
        </p:txBody>
      </p:sp>
      <p:sp>
        <p:nvSpPr>
          <p:cNvPr id="3" name="Textplatzhalter 2">
            <a:extLst>
              <a:ext uri="{FF2B5EF4-FFF2-40B4-BE49-F238E27FC236}">
                <a16:creationId xmlns:a16="http://schemas.microsoft.com/office/drawing/2014/main" id="{FC3122BB-21BE-0AC3-7148-DE67F499C1F6}"/>
              </a:ext>
            </a:extLst>
          </p:cNvPr>
          <p:cNvSpPr>
            <a:spLocks noGrp="1"/>
          </p:cNvSpPr>
          <p:nvPr>
            <p:ph type="body" sz="quarter" idx="12"/>
          </p:nvPr>
        </p:nvSpPr>
        <p:spPr/>
        <p:txBody>
          <a:bodyPr lIns="0" tIns="0" rIns="0" bIns="0" anchor="t"/>
          <a:lstStyle/>
          <a:p>
            <a:pPr marL="285750" indent="-285750">
              <a:buFont typeface="Arial"/>
              <a:buChar char="•"/>
            </a:pPr>
            <a:r>
              <a:rPr lang="en-US">
                <a:solidFill>
                  <a:srgbClr val="000000"/>
                </a:solidFill>
                <a:latin typeface="Arial"/>
                <a:ea typeface="Open Sans"/>
                <a:cs typeface="Arial"/>
              </a:rPr>
              <a:t>Column Shapes</a:t>
            </a:r>
            <a:endParaRPr lang="en-US">
              <a:solidFill>
                <a:srgbClr val="000000"/>
              </a:solidFill>
              <a:ea typeface="Open Sans"/>
            </a:endParaRPr>
          </a:p>
          <a:p>
            <a:pPr marL="717550" lvl="1">
              <a:buFont typeface="Courier New"/>
              <a:buChar char="o"/>
            </a:pPr>
            <a:r>
              <a:rPr lang="en-US">
                <a:solidFill>
                  <a:srgbClr val="000000"/>
                </a:solidFill>
                <a:latin typeface="Arial"/>
                <a:ea typeface="Open Sans"/>
                <a:cs typeface="Arial"/>
              </a:rPr>
              <a:t>The statistical similarity between the real and synthetic data for single columns of data. This is often called the marginal distribution of each column.</a:t>
            </a:r>
            <a:endParaRPr lang="en-US">
              <a:solidFill>
                <a:srgbClr val="000000"/>
              </a:solidFill>
              <a:ea typeface="Open Sans"/>
            </a:endParaRPr>
          </a:p>
          <a:p>
            <a:pPr marL="717550" lvl="1">
              <a:buFont typeface="Courier New"/>
              <a:buChar char="o"/>
            </a:pPr>
            <a:r>
              <a:rPr lang="en-US">
                <a:latin typeface="Arial"/>
                <a:ea typeface="Open Sans"/>
                <a:cs typeface="Arial"/>
              </a:rPr>
              <a:t>For each column:</a:t>
            </a:r>
            <a:endParaRPr lang="en-US">
              <a:ea typeface="Open Sans"/>
            </a:endParaRPr>
          </a:p>
          <a:p>
            <a:pPr marL="933450" lvl="2">
              <a:buFont typeface="Wingdings"/>
              <a:buChar char="§"/>
            </a:pPr>
            <a:r>
              <a:rPr lang="en-US">
                <a:latin typeface="Arial"/>
                <a:ea typeface="Open Sans"/>
                <a:cs typeface="Arial"/>
              </a:rPr>
              <a:t>Compare real and synthetic distribution</a:t>
            </a:r>
          </a:p>
          <a:p>
            <a:pPr marL="933450" lvl="2">
              <a:buFont typeface="Wingdings"/>
              <a:buChar char="§"/>
            </a:pPr>
            <a:r>
              <a:rPr lang="en-US">
                <a:latin typeface="Arial"/>
                <a:ea typeface="Open Sans"/>
                <a:cs typeface="Arial"/>
              </a:rPr>
              <a:t>Compute similarity score</a:t>
            </a:r>
            <a:endParaRPr lang="en-US">
              <a:ea typeface="Open Sans"/>
            </a:endParaRPr>
          </a:p>
          <a:p>
            <a:pPr marL="933450" lvl="2">
              <a:buFont typeface="Wingdings"/>
              <a:buChar char="§"/>
            </a:pPr>
            <a:r>
              <a:rPr lang="en-US">
                <a:solidFill>
                  <a:srgbClr val="000000"/>
                </a:solidFill>
                <a:latin typeface="Arial"/>
                <a:ea typeface="Open Sans"/>
                <a:cs typeface="Arial"/>
              </a:rPr>
              <a:t>Average(all column scores)</a:t>
            </a:r>
            <a:endParaRPr lang="en-US">
              <a:solidFill>
                <a:srgbClr val="000000"/>
              </a:solidFill>
              <a:ea typeface="Open Sans"/>
            </a:endParaRPr>
          </a:p>
          <a:p>
            <a:pPr marL="285750" indent="-285750">
              <a:buFont typeface="Arial"/>
              <a:buChar char="•"/>
            </a:pPr>
            <a:endParaRPr lang="en-US">
              <a:solidFill>
                <a:srgbClr val="000000"/>
              </a:solidFill>
              <a:ea typeface="Open Sans"/>
            </a:endParaRPr>
          </a:p>
          <a:p>
            <a:pPr marL="285750" indent="-285750">
              <a:buFont typeface="Arial"/>
              <a:buChar char="•"/>
            </a:pPr>
            <a:endParaRPr lang="en-US">
              <a:solidFill>
                <a:srgbClr val="000000"/>
              </a:solidFill>
              <a:ea typeface="Open Sans"/>
            </a:endParaRPr>
          </a:p>
          <a:p>
            <a:pPr marL="285750" indent="-285750">
              <a:buFont typeface="Arial"/>
              <a:buChar char="•"/>
            </a:pPr>
            <a:endParaRPr lang="en-US">
              <a:solidFill>
                <a:srgbClr val="000000"/>
              </a:solidFill>
              <a:ea typeface="Open Sans"/>
            </a:endParaRPr>
          </a:p>
          <a:p>
            <a:pPr marL="285750" indent="-285750">
              <a:buFont typeface="Arial"/>
              <a:buChar char="•"/>
            </a:pPr>
            <a:r>
              <a:rPr lang="en-US">
                <a:solidFill>
                  <a:srgbClr val="000000"/>
                </a:solidFill>
                <a:latin typeface="Arial"/>
                <a:ea typeface="Open Sans"/>
                <a:cs typeface="Arial"/>
              </a:rPr>
              <a:t>Column Pair Trends</a:t>
            </a:r>
          </a:p>
          <a:p>
            <a:pPr marL="717550" lvl="1" indent="-285750">
              <a:buFont typeface="Courier New"/>
              <a:buChar char="o"/>
            </a:pPr>
            <a:r>
              <a:rPr lang="en-US">
                <a:solidFill>
                  <a:srgbClr val="000000"/>
                </a:solidFill>
                <a:latin typeface="Arial"/>
                <a:ea typeface="Open Sans"/>
                <a:cs typeface="Arial"/>
              </a:rPr>
              <a:t>The statistical similarity between the real and synthetic data for pairs of columns. This is often called the correlation or bivariate distributions of the columns.</a:t>
            </a:r>
          </a:p>
          <a:p>
            <a:pPr marL="717550" lvl="1" indent="-285750">
              <a:buFont typeface="Courier New"/>
              <a:buChar char="o"/>
            </a:pPr>
            <a:r>
              <a:rPr lang="en-US">
                <a:solidFill>
                  <a:srgbClr val="000000"/>
                </a:solidFill>
                <a:ea typeface="Open Sans"/>
              </a:rPr>
              <a:t>For each column pair:</a:t>
            </a:r>
          </a:p>
          <a:p>
            <a:pPr marL="933450" lvl="2" indent="-285750">
              <a:buFont typeface="Wingdings"/>
              <a:buChar char="§"/>
            </a:pPr>
            <a:r>
              <a:rPr lang="en-US">
                <a:solidFill>
                  <a:srgbClr val="000000"/>
                </a:solidFill>
                <a:latin typeface="Arial"/>
                <a:ea typeface="Open Sans"/>
                <a:cs typeface="Arial"/>
              </a:rPr>
              <a:t>Compare relationship in real vs synthetic data</a:t>
            </a:r>
          </a:p>
          <a:p>
            <a:pPr marL="933450" lvl="2" indent="-285750">
              <a:buFont typeface="Wingdings"/>
              <a:buChar char="§"/>
            </a:pPr>
            <a:r>
              <a:rPr lang="en-US">
                <a:solidFill>
                  <a:srgbClr val="000000"/>
                </a:solidFill>
                <a:latin typeface="Arial"/>
                <a:ea typeface="Open Sans"/>
                <a:cs typeface="Arial"/>
              </a:rPr>
              <a:t>Compute similarity score</a:t>
            </a:r>
            <a:endParaRPr lang="en-US"/>
          </a:p>
          <a:p>
            <a:pPr marL="933450" lvl="2" indent="-285750">
              <a:buFont typeface="Wingdings"/>
              <a:buChar char="§"/>
            </a:pPr>
            <a:r>
              <a:rPr lang="en-US">
                <a:solidFill>
                  <a:srgbClr val="000000"/>
                </a:solidFill>
                <a:latin typeface="Arial"/>
                <a:ea typeface="Open Sans"/>
                <a:cs typeface="Arial"/>
              </a:rPr>
              <a:t>Average(all pair scores)</a:t>
            </a:r>
          </a:p>
          <a:p>
            <a:pPr marL="933450" lvl="2" indent="-285750">
              <a:buFont typeface="Wingdings"/>
              <a:buChar char="§"/>
            </a:pPr>
            <a:endParaRPr lang="en-US">
              <a:solidFill>
                <a:srgbClr val="000000"/>
              </a:solidFill>
              <a:ea typeface="Open Sans"/>
            </a:endParaRPr>
          </a:p>
        </p:txBody>
      </p:sp>
    </p:spTree>
    <p:extLst>
      <p:ext uri="{BB962C8B-B14F-4D97-AF65-F5344CB8AC3E}">
        <p14:creationId xmlns:p14="http://schemas.microsoft.com/office/powerpoint/2010/main" val="18025120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1CD320-1E94-257F-F687-A72CD3054402}"/>
              </a:ext>
            </a:extLst>
          </p:cNvPr>
          <p:cNvSpPr>
            <a:spLocks noGrp="1"/>
          </p:cNvSpPr>
          <p:nvPr>
            <p:ph type="title"/>
          </p:nvPr>
        </p:nvSpPr>
        <p:spPr/>
        <p:txBody>
          <a:bodyPr/>
          <a:lstStyle/>
          <a:p>
            <a:r>
              <a:rPr lang="en-US">
                <a:latin typeface="Arial"/>
                <a:cs typeface="Arial"/>
              </a:rPr>
              <a:t>Overall score calculation</a:t>
            </a:r>
            <a:endParaRPr lang="en-US"/>
          </a:p>
        </p:txBody>
      </p:sp>
      <p:pic>
        <p:nvPicPr>
          <p:cNvPr id="4" name="Grafik 3" descr="Ein Bild, das Text, Screenshot, Display, Software enthält.&#10;&#10;KI-generierte Inhalte können fehlerhaft sein.">
            <a:extLst>
              <a:ext uri="{FF2B5EF4-FFF2-40B4-BE49-F238E27FC236}">
                <a16:creationId xmlns:a16="http://schemas.microsoft.com/office/drawing/2014/main" id="{B25335FF-0343-5743-3ED7-9B6EF5878E0E}"/>
              </a:ext>
            </a:extLst>
          </p:cNvPr>
          <p:cNvPicPr>
            <a:picLocks noChangeAspect="1"/>
          </p:cNvPicPr>
          <p:nvPr/>
        </p:nvPicPr>
        <p:blipFill>
          <a:blip r:embed="rId2"/>
          <a:stretch>
            <a:fillRect/>
          </a:stretch>
        </p:blipFill>
        <p:spPr>
          <a:xfrm>
            <a:off x="0" y="1721386"/>
            <a:ext cx="9144000" cy="3415229"/>
          </a:xfrm>
          <a:prstGeom prst="rect">
            <a:avLst/>
          </a:prstGeom>
        </p:spPr>
      </p:pic>
    </p:spTree>
    <p:extLst>
      <p:ext uri="{BB962C8B-B14F-4D97-AF65-F5344CB8AC3E}">
        <p14:creationId xmlns:p14="http://schemas.microsoft.com/office/powerpoint/2010/main" val="13096237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0550567-B1E2-D533-6655-D9F9E75561AD}"/>
              </a:ext>
            </a:extLst>
          </p:cNvPr>
          <p:cNvSpPr>
            <a:spLocks noGrp="1"/>
          </p:cNvSpPr>
          <p:nvPr>
            <p:ph type="title"/>
          </p:nvPr>
        </p:nvSpPr>
        <p:spPr/>
        <p:txBody>
          <a:bodyPr/>
          <a:lstStyle/>
          <a:p>
            <a:r>
              <a:rPr lang="en-US">
                <a:latin typeface="Arial"/>
                <a:cs typeface="Arial"/>
              </a:rPr>
              <a:t>Related columns LLM</a:t>
            </a:r>
            <a:endParaRPr lang="en-US"/>
          </a:p>
        </p:txBody>
      </p:sp>
      <p:sp>
        <p:nvSpPr>
          <p:cNvPr id="3" name="Textplatzhalter 2">
            <a:extLst>
              <a:ext uri="{FF2B5EF4-FFF2-40B4-BE49-F238E27FC236}">
                <a16:creationId xmlns:a16="http://schemas.microsoft.com/office/drawing/2014/main" id="{00125892-BB7E-7524-D59E-D2C30EC66CC4}"/>
              </a:ext>
            </a:extLst>
          </p:cNvPr>
          <p:cNvSpPr>
            <a:spLocks noGrp="1"/>
          </p:cNvSpPr>
          <p:nvPr>
            <p:ph type="body" sz="quarter" idx="12"/>
          </p:nvPr>
        </p:nvSpPr>
        <p:spPr/>
        <p:txBody>
          <a:bodyPr lIns="0" tIns="0" rIns="0" bIns="0" anchor="t"/>
          <a:lstStyle/>
          <a:p>
            <a:pPr marL="285750" indent="-285750">
              <a:buFont typeface="Arial"/>
              <a:buChar char="•"/>
            </a:pPr>
            <a:r>
              <a:rPr lang="en-US">
                <a:latin typeface="Arial"/>
                <a:cs typeface="Arial"/>
              </a:rPr>
              <a:t>Related columns LLM</a:t>
            </a:r>
            <a:endParaRPr lang="en-US"/>
          </a:p>
          <a:p>
            <a:pPr marL="717550" lvl="1">
              <a:buFont typeface="Courier New"/>
              <a:buChar char="o"/>
            </a:pPr>
            <a:r>
              <a:rPr lang="en-US">
                <a:latin typeface="Arial"/>
                <a:cs typeface="Arial"/>
              </a:rPr>
              <a:t>SMX </a:t>
            </a:r>
          </a:p>
          <a:p>
            <a:pPr marL="933450" lvl="2">
              <a:buFont typeface="Wingdings"/>
              <a:buChar char="§"/>
            </a:pPr>
            <a:r>
              <a:rPr lang="en-US">
                <a:latin typeface="Arial"/>
                <a:cs typeface="Arial"/>
              </a:rPr>
              <a:t>City, country and GPS</a:t>
            </a:r>
          </a:p>
          <a:p>
            <a:pPr marL="933450" lvl="2">
              <a:buFont typeface="Wingdings"/>
              <a:buChar char="§"/>
            </a:pPr>
            <a:r>
              <a:rPr lang="en-US">
                <a:latin typeface="Arial"/>
                <a:cs typeface="Arial"/>
              </a:rPr>
              <a:t>Actor type and RBAC</a:t>
            </a:r>
          </a:p>
          <a:p>
            <a:pPr marL="933450" lvl="2">
              <a:buFont typeface="Wingdings"/>
              <a:buChar char="§"/>
            </a:pPr>
            <a:r>
              <a:rPr lang="en-US">
                <a:latin typeface="Arial"/>
                <a:cs typeface="Arial"/>
              </a:rPr>
              <a:t>Project and service</a:t>
            </a:r>
          </a:p>
          <a:p>
            <a:pPr marL="933450" lvl="2">
              <a:buFont typeface="Wingdings"/>
              <a:buChar char="§"/>
            </a:pPr>
            <a:r>
              <a:rPr lang="en-US">
                <a:latin typeface="Arial"/>
                <a:cs typeface="Arial"/>
              </a:rPr>
              <a:t>Username and </a:t>
            </a:r>
            <a:r>
              <a:rPr lang="en-US" err="1">
                <a:latin typeface="Arial"/>
                <a:cs typeface="Arial"/>
              </a:rPr>
              <a:t>SMXtimestamp</a:t>
            </a:r>
            <a:r>
              <a:rPr lang="en-US">
                <a:latin typeface="Arial"/>
                <a:cs typeface="Arial"/>
              </a:rPr>
              <a:t> </a:t>
            </a:r>
          </a:p>
          <a:p>
            <a:pPr marL="717550" lvl="1">
              <a:buFont typeface="Courier New"/>
              <a:buChar char="o"/>
            </a:pPr>
            <a:endParaRPr lang="en-US">
              <a:latin typeface="Arial"/>
              <a:cs typeface="Arial"/>
            </a:endParaRPr>
          </a:p>
          <a:p>
            <a:pPr marL="717550" lvl="1">
              <a:buFont typeface="Courier New"/>
              <a:buChar char="o"/>
            </a:pPr>
            <a:endParaRPr lang="en-US">
              <a:latin typeface="Arial"/>
              <a:cs typeface="Arial"/>
            </a:endParaRPr>
          </a:p>
          <a:p>
            <a:pPr marL="717550" lvl="1">
              <a:buFont typeface="Courier New"/>
              <a:buChar char="o"/>
            </a:pPr>
            <a:r>
              <a:rPr lang="en-US" err="1">
                <a:latin typeface="Arial"/>
                <a:cs typeface="Arial"/>
              </a:rPr>
              <a:t>Sampledata</a:t>
            </a:r>
          </a:p>
          <a:p>
            <a:pPr marL="933450" lvl="2">
              <a:buFont typeface="Wingdings,Sans-Serif"/>
              <a:buChar char="§"/>
            </a:pPr>
            <a:r>
              <a:rPr lang="en-US">
                <a:latin typeface="Arial"/>
                <a:cs typeface="Arial"/>
              </a:rPr>
              <a:t>Date and Timestamp</a:t>
            </a:r>
          </a:p>
          <a:p>
            <a:pPr marL="933450" lvl="2">
              <a:buFont typeface="Wingdings,Sans-Serif"/>
              <a:buChar char="§"/>
            </a:pPr>
            <a:r>
              <a:rPr lang="en-US">
                <a:latin typeface="Arial"/>
                <a:cs typeface="Arial"/>
              </a:rPr>
              <a:t>Measure, unit of measure, interval, value</a:t>
            </a:r>
            <a:endParaRPr lang="en-US"/>
          </a:p>
          <a:p>
            <a:pPr marL="717550" lvl="1">
              <a:buFont typeface="Courier New"/>
              <a:buChar char="o"/>
            </a:pPr>
            <a:endParaRPr lang="en-US">
              <a:latin typeface="Arial"/>
              <a:cs typeface="Arial"/>
            </a:endParaRPr>
          </a:p>
          <a:p>
            <a:pPr marL="717550" lvl="1">
              <a:buFont typeface="Courier New"/>
              <a:buChar char="o"/>
            </a:pPr>
            <a:endParaRPr lang="en-US">
              <a:latin typeface="Arial"/>
              <a:cs typeface="Arial"/>
            </a:endParaRPr>
          </a:p>
          <a:p>
            <a:pPr marL="717550" lvl="1">
              <a:buFont typeface="Courier New"/>
              <a:buChar char="o"/>
            </a:pPr>
            <a:r>
              <a:rPr lang="en-US">
                <a:latin typeface="Arial"/>
                <a:cs typeface="Arial"/>
              </a:rPr>
              <a:t>Weather data</a:t>
            </a:r>
          </a:p>
          <a:p>
            <a:pPr marL="933450" lvl="2">
              <a:buFont typeface="Wingdings"/>
              <a:buChar char="§"/>
            </a:pPr>
            <a:r>
              <a:rPr lang="en-US" err="1">
                <a:latin typeface="Arial"/>
                <a:cs typeface="Arial"/>
              </a:rPr>
              <a:t>timestamp_UTC</a:t>
            </a:r>
            <a:r>
              <a:rPr lang="en-US">
                <a:latin typeface="Arial"/>
                <a:cs typeface="Arial"/>
              </a:rPr>
              <a:t> and </a:t>
            </a:r>
            <a:r>
              <a:rPr lang="en-US" err="1">
                <a:latin typeface="Arial"/>
                <a:cs typeface="Arial"/>
              </a:rPr>
              <a:t>timestamp_CET_CEST</a:t>
            </a:r>
            <a:endParaRPr lang="en-US" err="1"/>
          </a:p>
          <a:p>
            <a:pPr marL="933450" lvl="2">
              <a:buFont typeface="Wingdings"/>
              <a:buChar char="§"/>
            </a:pPr>
            <a:r>
              <a:rPr lang="en-US" err="1">
                <a:latin typeface="Arial"/>
                <a:cs typeface="Arial"/>
              </a:rPr>
              <a:t>direct_radiation_W</a:t>
            </a:r>
            <a:r>
              <a:rPr lang="en-US">
                <a:latin typeface="Arial"/>
                <a:cs typeface="Arial"/>
              </a:rPr>
              <a:t>/m2 and </a:t>
            </a:r>
            <a:r>
              <a:rPr lang="en-US" err="1">
                <a:latin typeface="Arial"/>
                <a:cs typeface="Arial"/>
              </a:rPr>
              <a:t>diffuse_radiation_W</a:t>
            </a:r>
            <a:r>
              <a:rPr lang="en-US">
                <a:latin typeface="Arial"/>
                <a:cs typeface="Arial"/>
              </a:rPr>
              <a:t>/m2</a:t>
            </a:r>
          </a:p>
          <a:p>
            <a:pPr marL="933450" lvl="2">
              <a:buFont typeface="Wingdings"/>
              <a:buChar char="§"/>
            </a:pPr>
            <a:r>
              <a:rPr lang="en-US" err="1">
                <a:latin typeface="Arial"/>
                <a:cs typeface="Arial"/>
              </a:rPr>
              <a:t>max_wind_gust_m</a:t>
            </a:r>
            <a:r>
              <a:rPr lang="en-US">
                <a:latin typeface="Arial"/>
                <a:cs typeface="Arial"/>
              </a:rPr>
              <a:t>/s, </a:t>
            </a:r>
            <a:r>
              <a:rPr lang="en-US" err="1">
                <a:latin typeface="Arial"/>
                <a:cs typeface="Arial"/>
              </a:rPr>
              <a:t>meridional_wind_m</a:t>
            </a:r>
            <a:r>
              <a:rPr lang="en-US">
                <a:latin typeface="Arial"/>
                <a:cs typeface="Arial"/>
              </a:rPr>
              <a:t>/s and </a:t>
            </a:r>
            <a:r>
              <a:rPr lang="en-US" err="1">
                <a:latin typeface="Arial"/>
                <a:cs typeface="Arial"/>
              </a:rPr>
              <a:t>zonal_wind_m</a:t>
            </a:r>
            <a:r>
              <a:rPr lang="en-US">
                <a:latin typeface="Arial"/>
                <a:cs typeface="Arial"/>
              </a:rPr>
              <a:t>/s</a:t>
            </a:r>
            <a:endParaRPr lang="en-US"/>
          </a:p>
        </p:txBody>
      </p:sp>
      <p:sp>
        <p:nvSpPr>
          <p:cNvPr id="5" name="Textfeld 7">
            <a:extLst>
              <a:ext uri="{FF2B5EF4-FFF2-40B4-BE49-F238E27FC236}">
                <a16:creationId xmlns:a16="http://schemas.microsoft.com/office/drawing/2014/main" id="{A1E7BCF7-25FC-B533-FEFA-F6262D08E956}"/>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87586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28A3B6-AF46-D79A-1BEB-01E40DF9E843}"/>
              </a:ext>
            </a:extLst>
          </p:cNvPr>
          <p:cNvSpPr>
            <a:spLocks noGrp="1"/>
          </p:cNvSpPr>
          <p:nvPr>
            <p:ph type="title"/>
          </p:nvPr>
        </p:nvSpPr>
        <p:spPr/>
        <p:txBody>
          <a:bodyPr/>
          <a:lstStyle/>
          <a:p>
            <a:r>
              <a:rPr lang="en-US">
                <a:latin typeface="Arial"/>
                <a:cs typeface="Arial"/>
              </a:rPr>
              <a:t>LLM anonymize column</a:t>
            </a:r>
            <a:endParaRPr lang="en-US"/>
          </a:p>
        </p:txBody>
      </p:sp>
      <p:sp>
        <p:nvSpPr>
          <p:cNvPr id="3" name="Textplatzhalter 2">
            <a:extLst>
              <a:ext uri="{FF2B5EF4-FFF2-40B4-BE49-F238E27FC236}">
                <a16:creationId xmlns:a16="http://schemas.microsoft.com/office/drawing/2014/main" id="{5E51938E-67AB-F4AB-F586-113D2BF61B07}"/>
              </a:ext>
            </a:extLst>
          </p:cNvPr>
          <p:cNvSpPr>
            <a:spLocks noGrp="1"/>
          </p:cNvSpPr>
          <p:nvPr>
            <p:ph type="body" sz="quarter" idx="12"/>
          </p:nvPr>
        </p:nvSpPr>
        <p:spPr/>
        <p:txBody>
          <a:bodyPr lIns="0" tIns="0" rIns="0" bIns="0" anchor="t"/>
          <a:lstStyle/>
          <a:p>
            <a:r>
              <a:rPr lang="en-US">
                <a:latin typeface="Arial"/>
                <a:cs typeface="Arial"/>
              </a:rPr>
              <a:t>| Original value           | Anonymized ID | Notes |</a:t>
            </a:r>
            <a:endParaRPr lang="en-US"/>
          </a:p>
          <a:p>
            <a:r>
              <a:rPr lang="en-US">
                <a:latin typeface="Arial"/>
                <a:cs typeface="Arial"/>
              </a:rPr>
              <a:t>| Atlantis waterpark       | **Site_001**  | Unique identifier for the waterpark site. |</a:t>
            </a:r>
            <a:endParaRPr lang="en-US"/>
          </a:p>
          <a:p>
            <a:r>
              <a:rPr lang="en-US">
                <a:latin typeface="Arial"/>
                <a:cs typeface="Arial"/>
              </a:rPr>
              <a:t>| Logistic </a:t>
            </a:r>
            <a:r>
              <a:rPr lang="en-US" err="1">
                <a:latin typeface="Arial"/>
                <a:cs typeface="Arial"/>
              </a:rPr>
              <a:t>centre</a:t>
            </a:r>
            <a:r>
              <a:rPr lang="en-US">
                <a:latin typeface="Arial"/>
                <a:cs typeface="Arial"/>
              </a:rPr>
              <a:t>         | **Site_002**  | Unique identifier for the logistic centre. |</a:t>
            </a:r>
            <a:endParaRPr lang="en-US"/>
          </a:p>
        </p:txBody>
      </p:sp>
      <p:sp>
        <p:nvSpPr>
          <p:cNvPr id="5" name="Textfeld 7">
            <a:extLst>
              <a:ext uri="{FF2B5EF4-FFF2-40B4-BE49-F238E27FC236}">
                <a16:creationId xmlns:a16="http://schemas.microsoft.com/office/drawing/2014/main" id="{1F973C89-3FAE-6F7C-CE38-17B683B9CC1F}"/>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6627545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49D053-4560-0F83-6C28-34CE66BF5A29}"/>
              </a:ext>
            </a:extLst>
          </p:cNvPr>
          <p:cNvSpPr>
            <a:spLocks noGrp="1"/>
          </p:cNvSpPr>
          <p:nvPr>
            <p:ph type="title"/>
          </p:nvPr>
        </p:nvSpPr>
        <p:spPr/>
        <p:txBody>
          <a:bodyPr/>
          <a:lstStyle/>
          <a:p>
            <a:r>
              <a:rPr lang="en-US">
                <a:latin typeface="Arial"/>
                <a:cs typeface="Arial"/>
              </a:rPr>
              <a:t>Confidence score different for same column</a:t>
            </a:r>
            <a:endParaRPr lang="en-US"/>
          </a:p>
        </p:txBody>
      </p:sp>
      <p:pic>
        <p:nvPicPr>
          <p:cNvPr id="4" name="Grafik 3" descr="Ein Bild, das Text, Screenshot, Zahl, Schrift enthält.&#10;&#10;KI-generierte Inhalte können fehlerhaft sein.">
            <a:extLst>
              <a:ext uri="{FF2B5EF4-FFF2-40B4-BE49-F238E27FC236}">
                <a16:creationId xmlns:a16="http://schemas.microsoft.com/office/drawing/2014/main" id="{E6400539-2A57-878B-5D39-B46845CFBCB5}"/>
              </a:ext>
            </a:extLst>
          </p:cNvPr>
          <p:cNvPicPr>
            <a:picLocks noChangeAspect="1"/>
          </p:cNvPicPr>
          <p:nvPr/>
        </p:nvPicPr>
        <p:blipFill>
          <a:blip r:embed="rId2"/>
          <a:stretch>
            <a:fillRect/>
          </a:stretch>
        </p:blipFill>
        <p:spPr>
          <a:xfrm>
            <a:off x="284480" y="889000"/>
            <a:ext cx="8656320" cy="3484880"/>
          </a:xfrm>
          <a:prstGeom prst="rect">
            <a:avLst/>
          </a:prstGeom>
        </p:spPr>
      </p:pic>
      <p:sp>
        <p:nvSpPr>
          <p:cNvPr id="5" name="Textfeld 7">
            <a:extLst>
              <a:ext uri="{FF2B5EF4-FFF2-40B4-BE49-F238E27FC236}">
                <a16:creationId xmlns:a16="http://schemas.microsoft.com/office/drawing/2014/main" id="{B20B9E5B-3633-730F-EECC-2DA446385290}"/>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22081678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8D0AA59-5301-4BA7-34EB-3F3A21DF3137}"/>
              </a:ext>
            </a:extLst>
          </p:cNvPr>
          <p:cNvSpPr>
            <a:spLocks noGrp="1"/>
          </p:cNvSpPr>
          <p:nvPr>
            <p:ph type="title"/>
          </p:nvPr>
        </p:nvSpPr>
        <p:spPr/>
        <p:txBody>
          <a:bodyPr/>
          <a:lstStyle/>
          <a:p>
            <a:r>
              <a:rPr lang="en-US">
                <a:latin typeface="Arial"/>
                <a:cs typeface="Arial"/>
              </a:rPr>
              <a:t>Confidence score different for same column even with same data</a:t>
            </a:r>
            <a:endParaRPr lang="en-US"/>
          </a:p>
        </p:txBody>
      </p:sp>
      <p:pic>
        <p:nvPicPr>
          <p:cNvPr id="4" name="Grafik 3" descr="Ein Bild, das Text, Screenshot, Zahl, Schrift enthält.&#10;&#10;KI-generierte Inhalte können fehlerhaft sein.">
            <a:extLst>
              <a:ext uri="{FF2B5EF4-FFF2-40B4-BE49-F238E27FC236}">
                <a16:creationId xmlns:a16="http://schemas.microsoft.com/office/drawing/2014/main" id="{CA5BBE96-CB11-A8AB-A63F-860AF6881BB3}"/>
              </a:ext>
            </a:extLst>
          </p:cNvPr>
          <p:cNvPicPr>
            <a:picLocks noChangeAspect="1"/>
          </p:cNvPicPr>
          <p:nvPr/>
        </p:nvPicPr>
        <p:blipFill>
          <a:blip r:embed="rId2"/>
          <a:stretch>
            <a:fillRect/>
          </a:stretch>
        </p:blipFill>
        <p:spPr>
          <a:xfrm>
            <a:off x="0" y="1038049"/>
            <a:ext cx="9144000" cy="3583021"/>
          </a:xfrm>
          <a:prstGeom prst="rect">
            <a:avLst/>
          </a:prstGeom>
        </p:spPr>
      </p:pic>
      <p:sp>
        <p:nvSpPr>
          <p:cNvPr id="5" name="Textfeld 7">
            <a:extLst>
              <a:ext uri="{FF2B5EF4-FFF2-40B4-BE49-F238E27FC236}">
                <a16:creationId xmlns:a16="http://schemas.microsoft.com/office/drawing/2014/main" id="{397B7AA5-176A-AE8F-FF81-9999A1D50868}"/>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18374979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8ABC82-5ACB-966C-EFFA-1A7B60AF7E73}"/>
              </a:ext>
            </a:extLst>
          </p:cNvPr>
          <p:cNvSpPr>
            <a:spLocks noGrp="1"/>
          </p:cNvSpPr>
          <p:nvPr>
            <p:ph type="title"/>
          </p:nvPr>
        </p:nvSpPr>
        <p:spPr/>
        <p:txBody>
          <a:bodyPr/>
          <a:lstStyle/>
          <a:p>
            <a:r>
              <a:rPr lang="en-US">
                <a:latin typeface="Arial"/>
                <a:cs typeface="Arial"/>
              </a:rPr>
              <a:t>Data type false detected</a:t>
            </a:r>
            <a:endParaRPr lang="en-US"/>
          </a:p>
        </p:txBody>
      </p:sp>
      <p:pic>
        <p:nvPicPr>
          <p:cNvPr id="5" name="Grafik 4" descr="Ein Bild, das Text, Screenshot, Schrift, Zahl enthält.&#10;&#10;KI-generierte Inhalte können fehlerhaft sein.">
            <a:extLst>
              <a:ext uri="{FF2B5EF4-FFF2-40B4-BE49-F238E27FC236}">
                <a16:creationId xmlns:a16="http://schemas.microsoft.com/office/drawing/2014/main" id="{6BB42FC5-4AA1-4DC0-411B-D46E54EC3CD2}"/>
              </a:ext>
            </a:extLst>
          </p:cNvPr>
          <p:cNvPicPr>
            <a:picLocks noChangeAspect="1"/>
          </p:cNvPicPr>
          <p:nvPr/>
        </p:nvPicPr>
        <p:blipFill>
          <a:blip r:embed="rId2"/>
          <a:stretch>
            <a:fillRect/>
          </a:stretch>
        </p:blipFill>
        <p:spPr>
          <a:xfrm>
            <a:off x="142240" y="790276"/>
            <a:ext cx="8859520" cy="2950809"/>
          </a:xfrm>
          <a:prstGeom prst="rect">
            <a:avLst/>
          </a:prstGeom>
        </p:spPr>
      </p:pic>
      <p:sp>
        <p:nvSpPr>
          <p:cNvPr id="4" name="Textfeld 7">
            <a:extLst>
              <a:ext uri="{FF2B5EF4-FFF2-40B4-BE49-F238E27FC236}">
                <a16:creationId xmlns:a16="http://schemas.microsoft.com/office/drawing/2014/main" id="{E606A12F-8EAB-7C1A-BFB6-1C44C89D6601}"/>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spTree>
    <p:extLst>
      <p:ext uri="{BB962C8B-B14F-4D97-AF65-F5344CB8AC3E}">
        <p14:creationId xmlns:p14="http://schemas.microsoft.com/office/powerpoint/2010/main" val="3486865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4869B-1B90-C7D6-708A-C1F163DC9C3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C4ED4DD-938C-2FA3-9BF4-C224F0B9B283}"/>
              </a:ext>
            </a:extLst>
          </p:cNvPr>
          <p:cNvSpPr>
            <a:spLocks noGrp="1"/>
          </p:cNvSpPr>
          <p:nvPr>
            <p:ph type="title"/>
          </p:nvPr>
        </p:nvSpPr>
        <p:spPr/>
        <p:txBody>
          <a:bodyPr/>
          <a:lstStyle/>
          <a:p>
            <a:r>
              <a:rPr lang="en-US">
                <a:latin typeface="Arial"/>
                <a:cs typeface="Arial"/>
              </a:rPr>
              <a:t>Data type false detected</a:t>
            </a:r>
            <a:endParaRPr lang="en-US"/>
          </a:p>
        </p:txBody>
      </p:sp>
      <p:sp>
        <p:nvSpPr>
          <p:cNvPr id="4" name="Textfeld 7">
            <a:extLst>
              <a:ext uri="{FF2B5EF4-FFF2-40B4-BE49-F238E27FC236}">
                <a16:creationId xmlns:a16="http://schemas.microsoft.com/office/drawing/2014/main" id="{1CFB476A-7FF9-D0B8-138E-EACEFBA11AE9}"/>
              </a:ext>
            </a:extLst>
          </p:cNvPr>
          <p:cNvSpPr txBox="1"/>
          <p:nvPr/>
        </p:nvSpPr>
        <p:spPr>
          <a:xfrm>
            <a:off x="448126" y="6330276"/>
            <a:ext cx="3217291" cy="461665"/>
          </a:xfrm>
          <a:prstGeom prst="rect">
            <a:avLst/>
          </a:prstGeom>
          <a:solidFill>
            <a:schemeClr val="bg1"/>
          </a:solidFill>
        </p:spPr>
        <p:txBody>
          <a:bodyPr rot="0" spcFirstLastPara="0" vert="horz" wrap="square" lIns="0" tIns="0" rIns="0" bIns="0" numCol="1" spcCol="0" rtlCol="0" fromWordArt="0" anchor="t" anchorCtr="0" forceAA="0" compatLnSpc="1">
            <a:prstTxWarp prst="textNoShape">
              <a:avLst/>
            </a:prstTxWarp>
            <a:spAutoFit/>
          </a:bodyPr>
          <a:ls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sz="1000">
              <a:latin typeface="Arial"/>
              <a:cs typeface="Arial"/>
            </a:endParaRPr>
          </a:p>
          <a:p>
            <a:endParaRPr lang="en-US" sz="1000">
              <a:latin typeface="Arial"/>
              <a:cs typeface="Arial"/>
            </a:endParaRPr>
          </a:p>
          <a:p>
            <a:r>
              <a:rPr lang="en-US" sz="1000">
                <a:latin typeface="Arial"/>
                <a:cs typeface="Arial"/>
              </a:rPr>
              <a:t>| Haochen Zhang | 11.05.2026</a:t>
            </a:r>
            <a:endParaRPr lang="en-US" sz="1000">
              <a:cs typeface="Arial"/>
            </a:endParaRPr>
          </a:p>
        </p:txBody>
      </p:sp>
      <p:pic>
        <p:nvPicPr>
          <p:cNvPr id="3" name="Grafik 2" descr="Ein Bild, das Text, Screenshot, Zahl, Schrift enthält.&#10;&#10;KI-generierte Inhalte können fehlerhaft sein.">
            <a:extLst>
              <a:ext uri="{FF2B5EF4-FFF2-40B4-BE49-F238E27FC236}">
                <a16:creationId xmlns:a16="http://schemas.microsoft.com/office/drawing/2014/main" id="{1EB75D9C-5CE6-1A28-8F61-56C043E2B077}"/>
              </a:ext>
            </a:extLst>
          </p:cNvPr>
          <p:cNvPicPr>
            <a:picLocks noChangeAspect="1"/>
          </p:cNvPicPr>
          <p:nvPr/>
        </p:nvPicPr>
        <p:blipFill>
          <a:blip r:embed="rId2"/>
          <a:stretch>
            <a:fillRect/>
          </a:stretch>
        </p:blipFill>
        <p:spPr>
          <a:xfrm>
            <a:off x="0" y="747863"/>
            <a:ext cx="9144000" cy="5362273"/>
          </a:xfrm>
          <a:prstGeom prst="rect">
            <a:avLst/>
          </a:prstGeom>
        </p:spPr>
      </p:pic>
    </p:spTree>
    <p:extLst>
      <p:ext uri="{BB962C8B-B14F-4D97-AF65-F5344CB8AC3E}">
        <p14:creationId xmlns:p14="http://schemas.microsoft.com/office/powerpoint/2010/main" val="1313113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23379E-125B-963F-D9E4-122ECEBE12AD}"/>
              </a:ext>
            </a:extLst>
          </p:cNvPr>
          <p:cNvSpPr>
            <a:spLocks noGrp="1"/>
          </p:cNvSpPr>
          <p:nvPr>
            <p:ph type="title"/>
          </p:nvPr>
        </p:nvSpPr>
        <p:spPr/>
        <p:txBody>
          <a:bodyPr/>
          <a:lstStyle/>
          <a:p>
            <a:r>
              <a:rPr lang="en-US">
                <a:latin typeface="Arial"/>
                <a:cs typeface="Arial"/>
              </a:rPr>
              <a:t>Data type false detected</a:t>
            </a:r>
            <a:endParaRPr lang="en-US"/>
          </a:p>
        </p:txBody>
      </p:sp>
      <p:pic>
        <p:nvPicPr>
          <p:cNvPr id="4" name="Grafik 3" descr="Ein Bild, das Text, Screenshot, Schrift, Reihe enthält.&#10;&#10;KI-generierte Inhalte können fehlerhaft sein.">
            <a:extLst>
              <a:ext uri="{FF2B5EF4-FFF2-40B4-BE49-F238E27FC236}">
                <a16:creationId xmlns:a16="http://schemas.microsoft.com/office/drawing/2014/main" id="{CD22A491-A062-78F9-8687-409B3024836A}"/>
              </a:ext>
            </a:extLst>
          </p:cNvPr>
          <p:cNvPicPr>
            <a:picLocks noChangeAspect="1"/>
          </p:cNvPicPr>
          <p:nvPr/>
        </p:nvPicPr>
        <p:blipFill>
          <a:blip r:embed="rId2"/>
          <a:stretch>
            <a:fillRect/>
          </a:stretch>
        </p:blipFill>
        <p:spPr>
          <a:xfrm>
            <a:off x="0" y="921315"/>
            <a:ext cx="9144000" cy="1357771"/>
          </a:xfrm>
          <a:prstGeom prst="rect">
            <a:avLst/>
          </a:prstGeom>
        </p:spPr>
      </p:pic>
    </p:spTree>
    <p:extLst>
      <p:ext uri="{BB962C8B-B14F-4D97-AF65-F5344CB8AC3E}">
        <p14:creationId xmlns:p14="http://schemas.microsoft.com/office/powerpoint/2010/main" val="2543953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7EEC94-62C0-7757-40E1-7DF3EB5B71C8}"/>
              </a:ext>
            </a:extLst>
          </p:cNvPr>
          <p:cNvSpPr>
            <a:spLocks noGrp="1"/>
          </p:cNvSpPr>
          <p:nvPr>
            <p:ph type="title"/>
          </p:nvPr>
        </p:nvSpPr>
        <p:spPr/>
        <p:txBody>
          <a:bodyPr/>
          <a:lstStyle/>
          <a:p>
            <a:r>
              <a:rPr lang="en-US">
                <a:latin typeface="Arial"/>
                <a:cs typeface="Arial"/>
              </a:rPr>
              <a:t>Date preprocessing</a:t>
            </a:r>
            <a:endParaRPr lang="en-US"/>
          </a:p>
        </p:txBody>
      </p:sp>
      <p:sp>
        <p:nvSpPr>
          <p:cNvPr id="3" name="Textplatzhalter 2">
            <a:extLst>
              <a:ext uri="{FF2B5EF4-FFF2-40B4-BE49-F238E27FC236}">
                <a16:creationId xmlns:a16="http://schemas.microsoft.com/office/drawing/2014/main" id="{2D24DE48-B0CC-D5E6-5EA9-630F0D9EC2A3}"/>
              </a:ext>
            </a:extLst>
          </p:cNvPr>
          <p:cNvSpPr>
            <a:spLocks noGrp="1"/>
          </p:cNvSpPr>
          <p:nvPr>
            <p:ph type="body" sz="quarter" idx="12"/>
          </p:nvPr>
        </p:nvSpPr>
        <p:spPr/>
        <p:txBody>
          <a:bodyPr lIns="0" tIns="0" rIns="0" bIns="0" anchor="t"/>
          <a:lstStyle/>
          <a:p>
            <a:r>
              <a:rPr lang="en-US">
                <a:latin typeface="Arial"/>
                <a:cs typeface="Arial"/>
              </a:rPr>
              <a:t>Missing Value</a:t>
            </a:r>
            <a:endParaRPr lang="en-US"/>
          </a:p>
          <a:p>
            <a:endParaRPr lang="en-US">
              <a:latin typeface="Arial"/>
              <a:cs typeface="Arial"/>
            </a:endParaRPr>
          </a:p>
          <a:p>
            <a:r>
              <a:rPr lang="en-US">
                <a:latin typeface="Arial"/>
                <a:cs typeface="Arial"/>
              </a:rPr>
              <a:t>Relationship between columns​</a:t>
            </a:r>
            <a:endParaRPr lang="en-US"/>
          </a:p>
        </p:txBody>
      </p:sp>
    </p:spTree>
    <p:extLst>
      <p:ext uri="{BB962C8B-B14F-4D97-AF65-F5344CB8AC3E}">
        <p14:creationId xmlns:p14="http://schemas.microsoft.com/office/powerpoint/2010/main" val="23125626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768E64-46E8-ADC2-072B-C884F9AF61B8}"/>
              </a:ext>
            </a:extLst>
          </p:cNvPr>
          <p:cNvSpPr>
            <a:spLocks noGrp="1"/>
          </p:cNvSpPr>
          <p:nvPr>
            <p:ph type="ctrTitle"/>
          </p:nvPr>
        </p:nvSpPr>
        <p:spPr/>
        <p:txBody>
          <a:bodyPr/>
          <a:lstStyle/>
          <a:p>
            <a:r>
              <a:rPr lang="en-US" err="1">
                <a:latin typeface="Arial"/>
                <a:cs typeface="Arial"/>
              </a:rPr>
              <a:t>GridFM-Datakit</a:t>
            </a:r>
            <a:endParaRPr lang="en-US" err="1"/>
          </a:p>
        </p:txBody>
      </p:sp>
      <p:sp>
        <p:nvSpPr>
          <p:cNvPr id="4" name="Untertitel 3">
            <a:extLst>
              <a:ext uri="{FF2B5EF4-FFF2-40B4-BE49-F238E27FC236}">
                <a16:creationId xmlns:a16="http://schemas.microsoft.com/office/drawing/2014/main" id="{2348E2EA-CA2C-EE22-0E5F-D4F54453ED20}"/>
              </a:ext>
            </a:extLst>
          </p:cNvPr>
          <p:cNvSpPr>
            <a:spLocks noGrp="1"/>
          </p:cNvSpPr>
          <p:nvPr>
            <p:ph type="subTitle" idx="1"/>
          </p:nvPr>
        </p:nvSpPr>
        <p:spPr/>
        <p:txBody>
          <a:bodyPr lIns="0" tIns="0" rIns="0" bIns="0" anchor="t"/>
          <a:lstStyle/>
          <a:p>
            <a:r>
              <a:rPr lang="en-US">
                <a:latin typeface="Arial"/>
                <a:cs typeface="Arial"/>
              </a:rPr>
              <a:t>This section records the errors and bug </a:t>
            </a:r>
            <a:r>
              <a:rPr lang="en-US" err="1">
                <a:latin typeface="Arial"/>
                <a:cs typeface="Arial"/>
              </a:rPr>
              <a:t>i</a:t>
            </a:r>
            <a:r>
              <a:rPr lang="en-US">
                <a:latin typeface="Arial"/>
                <a:cs typeface="Arial"/>
              </a:rPr>
              <a:t> met, during the test of </a:t>
            </a:r>
            <a:r>
              <a:rPr lang="en-US" err="1">
                <a:latin typeface="Arial"/>
                <a:cs typeface="Arial"/>
              </a:rPr>
              <a:t>GridFM</a:t>
            </a:r>
            <a:r>
              <a:rPr lang="en-US">
                <a:latin typeface="Arial"/>
                <a:cs typeface="Arial"/>
              </a:rPr>
              <a:t>. And how to solve them</a:t>
            </a:r>
            <a:endParaRPr lang="en-US"/>
          </a:p>
        </p:txBody>
      </p:sp>
      <p:sp>
        <p:nvSpPr>
          <p:cNvPr id="3" name="Textplatzhalter 2">
            <a:extLst>
              <a:ext uri="{FF2B5EF4-FFF2-40B4-BE49-F238E27FC236}">
                <a16:creationId xmlns:a16="http://schemas.microsoft.com/office/drawing/2014/main" id="{20A11E2C-742C-1B1B-C63F-03A5E73282E6}"/>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10367523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latin typeface="Arial"/>
                <a:cs typeface="Arial"/>
              </a:rPr>
              <a:t>Errors</a:t>
            </a:r>
            <a:endParaRPr lang="de-DE"/>
          </a:p>
        </p:txBody>
      </p:sp>
      <p:sp>
        <p:nvSpPr>
          <p:cNvPr id="5" name="Textplatzhalter 4"/>
          <p:cNvSpPr>
            <a:spLocks noGrp="1"/>
          </p:cNvSpPr>
          <p:nvPr>
            <p:ph type="body" sz="quarter" idx="13"/>
          </p:nvPr>
        </p:nvSpPr>
        <p:spPr/>
        <p:txBody>
          <a:bodyPr lIns="0" tIns="0" rIns="0" bIns="0" anchor="t"/>
          <a:lstStyle/>
          <a:p>
            <a:pPr marL="215900" indent="-215900">
              <a:buChar char="•"/>
            </a:pPr>
            <a:r>
              <a:rPr lang="en-US" err="1">
                <a:latin typeface="Arial"/>
                <a:cs typeface="Arial"/>
              </a:rPr>
              <a:t>Models.parse_file</a:t>
            </a:r>
            <a:r>
              <a:rPr lang="en-US">
                <a:latin typeface="Arial"/>
                <a:cs typeface="Arial"/>
              </a:rPr>
              <a:t>("C:\Users\..."):  invalid </a:t>
            </a:r>
            <a:r>
              <a:rPr lang="en-US" err="1">
                <a:latin typeface="Arial"/>
                <a:cs typeface="Arial"/>
              </a:rPr>
              <a:t>unicode</a:t>
            </a:r>
            <a:r>
              <a:rPr lang="en-US">
                <a:latin typeface="Arial"/>
                <a:cs typeface="Arial"/>
              </a:rPr>
              <a:t> escape \U</a:t>
            </a:r>
            <a:endParaRPr lang="en-US">
              <a:latin typeface="Arial"/>
            </a:endParaRPr>
          </a:p>
          <a:p>
            <a:pPr marL="215900" indent="-215900">
              <a:buSzPct val="114999"/>
              <a:buChar char="•"/>
            </a:pPr>
            <a:r>
              <a:rPr lang="en-US">
                <a:latin typeface="Arial"/>
                <a:cs typeface="Arial"/>
              </a:rPr>
              <a:t>Julia cannot </a:t>
            </a:r>
            <a:r>
              <a:rPr lang="en-US" err="1">
                <a:latin typeface="Arial"/>
                <a:cs typeface="Arial"/>
              </a:rPr>
              <a:t>handle:"C</a:t>
            </a:r>
            <a:r>
              <a:rPr lang="en-US">
                <a:latin typeface="Arial"/>
                <a:cs typeface="Arial"/>
              </a:rPr>
              <a:t>:\Users\..."</a:t>
            </a:r>
            <a:endParaRPr lang="en-US">
              <a:latin typeface="Arial"/>
            </a:endParaRPr>
          </a:p>
          <a:p>
            <a:pPr marL="431800" lvl="1">
              <a:buSzPct val="114999"/>
              <a:buFont typeface="Courier New" panose="020B0604020202020204" pitchFamily="34" charset="0"/>
              <a:buChar char="o"/>
            </a:pPr>
            <a:r>
              <a:rPr lang="en-US"/>
              <a:t>\U is interpreted as a Unicode escape</a:t>
            </a:r>
          </a:p>
          <a:p>
            <a:pPr marL="431800" lvl="1">
              <a:buSzPct val="114999"/>
              <a:buFont typeface="Courier New" panose="020B0604020202020204" pitchFamily="34" charset="0"/>
              <a:buChar char="o"/>
            </a:pPr>
            <a:endParaRPr lang="en-US"/>
          </a:p>
          <a:p>
            <a:pPr marL="215900" indent="-215900">
              <a:buSzPct val="114999"/>
              <a:buChar char="•"/>
            </a:pPr>
            <a:endParaRPr lang="en-US"/>
          </a:p>
          <a:p>
            <a:pPr marL="215900" indent="-215900">
              <a:buSzPct val="114999"/>
              <a:buChar char="•"/>
            </a:pPr>
            <a:r>
              <a:rPr lang="en-US">
                <a:cs typeface="Arial"/>
              </a:rPr>
              <a:t>Replaced </a:t>
            </a:r>
            <a:r>
              <a:rPr lang="en-US">
                <a:cs typeface="Arial"/>
                <a:hlinkClick r:id="rId2" invalidUrl="file:///\\"/>
              </a:rPr>
              <a:t>\\</a:t>
            </a:r>
            <a:r>
              <a:rPr lang="en-US">
                <a:cs typeface="Arial"/>
              </a:rPr>
              <a:t> with / in network.py, process_network.py and solvers.py</a:t>
            </a:r>
            <a:endParaRPr lang="en-US"/>
          </a:p>
          <a:p>
            <a:pPr marL="215900" indent="-215900">
              <a:buSzPct val="114999"/>
              <a:buChar char="•"/>
            </a:pPr>
            <a:r>
              <a:rPr lang="en-US">
                <a:cs typeface="Arial"/>
              </a:rPr>
              <a:t>Function </a:t>
            </a:r>
            <a:r>
              <a:rPr lang="en-US" err="1">
                <a:ea typeface="+mj-lt"/>
                <a:cs typeface="+mj-lt"/>
              </a:rPr>
              <a:t>fix_path</a:t>
            </a:r>
            <a:r>
              <a:rPr lang="en-US">
                <a:ea typeface="+mj-lt"/>
                <a:cs typeface="+mj-lt"/>
              </a:rPr>
              <a:t>(p) added in </a:t>
            </a:r>
            <a:r>
              <a:rPr lang="en-US" err="1">
                <a:ea typeface="+mj-lt"/>
                <a:cs typeface="+mj-lt"/>
              </a:rPr>
              <a:t>init_julia</a:t>
            </a:r>
            <a:r>
              <a:rPr lang="en-US">
                <a:ea typeface="+mj-lt"/>
                <a:cs typeface="+mj-lt"/>
              </a:rPr>
              <a:t> in </a:t>
            </a:r>
            <a:r>
              <a:rPr lang="en-US" err="1">
                <a:ea typeface="+mj-lt"/>
                <a:cs typeface="+mj-lt"/>
              </a:rPr>
              <a:t>process_network</a:t>
            </a:r>
            <a:r>
              <a:rPr lang="en-US">
                <a:ea typeface="+mj-lt"/>
                <a:cs typeface="+mj-lt"/>
              </a:rPr>
              <a:t>.py</a:t>
            </a:r>
            <a:endParaRPr lang="en-US"/>
          </a:p>
          <a:p>
            <a:pPr marL="215900" indent="-215900">
              <a:buSzPct val="114999"/>
              <a:buChar char="•"/>
            </a:pPr>
            <a:endParaRPr lang="en-US"/>
          </a:p>
          <a:p>
            <a:pPr marL="215900" indent="-215900">
              <a:buSzPct val="114999"/>
              <a:buChar char="•"/>
            </a:pPr>
            <a:endParaRPr lang="en-US"/>
          </a:p>
          <a:p>
            <a:pPr marL="215900" indent="-215900">
              <a:buSzPct val="114999"/>
              <a:buChar char="•"/>
            </a:pPr>
            <a:endParaRPr lang="en-US"/>
          </a:p>
        </p:txBody>
      </p:sp>
      <p:pic>
        <p:nvPicPr>
          <p:cNvPr id="3" name="Grafik 2">
            <a:extLst>
              <a:ext uri="{FF2B5EF4-FFF2-40B4-BE49-F238E27FC236}">
                <a16:creationId xmlns:a16="http://schemas.microsoft.com/office/drawing/2014/main" id="{8D757AA6-1F28-1B9F-589B-B0468EC46B14}"/>
              </a:ext>
            </a:extLst>
          </p:cNvPr>
          <p:cNvPicPr>
            <a:picLocks noChangeAspect="1"/>
          </p:cNvPicPr>
          <p:nvPr/>
        </p:nvPicPr>
        <p:blipFill>
          <a:blip r:embed="rId3"/>
          <a:stretch>
            <a:fillRect/>
          </a:stretch>
        </p:blipFill>
        <p:spPr>
          <a:xfrm>
            <a:off x="0" y="3858403"/>
            <a:ext cx="9144000" cy="1498315"/>
          </a:xfrm>
          <a:prstGeom prst="rect">
            <a:avLst/>
          </a:prstGeom>
        </p:spPr>
      </p:pic>
    </p:spTree>
    <p:extLst>
      <p:ext uri="{BB962C8B-B14F-4D97-AF65-F5344CB8AC3E}">
        <p14:creationId xmlns:p14="http://schemas.microsoft.com/office/powerpoint/2010/main" val="13365814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1818F4-EC24-4F68-0592-2C44B0DEF6F9}"/>
              </a:ext>
            </a:extLst>
          </p:cNvPr>
          <p:cNvSpPr>
            <a:spLocks noGrp="1"/>
          </p:cNvSpPr>
          <p:nvPr>
            <p:ph type="title"/>
          </p:nvPr>
        </p:nvSpPr>
        <p:spPr/>
        <p:txBody>
          <a:bodyPr/>
          <a:lstStyle/>
          <a:p>
            <a:r>
              <a:rPr lang="de-DE">
                <a:latin typeface="Arial"/>
                <a:cs typeface="Arial"/>
              </a:rPr>
              <a:t>Errors</a:t>
            </a:r>
            <a:endParaRPr lang="de-DE"/>
          </a:p>
        </p:txBody>
      </p:sp>
      <p:sp>
        <p:nvSpPr>
          <p:cNvPr id="3" name="Textplatzhalter 2">
            <a:extLst>
              <a:ext uri="{FF2B5EF4-FFF2-40B4-BE49-F238E27FC236}">
                <a16:creationId xmlns:a16="http://schemas.microsoft.com/office/drawing/2014/main" id="{CCAF820D-1F2B-6EF1-B273-2FFD4BC34DD6}"/>
              </a:ext>
            </a:extLst>
          </p:cNvPr>
          <p:cNvSpPr>
            <a:spLocks noGrp="1"/>
          </p:cNvSpPr>
          <p:nvPr>
            <p:ph type="body" sz="quarter" idx="12"/>
          </p:nvPr>
        </p:nvSpPr>
        <p:spPr/>
        <p:txBody>
          <a:bodyPr lIns="0" tIns="0" rIns="0" bIns="0" anchor="t"/>
          <a:lstStyle/>
          <a:p>
            <a:pPr marL="285750" indent="-285750">
              <a:buFont typeface="Arial"/>
              <a:buChar char="•"/>
            </a:pPr>
            <a:r>
              <a:rPr lang="en-US">
                <a:latin typeface="Arial"/>
                <a:cs typeface="Arial"/>
              </a:rPr>
              <a:t>ERROR: </a:t>
            </a:r>
            <a:r>
              <a:rPr lang="en-US" err="1">
                <a:latin typeface="Arial"/>
                <a:cs typeface="Arial"/>
              </a:rPr>
              <a:t>ArgumentError</a:t>
            </a:r>
            <a:r>
              <a:rPr lang="en-US">
                <a:latin typeface="Arial"/>
                <a:cs typeface="Arial"/>
              </a:rPr>
              <a:t>: Package </a:t>
            </a:r>
            <a:r>
              <a:rPr lang="en-US" err="1">
                <a:latin typeface="Arial"/>
                <a:cs typeface="Arial"/>
              </a:rPr>
              <a:t>PowerModels</a:t>
            </a:r>
            <a:r>
              <a:rPr lang="en-US">
                <a:latin typeface="Arial"/>
                <a:cs typeface="Arial"/>
              </a:rPr>
              <a:t> not </a:t>
            </a:r>
            <a:r>
              <a:rPr lang="en-US" err="1">
                <a:latin typeface="Arial"/>
                <a:cs typeface="Arial"/>
              </a:rPr>
              <a:t>found</a:t>
            </a:r>
            <a:r>
              <a:rPr lang="en-US">
                <a:latin typeface="Arial"/>
                <a:cs typeface="Arial"/>
              </a:rPr>
              <a:t> in </a:t>
            </a:r>
            <a:r>
              <a:rPr lang="en-US" err="1">
                <a:latin typeface="Arial"/>
                <a:cs typeface="Arial"/>
              </a:rPr>
              <a:t>current</a:t>
            </a:r>
            <a:r>
              <a:rPr lang="en-US">
                <a:latin typeface="Arial"/>
                <a:cs typeface="Arial"/>
              </a:rPr>
              <a:t> </a:t>
            </a:r>
            <a:r>
              <a:rPr lang="en-US" err="1">
                <a:latin typeface="Arial"/>
                <a:cs typeface="Arial"/>
              </a:rPr>
              <a:t>path</a:t>
            </a:r>
            <a:r>
              <a:rPr lang="en-US">
                <a:latin typeface="Arial"/>
                <a:cs typeface="Arial"/>
              </a:rPr>
              <a:t>.</a:t>
            </a:r>
          </a:p>
          <a:p>
            <a:pPr marL="285750" indent="-285750">
              <a:buFont typeface="Arial"/>
              <a:buChar char="•"/>
            </a:pPr>
            <a:endParaRPr lang="en-US">
              <a:latin typeface="Arial"/>
              <a:cs typeface="Arial"/>
            </a:endParaRPr>
          </a:p>
          <a:p>
            <a:pPr marL="285750" indent="-285750">
              <a:buFont typeface="Arial"/>
              <a:buChar char="•"/>
            </a:pPr>
            <a:endParaRPr lang="en-US">
              <a:latin typeface="Arial"/>
              <a:cs typeface="Arial"/>
            </a:endParaRPr>
          </a:p>
          <a:p>
            <a:pPr marL="285750" indent="-285750">
              <a:buFont typeface="Arial"/>
              <a:buChar char="•"/>
            </a:pPr>
            <a:endParaRPr lang="en-US">
              <a:latin typeface="Arial"/>
              <a:cs typeface="Arial"/>
            </a:endParaRPr>
          </a:p>
          <a:p>
            <a:pPr marL="285750" indent="-285750">
              <a:buFont typeface="Arial"/>
              <a:buChar char="•"/>
            </a:pPr>
            <a:r>
              <a:rPr lang="en-US">
                <a:latin typeface="Arial"/>
                <a:cs typeface="Arial"/>
              </a:rPr>
              <a:t>Fixed </a:t>
            </a:r>
            <a:r>
              <a:rPr lang="en-US" err="1">
                <a:latin typeface="Arial"/>
                <a:cs typeface="Arial"/>
              </a:rPr>
              <a:t>by</a:t>
            </a:r>
            <a:r>
              <a:rPr lang="en-US">
                <a:latin typeface="Arial"/>
                <a:cs typeface="Arial"/>
              </a:rPr>
              <a:t> </a:t>
            </a:r>
            <a:r>
              <a:rPr lang="en-US" err="1">
                <a:latin typeface="Arial"/>
                <a:cs typeface="Arial"/>
              </a:rPr>
              <a:t>installing</a:t>
            </a:r>
            <a:r>
              <a:rPr lang="en-US">
                <a:latin typeface="Arial"/>
                <a:cs typeface="Arial"/>
              </a:rPr>
              <a:t> </a:t>
            </a:r>
            <a:r>
              <a:rPr lang="en-US" err="1">
                <a:latin typeface="Arial"/>
                <a:cs typeface="Arial"/>
              </a:rPr>
              <a:t>PowerModels</a:t>
            </a:r>
            <a:r>
              <a:rPr lang="en-US">
                <a:latin typeface="Arial"/>
                <a:cs typeface="Arial"/>
              </a:rPr>
              <a:t> in </a:t>
            </a:r>
            <a:r>
              <a:rPr lang="en-US" err="1">
                <a:latin typeface="Arial"/>
                <a:cs typeface="Arial"/>
              </a:rPr>
              <a:t>virtuell</a:t>
            </a:r>
            <a:r>
              <a:rPr lang="en-US">
                <a:latin typeface="Arial"/>
                <a:cs typeface="Arial"/>
              </a:rPr>
              <a:t> </a:t>
            </a:r>
            <a:r>
              <a:rPr lang="en-US" err="1">
                <a:latin typeface="Arial"/>
                <a:cs typeface="Arial"/>
              </a:rPr>
              <a:t>environment</a:t>
            </a:r>
            <a:endParaRPr lang="en-US">
              <a:latin typeface="Arial"/>
              <a:cs typeface="Arial"/>
            </a:endParaRPr>
          </a:p>
          <a:p>
            <a:pPr marL="285750" indent="-285750">
              <a:buFont typeface="Arial"/>
              <a:buChar char="•"/>
            </a:pPr>
            <a:endParaRPr lang="en-US">
              <a:latin typeface="Arial"/>
              <a:cs typeface="Arial"/>
            </a:endParaRPr>
          </a:p>
        </p:txBody>
      </p:sp>
    </p:spTree>
    <p:extLst>
      <p:ext uri="{BB962C8B-B14F-4D97-AF65-F5344CB8AC3E}">
        <p14:creationId xmlns:p14="http://schemas.microsoft.com/office/powerpoint/2010/main" val="11219796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58B660-E1F7-E5DE-AF52-367F78F9C800}"/>
              </a:ext>
            </a:extLst>
          </p:cNvPr>
          <p:cNvSpPr>
            <a:spLocks noGrp="1"/>
          </p:cNvSpPr>
          <p:nvPr>
            <p:ph type="title"/>
          </p:nvPr>
        </p:nvSpPr>
        <p:spPr/>
        <p:txBody>
          <a:bodyPr/>
          <a:lstStyle/>
          <a:p>
            <a:r>
              <a:rPr lang="de-DE"/>
              <a:t>Errors</a:t>
            </a:r>
          </a:p>
        </p:txBody>
      </p:sp>
      <p:sp>
        <p:nvSpPr>
          <p:cNvPr id="3" name="Textplatzhalter 2">
            <a:extLst>
              <a:ext uri="{FF2B5EF4-FFF2-40B4-BE49-F238E27FC236}">
                <a16:creationId xmlns:a16="http://schemas.microsoft.com/office/drawing/2014/main" id="{DF67ABFC-5956-BCD0-4454-8DB16B98B4D1}"/>
              </a:ext>
            </a:extLst>
          </p:cNvPr>
          <p:cNvSpPr>
            <a:spLocks noGrp="1"/>
          </p:cNvSpPr>
          <p:nvPr>
            <p:ph type="body" sz="quarter" idx="12"/>
          </p:nvPr>
        </p:nvSpPr>
        <p:spPr/>
        <p:txBody>
          <a:bodyPr lIns="0" tIns="0" rIns="0" bIns="0" anchor="t"/>
          <a:lstStyle/>
          <a:p>
            <a:pPr marL="285750" indent="-285750">
              <a:buFont typeface="Arial"/>
              <a:buChar char="•"/>
            </a:pPr>
            <a:r>
              <a:rPr lang="de-DE">
                <a:latin typeface="Arial"/>
                <a:cs typeface="Arial"/>
              </a:rPr>
              <a:t>ERROR: </a:t>
            </a:r>
            <a:r>
              <a:rPr lang="de-DE" err="1">
                <a:latin typeface="Arial"/>
                <a:cs typeface="Arial"/>
              </a:rPr>
              <a:t>UndefVarError</a:t>
            </a:r>
            <a:r>
              <a:rPr lang="de-DE">
                <a:latin typeface="Arial"/>
                <a:cs typeface="Arial"/>
              </a:rPr>
              <a:t>: `Models` not </a:t>
            </a:r>
            <a:r>
              <a:rPr lang="de-DE" err="1">
                <a:latin typeface="Arial"/>
                <a:cs typeface="Arial"/>
              </a:rPr>
              <a:t>defined</a:t>
            </a:r>
            <a:r>
              <a:rPr lang="de-DE">
                <a:latin typeface="Arial"/>
                <a:cs typeface="Arial"/>
              </a:rPr>
              <a:t> in `Main`</a:t>
            </a:r>
          </a:p>
          <a:p>
            <a:pPr marL="717550" lvl="1">
              <a:buFont typeface="Courier New"/>
              <a:buChar char="o"/>
            </a:pPr>
            <a:r>
              <a:rPr lang="de-DE" err="1">
                <a:latin typeface="Arial"/>
                <a:cs typeface="Arial"/>
              </a:rPr>
              <a:t>Caused</a:t>
            </a:r>
            <a:r>
              <a:rPr lang="de-DE">
                <a:latin typeface="Arial"/>
                <a:cs typeface="Arial"/>
              </a:rPr>
              <a:t> </a:t>
            </a:r>
            <a:r>
              <a:rPr lang="de-DE" err="1">
                <a:latin typeface="Arial"/>
                <a:cs typeface="Arial"/>
              </a:rPr>
              <a:t>by</a:t>
            </a:r>
            <a:r>
              <a:rPr lang="de-DE">
                <a:latin typeface="Arial"/>
                <a:cs typeface="Arial"/>
              </a:rPr>
              <a:t> </a:t>
            </a:r>
            <a:r>
              <a:rPr lang="de-DE" err="1">
                <a:latin typeface="Arial"/>
                <a:cs typeface="Arial"/>
              </a:rPr>
              <a:t>Models.parse_file</a:t>
            </a:r>
            <a:r>
              <a:rPr lang="de-DE">
                <a:latin typeface="Arial"/>
                <a:cs typeface="Arial"/>
              </a:rPr>
              <a:t>(...) in network.py</a:t>
            </a:r>
          </a:p>
          <a:p>
            <a:pPr marL="285750" indent="-285750">
              <a:buFont typeface="Arial"/>
              <a:buChar char="•"/>
            </a:pPr>
            <a:endParaRPr lang="de-DE">
              <a:latin typeface="Arial"/>
              <a:cs typeface="Arial"/>
            </a:endParaRPr>
          </a:p>
          <a:p>
            <a:pPr marL="285750" indent="-285750">
              <a:buFont typeface="Arial"/>
              <a:buChar char="•"/>
            </a:pPr>
            <a:endParaRPr lang="de-DE">
              <a:latin typeface="Arial"/>
              <a:cs typeface="Arial"/>
            </a:endParaRPr>
          </a:p>
          <a:p>
            <a:pPr marL="285750" indent="-285750">
              <a:buFont typeface="Arial"/>
              <a:buChar char="•"/>
            </a:pPr>
            <a:endParaRPr lang="de-DE">
              <a:latin typeface="Arial"/>
              <a:cs typeface="Arial"/>
            </a:endParaRPr>
          </a:p>
          <a:p>
            <a:pPr marL="285750" indent="-285750">
              <a:buFont typeface="Arial"/>
              <a:buChar char="•"/>
            </a:pPr>
            <a:r>
              <a:rPr lang="de-DE">
                <a:latin typeface="Arial"/>
                <a:cs typeface="Arial"/>
              </a:rPr>
              <a:t>Fixed </a:t>
            </a:r>
            <a:r>
              <a:rPr lang="de-DE" err="1">
                <a:latin typeface="Arial"/>
                <a:cs typeface="Arial"/>
              </a:rPr>
              <a:t>to</a:t>
            </a:r>
            <a:r>
              <a:rPr lang="de-DE">
                <a:latin typeface="Arial"/>
                <a:cs typeface="Arial"/>
              </a:rPr>
              <a:t> </a:t>
            </a:r>
            <a:r>
              <a:rPr lang="de-DE" err="1">
                <a:latin typeface="Arial"/>
                <a:cs typeface="Arial"/>
              </a:rPr>
              <a:t>PowerModels.parse_file</a:t>
            </a:r>
            <a:r>
              <a:rPr lang="de-DE">
                <a:latin typeface="Arial"/>
                <a:cs typeface="Arial"/>
              </a:rPr>
              <a:t>(...)</a:t>
            </a:r>
          </a:p>
          <a:p>
            <a:pPr marL="717550" lvl="1">
              <a:buFont typeface="Courier New"/>
              <a:buChar char="o"/>
            </a:pPr>
            <a:endParaRPr lang="de-DE">
              <a:latin typeface="Arial"/>
              <a:cs typeface="Arial"/>
            </a:endParaRPr>
          </a:p>
          <a:p>
            <a:pPr marL="717550" lvl="1">
              <a:buFont typeface="Courier New"/>
              <a:buChar char="o"/>
            </a:pPr>
            <a:endParaRPr lang="de-DE">
              <a:latin typeface="Arial"/>
              <a:cs typeface="Arial"/>
            </a:endParaRPr>
          </a:p>
        </p:txBody>
      </p:sp>
    </p:spTree>
    <p:extLst>
      <p:ext uri="{BB962C8B-B14F-4D97-AF65-F5344CB8AC3E}">
        <p14:creationId xmlns:p14="http://schemas.microsoft.com/office/powerpoint/2010/main" val="30682195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8076E5-CEEE-16D9-A6DF-724D0EED9CBC}"/>
              </a:ext>
            </a:extLst>
          </p:cNvPr>
          <p:cNvSpPr>
            <a:spLocks noGrp="1"/>
          </p:cNvSpPr>
          <p:nvPr>
            <p:ph type="title"/>
          </p:nvPr>
        </p:nvSpPr>
        <p:spPr/>
        <p:txBody>
          <a:bodyPr/>
          <a:lstStyle/>
          <a:p>
            <a:r>
              <a:rPr lang="en-US">
                <a:latin typeface="Arial"/>
                <a:cs typeface="Arial"/>
              </a:rPr>
              <a:t>Input data for </a:t>
            </a:r>
            <a:r>
              <a:rPr lang="en-US" err="1">
                <a:latin typeface="Arial"/>
                <a:cs typeface="Arial"/>
              </a:rPr>
              <a:t>GridFM-Datakit</a:t>
            </a:r>
            <a:endParaRPr lang="en-US" err="1"/>
          </a:p>
        </p:txBody>
      </p:sp>
      <p:sp>
        <p:nvSpPr>
          <p:cNvPr id="3" name="Textplatzhalter 2">
            <a:extLst>
              <a:ext uri="{FF2B5EF4-FFF2-40B4-BE49-F238E27FC236}">
                <a16:creationId xmlns:a16="http://schemas.microsoft.com/office/drawing/2014/main" id="{2A10800E-740F-C478-F3D0-7E88B8C1B5A6}"/>
              </a:ext>
            </a:extLst>
          </p:cNvPr>
          <p:cNvSpPr>
            <a:spLocks noGrp="1"/>
          </p:cNvSpPr>
          <p:nvPr>
            <p:ph type="body" sz="quarter" idx="12"/>
          </p:nvPr>
        </p:nvSpPr>
        <p:spPr/>
        <p:txBody>
          <a:bodyPr lIns="0" tIns="0" rIns="0" bIns="0" anchor="t"/>
          <a:lstStyle/>
          <a:p>
            <a:pPr marL="285750" indent="-285750">
              <a:buFont typeface="Arial"/>
              <a:buChar char="•"/>
            </a:pPr>
            <a:r>
              <a:rPr lang="de-DE" err="1">
                <a:latin typeface="Arial"/>
                <a:cs typeface="Arial"/>
              </a:rPr>
              <a:t>Imported</a:t>
            </a:r>
            <a:r>
              <a:rPr lang="de-DE">
                <a:latin typeface="Arial"/>
                <a:cs typeface="Arial"/>
              </a:rPr>
              <a:t> </a:t>
            </a:r>
            <a:r>
              <a:rPr lang="de-DE" err="1">
                <a:latin typeface="Arial"/>
                <a:cs typeface="Arial"/>
              </a:rPr>
              <a:t>from</a:t>
            </a:r>
            <a:r>
              <a:rPr lang="de-DE">
                <a:latin typeface="Arial"/>
                <a:cs typeface="Arial"/>
              </a:rPr>
              <a:t> </a:t>
            </a:r>
            <a:r>
              <a:rPr lang="de-DE" err="1">
                <a:latin typeface="Arial"/>
                <a:cs typeface="Arial"/>
              </a:rPr>
              <a:t>standard</a:t>
            </a:r>
            <a:r>
              <a:rPr lang="de-DE">
                <a:latin typeface="Arial"/>
                <a:cs typeface="Arial"/>
              </a:rPr>
              <a:t> </a:t>
            </a:r>
            <a:r>
              <a:rPr lang="de-DE" err="1">
                <a:latin typeface="Arial"/>
                <a:cs typeface="Arial"/>
              </a:rPr>
              <a:t>formats</a:t>
            </a:r>
            <a:r>
              <a:rPr lang="de-DE">
                <a:latin typeface="Arial"/>
                <a:cs typeface="Arial"/>
              </a:rPr>
              <a:t>:</a:t>
            </a:r>
            <a:endParaRPr lang="de-DE"/>
          </a:p>
          <a:p>
            <a:pPr marL="1149350" lvl="1" indent="-285750">
              <a:buFont typeface="Courier New"/>
              <a:buChar char="o"/>
            </a:pPr>
            <a:r>
              <a:rPr lang="de-DE">
                <a:latin typeface="Arial"/>
                <a:cs typeface="Arial"/>
              </a:rPr>
              <a:t>MATPOWER (.m </a:t>
            </a:r>
            <a:r>
              <a:rPr lang="de-DE" err="1">
                <a:latin typeface="Arial"/>
                <a:cs typeface="Arial"/>
              </a:rPr>
              <a:t>files</a:t>
            </a:r>
            <a:r>
              <a:rPr lang="de-DE">
                <a:latin typeface="Arial"/>
                <a:cs typeface="Arial"/>
              </a:rPr>
              <a:t>)</a:t>
            </a:r>
          </a:p>
          <a:p>
            <a:pPr marL="717550" lvl="1" indent="-285750">
              <a:buFont typeface="Courier New"/>
              <a:buChar char="o"/>
            </a:pPr>
            <a:endParaRPr lang="de-DE"/>
          </a:p>
          <a:p>
            <a:pPr marL="285750" indent="-285750">
              <a:buFont typeface="Arial"/>
              <a:buChar char="•"/>
            </a:pPr>
            <a:endParaRPr lang="de-DE"/>
          </a:p>
          <a:p>
            <a:pPr marL="285750" indent="-285750">
              <a:buFont typeface="Arial"/>
              <a:buChar char="•"/>
            </a:pPr>
            <a:endParaRPr lang="de-DE"/>
          </a:p>
          <a:p>
            <a:pPr marL="285750" indent="-285750">
              <a:buFont typeface="Arial"/>
              <a:buChar char="•"/>
            </a:pPr>
            <a:endParaRPr lang="de-DE"/>
          </a:p>
          <a:p>
            <a:pPr marL="285750" indent="-285750">
              <a:buFont typeface="Arial"/>
              <a:buChar char="•"/>
            </a:pPr>
            <a:endParaRPr lang="de-DE"/>
          </a:p>
          <a:p>
            <a:pPr marL="285750" indent="-285750">
              <a:buFont typeface="Arial"/>
              <a:buChar char="•"/>
            </a:pPr>
            <a:r>
              <a:rPr lang="de-DE">
                <a:latin typeface="Arial"/>
                <a:cs typeface="Arial"/>
              </a:rPr>
              <a:t>Input </a:t>
            </a:r>
            <a:r>
              <a:rPr lang="de-DE" err="1">
                <a:latin typeface="Arial"/>
                <a:cs typeface="Arial"/>
              </a:rPr>
              <a:t>data</a:t>
            </a:r>
            <a:r>
              <a:rPr lang="de-DE">
                <a:latin typeface="Arial"/>
                <a:cs typeface="Arial"/>
              </a:rPr>
              <a:t>: </a:t>
            </a:r>
            <a:endParaRPr lang="de-DE" err="1"/>
          </a:p>
          <a:p>
            <a:pPr marL="717550" lvl="1" indent="-285750">
              <a:buFont typeface="Courier New"/>
              <a:buChar char="o"/>
            </a:pPr>
            <a:r>
              <a:rPr lang="de-DE">
                <a:latin typeface="Arial"/>
                <a:cs typeface="Arial"/>
              </a:rPr>
              <a:t>Bus </a:t>
            </a:r>
            <a:r>
              <a:rPr lang="de-DE" err="1">
                <a:latin typeface="Arial"/>
                <a:cs typeface="Arial"/>
              </a:rPr>
              <a:t>data</a:t>
            </a:r>
            <a:endParaRPr lang="de-DE"/>
          </a:p>
          <a:p>
            <a:pPr marL="717550" lvl="1" indent="-285750">
              <a:buFont typeface="Courier New"/>
              <a:buChar char="o"/>
            </a:pPr>
            <a:r>
              <a:rPr lang="de-DE">
                <a:latin typeface="Arial"/>
                <a:cs typeface="Arial"/>
              </a:rPr>
              <a:t>Generator Data</a:t>
            </a:r>
          </a:p>
          <a:p>
            <a:pPr marL="717550" lvl="1" indent="-285750">
              <a:buFont typeface="Courier New"/>
              <a:buChar char="o"/>
            </a:pPr>
            <a:r>
              <a:rPr lang="de-DE">
                <a:latin typeface="Arial"/>
                <a:cs typeface="Arial"/>
              </a:rPr>
              <a:t>Branch Data</a:t>
            </a:r>
            <a:endParaRPr lang="de-DE"/>
          </a:p>
        </p:txBody>
      </p:sp>
    </p:spTree>
    <p:extLst>
      <p:ext uri="{BB962C8B-B14F-4D97-AF65-F5344CB8AC3E}">
        <p14:creationId xmlns:p14="http://schemas.microsoft.com/office/powerpoint/2010/main" val="4956246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B8B45B-3E13-BD28-F4C2-722D2EE5B67A}"/>
              </a:ext>
            </a:extLst>
          </p:cNvPr>
          <p:cNvSpPr>
            <a:spLocks noGrp="1"/>
          </p:cNvSpPr>
          <p:nvPr>
            <p:ph type="title"/>
          </p:nvPr>
        </p:nvSpPr>
        <p:spPr/>
        <p:txBody>
          <a:bodyPr/>
          <a:lstStyle/>
          <a:p>
            <a:r>
              <a:rPr lang="en-US">
                <a:latin typeface="Arial"/>
                <a:cs typeface="Arial"/>
              </a:rPr>
              <a:t>Bus data</a:t>
            </a:r>
            <a:endParaRPr lang="en-US"/>
          </a:p>
        </p:txBody>
      </p:sp>
      <p:pic>
        <p:nvPicPr>
          <p:cNvPr id="4" name="Grafik 3">
            <a:extLst>
              <a:ext uri="{FF2B5EF4-FFF2-40B4-BE49-F238E27FC236}">
                <a16:creationId xmlns:a16="http://schemas.microsoft.com/office/drawing/2014/main" id="{C7663505-2AB3-ABB5-8A67-3071ED735E63}"/>
              </a:ext>
            </a:extLst>
          </p:cNvPr>
          <p:cNvPicPr>
            <a:picLocks noChangeAspect="1"/>
          </p:cNvPicPr>
          <p:nvPr/>
        </p:nvPicPr>
        <p:blipFill>
          <a:blip r:embed="rId2"/>
          <a:stretch>
            <a:fillRect/>
          </a:stretch>
        </p:blipFill>
        <p:spPr>
          <a:xfrm>
            <a:off x="284480" y="785889"/>
            <a:ext cx="8575040" cy="5601183"/>
          </a:xfrm>
          <a:prstGeom prst="rect">
            <a:avLst/>
          </a:prstGeom>
        </p:spPr>
      </p:pic>
    </p:spTree>
    <p:extLst>
      <p:ext uri="{BB962C8B-B14F-4D97-AF65-F5344CB8AC3E}">
        <p14:creationId xmlns:p14="http://schemas.microsoft.com/office/powerpoint/2010/main" val="488997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648358D-1345-B752-9A4C-DD33590CC93E}"/>
              </a:ext>
            </a:extLst>
          </p:cNvPr>
          <p:cNvSpPr>
            <a:spLocks noGrp="1"/>
          </p:cNvSpPr>
          <p:nvPr>
            <p:ph type="title"/>
          </p:nvPr>
        </p:nvSpPr>
        <p:spPr/>
        <p:txBody>
          <a:bodyPr/>
          <a:lstStyle/>
          <a:p>
            <a:r>
              <a:rPr lang="de-DE">
                <a:latin typeface="Arial"/>
                <a:cs typeface="Arial"/>
              </a:rPr>
              <a:t>Generator Data</a:t>
            </a:r>
            <a:endParaRPr lang="de-DE"/>
          </a:p>
        </p:txBody>
      </p:sp>
      <p:pic>
        <p:nvPicPr>
          <p:cNvPr id="5" name="Grafik 4">
            <a:extLst>
              <a:ext uri="{FF2B5EF4-FFF2-40B4-BE49-F238E27FC236}">
                <a16:creationId xmlns:a16="http://schemas.microsoft.com/office/drawing/2014/main" id="{FF4D2716-6E01-2A78-0998-3E260CEEC5FD}"/>
              </a:ext>
            </a:extLst>
          </p:cNvPr>
          <p:cNvPicPr>
            <a:picLocks noChangeAspect="1"/>
          </p:cNvPicPr>
          <p:nvPr/>
        </p:nvPicPr>
        <p:blipFill>
          <a:blip r:embed="rId2"/>
          <a:stretch>
            <a:fillRect/>
          </a:stretch>
        </p:blipFill>
        <p:spPr>
          <a:xfrm>
            <a:off x="700088" y="1128713"/>
            <a:ext cx="7743825" cy="4600575"/>
          </a:xfrm>
          <a:prstGeom prst="rect">
            <a:avLst/>
          </a:prstGeom>
        </p:spPr>
      </p:pic>
    </p:spTree>
    <p:extLst>
      <p:ext uri="{BB962C8B-B14F-4D97-AF65-F5344CB8AC3E}">
        <p14:creationId xmlns:p14="http://schemas.microsoft.com/office/powerpoint/2010/main" val="223227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A2E581-303A-C3AC-5FF2-03902BB7B58B}"/>
              </a:ext>
            </a:extLst>
          </p:cNvPr>
          <p:cNvSpPr>
            <a:spLocks noGrp="1"/>
          </p:cNvSpPr>
          <p:nvPr>
            <p:ph type="title"/>
          </p:nvPr>
        </p:nvSpPr>
        <p:spPr/>
        <p:txBody>
          <a:bodyPr/>
          <a:lstStyle/>
          <a:p>
            <a:r>
              <a:rPr lang="de-DE">
                <a:latin typeface="Arial"/>
                <a:cs typeface="Arial"/>
              </a:rPr>
              <a:t>Branch Data</a:t>
            </a:r>
            <a:endParaRPr lang="de-DE"/>
          </a:p>
        </p:txBody>
      </p:sp>
      <p:pic>
        <p:nvPicPr>
          <p:cNvPr id="4" name="Grafik 3">
            <a:extLst>
              <a:ext uri="{FF2B5EF4-FFF2-40B4-BE49-F238E27FC236}">
                <a16:creationId xmlns:a16="http://schemas.microsoft.com/office/drawing/2014/main" id="{AFD6619D-E3DA-A18E-3F1A-40D893C223B6}"/>
              </a:ext>
            </a:extLst>
          </p:cNvPr>
          <p:cNvPicPr>
            <a:picLocks noChangeAspect="1"/>
          </p:cNvPicPr>
          <p:nvPr/>
        </p:nvPicPr>
        <p:blipFill>
          <a:blip r:embed="rId2"/>
          <a:stretch>
            <a:fillRect/>
          </a:stretch>
        </p:blipFill>
        <p:spPr>
          <a:xfrm>
            <a:off x="42862" y="1071562"/>
            <a:ext cx="9058275" cy="4714875"/>
          </a:xfrm>
          <a:prstGeom prst="rect">
            <a:avLst/>
          </a:prstGeom>
        </p:spPr>
      </p:pic>
    </p:spTree>
    <p:extLst>
      <p:ext uri="{BB962C8B-B14F-4D97-AF65-F5344CB8AC3E}">
        <p14:creationId xmlns:p14="http://schemas.microsoft.com/office/powerpoint/2010/main" val="12617159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8B64-B087-3453-2129-9F510264569D}"/>
              </a:ext>
            </a:extLst>
          </p:cNvPr>
          <p:cNvSpPr>
            <a:spLocks noGrp="1"/>
          </p:cNvSpPr>
          <p:nvPr>
            <p:ph type="title"/>
          </p:nvPr>
        </p:nvSpPr>
        <p:spPr/>
        <p:txBody>
          <a:bodyPr/>
          <a:lstStyle/>
          <a:p>
            <a:r>
              <a:rPr lang="en-US">
                <a:latin typeface="Arial"/>
                <a:cs typeface="Arial"/>
              </a:rPr>
              <a:t>Ontology</a:t>
            </a:r>
            <a:endParaRPr lang="en-US"/>
          </a:p>
        </p:txBody>
      </p:sp>
      <p:sp>
        <p:nvSpPr>
          <p:cNvPr id="3" name="Text Placeholder 2">
            <a:extLst>
              <a:ext uri="{FF2B5EF4-FFF2-40B4-BE49-F238E27FC236}">
                <a16:creationId xmlns:a16="http://schemas.microsoft.com/office/drawing/2014/main" id="{BA591AF7-1B9B-B78E-DE72-A09CA808CB7B}"/>
              </a:ext>
            </a:extLst>
          </p:cNvPr>
          <p:cNvSpPr>
            <a:spLocks noGrp="1"/>
          </p:cNvSpPr>
          <p:nvPr>
            <p:ph type="body" sz="quarter" idx="12"/>
          </p:nvPr>
        </p:nvSpPr>
        <p:spPr/>
        <p:txBody>
          <a:bodyPr lIns="0" tIns="0" rIns="0" bIns="0" anchor="t"/>
          <a:lstStyle/>
          <a:p>
            <a:pPr marL="285750" indent="-285750">
              <a:buFont typeface="Arial"/>
              <a:buChar char="•"/>
            </a:pPr>
            <a:r>
              <a:rPr lang="en-US" dirty="0" err="1">
                <a:latin typeface="Arial"/>
                <a:cs typeface="Arial"/>
              </a:rPr>
              <a:t>pd.ttl</a:t>
            </a:r>
            <a:r>
              <a:rPr lang="en-US" dirty="0">
                <a:latin typeface="Arial"/>
                <a:cs typeface="Arial"/>
              </a:rPr>
              <a:t> → the main vocabulary/knowledge model.</a:t>
            </a:r>
            <a:endParaRPr lang="en-US" dirty="0"/>
          </a:p>
          <a:p>
            <a:pPr marL="285750" indent="-285750">
              <a:buFont typeface="Arial"/>
              <a:buChar char="•"/>
            </a:pPr>
            <a:r>
              <a:rPr lang="en-US" dirty="0">
                <a:latin typeface="Arial"/>
                <a:cs typeface="Arial"/>
              </a:rPr>
              <a:t>pd-</a:t>
            </a:r>
            <a:r>
              <a:rPr lang="en-US" dirty="0" err="1">
                <a:latin typeface="Arial"/>
                <a:cs typeface="Arial"/>
              </a:rPr>
              <a:t>owl.ttl</a:t>
            </a:r>
            <a:r>
              <a:rPr lang="en-US" dirty="0">
                <a:latin typeface="Arial"/>
                <a:cs typeface="Arial"/>
              </a:rPr>
              <a:t> → an OWL ontology version of the same vocabulary.</a:t>
            </a:r>
          </a:p>
          <a:p>
            <a:pPr marL="285750" indent="-285750">
              <a:buFont typeface="Arial"/>
              <a:buChar char="•"/>
            </a:pPr>
            <a:endParaRPr lang="en-US" dirty="0"/>
          </a:p>
          <a:p>
            <a:pPr marL="285750" indent="-285750">
              <a:buFont typeface="Arial"/>
              <a:buChar char="•"/>
            </a:pPr>
            <a:r>
              <a:rPr lang="en-US"/>
              <a:t>Why do we need both?</a:t>
            </a:r>
            <a:endParaRPr lang="en-US" dirty="0"/>
          </a:p>
          <a:p>
            <a:pPr marL="717550" lvl="1">
              <a:buFont typeface="Courier New"/>
              <a:buChar char="o"/>
            </a:pPr>
            <a:r>
              <a:rPr lang="en-US" dirty="0">
                <a:latin typeface="Arial"/>
                <a:cs typeface="Arial"/>
              </a:rPr>
              <a:t>.</a:t>
            </a:r>
            <a:r>
              <a:rPr lang="en-US" dirty="0" err="1">
                <a:latin typeface="Arial"/>
                <a:cs typeface="Arial"/>
              </a:rPr>
              <a:t>ttl</a:t>
            </a:r>
            <a:r>
              <a:rPr lang="en-US" dirty="0">
                <a:latin typeface="Arial"/>
                <a:cs typeface="Arial"/>
              </a:rPr>
              <a:t> is mainly for defining concepts and relationships in a human- and machine-readable vocabulary.</a:t>
            </a:r>
            <a:endParaRPr lang="en-US" dirty="0"/>
          </a:p>
          <a:p>
            <a:pPr marL="717550" lvl="1">
              <a:buFont typeface="Courier New"/>
              <a:buChar char="o"/>
            </a:pPr>
            <a:r>
              <a:rPr lang="en-US" dirty="0" err="1">
                <a:latin typeface="Arial"/>
                <a:cs typeface="Arial"/>
              </a:rPr>
              <a:t>Owl.ttl</a:t>
            </a:r>
            <a:r>
              <a:rPr lang="en-US" dirty="0">
                <a:latin typeface="Arial"/>
                <a:cs typeface="Arial"/>
              </a:rPr>
              <a:t> </a:t>
            </a:r>
            <a:r>
              <a:rPr lang="en-US" sz="1100" dirty="0">
                <a:latin typeface="Segoe UI"/>
                <a:cs typeface="Segoe UI"/>
              </a:rPr>
              <a:t>expresses the same concepts as formal OWL classes.</a:t>
            </a:r>
            <a:endParaRPr lang="en-US" dirty="0"/>
          </a:p>
          <a:p>
            <a:pPr marL="717550" lvl="1">
              <a:buFont typeface="Courier New"/>
              <a:buChar char="o"/>
            </a:pPr>
            <a:endParaRPr lang="en-US" dirty="0"/>
          </a:p>
          <a:p>
            <a:pPr marL="285750" indent="-285750">
              <a:buFont typeface="Arial"/>
              <a:buChar char="•"/>
            </a:pPr>
            <a:endParaRPr lang="en-US" dirty="0"/>
          </a:p>
          <a:p>
            <a:pPr marL="285750" indent="-285750">
              <a:buFont typeface="Arial"/>
              <a:buChar char="•"/>
            </a:pPr>
            <a:r>
              <a:rPr lang="en-US" dirty="0" err="1">
                <a:latin typeface="Arial"/>
                <a:cs typeface="Arial"/>
              </a:rPr>
              <a:t>skos:Concept</a:t>
            </a:r>
            <a:r>
              <a:rPr lang="en-US" dirty="0">
                <a:latin typeface="Arial"/>
                <a:cs typeface="Arial"/>
              </a:rPr>
              <a:t> means it is treated as a concept in a taxonomy.</a:t>
            </a:r>
            <a:endParaRPr lang="en-US" dirty="0"/>
          </a:p>
          <a:p>
            <a:pPr marL="285750" indent="-285750">
              <a:buFont typeface="Arial"/>
              <a:buChar char="•"/>
            </a:pPr>
            <a:r>
              <a:rPr lang="en-US">
                <a:latin typeface="Arial"/>
                <a:cs typeface="Arial"/>
              </a:rPr>
              <a:t>Uses SKOS relations such as:</a:t>
            </a:r>
            <a:endParaRPr lang="en-US" dirty="0"/>
          </a:p>
          <a:p>
            <a:pPr marL="717550" indent="-215900">
              <a:buFont typeface="Courier New"/>
              <a:buChar char="o"/>
            </a:pPr>
            <a:r>
              <a:rPr lang="en-US" sz="1600" dirty="0" err="1">
                <a:latin typeface="Arial"/>
                <a:cs typeface="Arial"/>
              </a:rPr>
              <a:t>skos:broader</a:t>
            </a:r>
            <a:r>
              <a:rPr lang="en-US" sz="1600" dirty="0">
                <a:latin typeface="Arial"/>
                <a:cs typeface="Arial"/>
              </a:rPr>
              <a:t> </a:t>
            </a:r>
            <a:r>
              <a:rPr lang="en-US" sz="1600" dirty="0" err="1">
                <a:latin typeface="Arial"/>
                <a:cs typeface="Arial"/>
              </a:rPr>
              <a:t>pd:Language</a:t>
            </a:r>
            <a:r>
              <a:rPr lang="en-US" sz="1600" dirty="0">
                <a:latin typeface="Arial"/>
                <a:cs typeface="Arial"/>
              </a:rPr>
              <a:t> ;</a:t>
            </a:r>
          </a:p>
          <a:p>
            <a:pPr marL="717550" lvl="1">
              <a:buFont typeface="Courier New"/>
              <a:buChar char="o"/>
            </a:pPr>
            <a:r>
              <a:rPr lang="en-US" dirty="0" err="1">
                <a:latin typeface="Arial"/>
                <a:cs typeface="Arial"/>
              </a:rPr>
              <a:t>skos:inScheme</a:t>
            </a:r>
            <a:r>
              <a:rPr lang="en-US" dirty="0">
                <a:latin typeface="Arial"/>
                <a:cs typeface="Arial"/>
              </a:rPr>
              <a:t> </a:t>
            </a:r>
            <a:r>
              <a:rPr lang="en-US" dirty="0" err="1">
                <a:latin typeface="Arial"/>
                <a:cs typeface="Arial"/>
              </a:rPr>
              <a:t>pd:extended-classes</a:t>
            </a:r>
            <a:r>
              <a:rPr lang="en-US" dirty="0">
                <a:latin typeface="Arial"/>
                <a:cs typeface="Arial"/>
              </a:rPr>
              <a:t> ;</a:t>
            </a:r>
            <a:endParaRPr lang="en-US" dirty="0"/>
          </a:p>
          <a:p>
            <a:pPr marL="717550" lvl="1">
              <a:buFont typeface="Courier New"/>
              <a:buChar char="o"/>
            </a:pPr>
            <a:endParaRPr lang="en-US" dirty="0"/>
          </a:p>
          <a:p>
            <a:pPr marL="285750" indent="-285750">
              <a:buFont typeface="Arial"/>
              <a:buChar char="•"/>
            </a:pPr>
            <a:endParaRPr lang="en-US" dirty="0"/>
          </a:p>
          <a:p>
            <a:pPr marL="285750" indent="-285750">
              <a:buFont typeface="Arial"/>
              <a:buChar char="•"/>
            </a:pPr>
            <a:endParaRPr lang="en-US" dirty="0"/>
          </a:p>
        </p:txBody>
      </p:sp>
    </p:spTree>
    <p:extLst>
      <p:ext uri="{BB962C8B-B14F-4D97-AF65-F5344CB8AC3E}">
        <p14:creationId xmlns:p14="http://schemas.microsoft.com/office/powerpoint/2010/main" val="2617036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3B2E-ABF9-0C5D-3DBD-DF6FC8341D37}"/>
              </a:ext>
            </a:extLst>
          </p:cNvPr>
          <p:cNvSpPr>
            <a:spLocks noGrp="1"/>
          </p:cNvSpPr>
          <p:nvPr>
            <p:ph type="title"/>
          </p:nvPr>
        </p:nvSpPr>
        <p:spPr/>
        <p:txBody>
          <a:bodyPr/>
          <a:lstStyle/>
          <a:p>
            <a:r>
              <a:rPr lang="en-US"/>
              <a:t>Ontology</a:t>
            </a:r>
          </a:p>
        </p:txBody>
      </p:sp>
      <p:sp>
        <p:nvSpPr>
          <p:cNvPr id="3" name="Text Placeholder 2">
            <a:extLst>
              <a:ext uri="{FF2B5EF4-FFF2-40B4-BE49-F238E27FC236}">
                <a16:creationId xmlns:a16="http://schemas.microsoft.com/office/drawing/2014/main" id="{34E56A38-028A-88A8-8EB3-DC9CB14A9D9D}"/>
              </a:ext>
            </a:extLst>
          </p:cNvPr>
          <p:cNvSpPr>
            <a:spLocks noGrp="1"/>
          </p:cNvSpPr>
          <p:nvPr>
            <p:ph type="body" sz="quarter" idx="12"/>
          </p:nvPr>
        </p:nvSpPr>
        <p:spPr/>
        <p:txBody>
          <a:bodyPr lIns="0" tIns="0" rIns="0" bIns="0" anchor="t"/>
          <a:lstStyle/>
          <a:p>
            <a:pPr marL="285750" indent="-285750">
              <a:buFont typeface="Arial"/>
              <a:buChar char="•"/>
            </a:pPr>
            <a:r>
              <a:rPr lang="en-US" dirty="0">
                <a:latin typeface="Arial"/>
                <a:cs typeface="Arial"/>
              </a:rPr>
              <a:t>.</a:t>
            </a:r>
            <a:r>
              <a:rPr lang="en-US" dirty="0" err="1">
                <a:latin typeface="Arial"/>
                <a:cs typeface="Arial"/>
              </a:rPr>
              <a:t>ttl</a:t>
            </a:r>
            <a:r>
              <a:rPr lang="en-US" dirty="0">
                <a:latin typeface="Arial"/>
                <a:cs typeface="Arial"/>
              </a:rPr>
              <a:t>:</a:t>
            </a:r>
            <a:endParaRPr lang="en-US" dirty="0"/>
          </a:p>
          <a:p>
            <a:pPr marL="717550" lvl="1">
              <a:buFont typeface="Courier New"/>
              <a:buChar char="o"/>
            </a:pPr>
            <a:r>
              <a:rPr lang="en-US">
                <a:latin typeface="Segoe UI"/>
                <a:cs typeface="Segoe UI"/>
              </a:rPr>
              <a:t>Categorization</a:t>
            </a:r>
            <a:endParaRPr lang="en-US"/>
          </a:p>
          <a:p>
            <a:pPr marL="717550" lvl="1">
              <a:buFont typeface="Courier New"/>
              <a:buChar char="o"/>
            </a:pPr>
            <a:r>
              <a:rPr lang="en-US">
                <a:latin typeface="Arial"/>
                <a:cs typeface="Arial"/>
              </a:rPr>
              <a:t>b</a:t>
            </a:r>
            <a:r>
              <a:rPr lang="en-US">
                <a:latin typeface="Segoe UI"/>
                <a:cs typeface="Segoe UI"/>
              </a:rPr>
              <a:t>rowsing hierarchies</a:t>
            </a:r>
          </a:p>
          <a:p>
            <a:pPr marL="717550" lvl="1">
              <a:buFont typeface="Courier New"/>
              <a:buChar char="o"/>
            </a:pPr>
            <a:r>
              <a:rPr lang="en-US">
                <a:latin typeface="Segoe UI"/>
                <a:cs typeface="Segoe UI"/>
              </a:rPr>
              <a:t>Metadata vocabularies</a:t>
            </a:r>
          </a:p>
          <a:p>
            <a:pPr marL="717550" lvl="1">
              <a:buFont typeface="Courier New"/>
              <a:buChar char="o"/>
            </a:pPr>
            <a:r>
              <a:rPr lang="en-US">
                <a:latin typeface="Segoe UI"/>
                <a:cs typeface="Segoe UI"/>
              </a:rPr>
              <a:t>Documentation</a:t>
            </a:r>
            <a:endParaRPr lang="en-US"/>
          </a:p>
          <a:p>
            <a:pPr marL="431800" lvl="1">
              <a:buFont typeface="Courier New"/>
              <a:buChar char="o"/>
            </a:pPr>
            <a:endParaRPr lang="en-US" dirty="0">
              <a:latin typeface="Segoe UI"/>
              <a:cs typeface="Segoe UI"/>
            </a:endParaRPr>
          </a:p>
          <a:p>
            <a:pPr marL="431800" lvl="1">
              <a:buFont typeface="Courier New"/>
              <a:buChar char="o"/>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dirty="0" err="1">
                <a:latin typeface="Arial"/>
                <a:cs typeface="Arial"/>
              </a:rPr>
              <a:t>Owl.ttl</a:t>
            </a:r>
            <a:endParaRPr lang="en-US" dirty="0" err="1"/>
          </a:p>
          <a:p>
            <a:pPr marL="717550" lvl="1">
              <a:buFont typeface="Courier New"/>
              <a:buChar char="o"/>
            </a:pPr>
            <a:r>
              <a:rPr lang="en-US">
                <a:latin typeface="Segoe UI"/>
                <a:ea typeface="Calibri"/>
                <a:cs typeface="Segoe UI"/>
              </a:rPr>
              <a:t>Ontology reasoning</a:t>
            </a:r>
          </a:p>
          <a:p>
            <a:pPr marL="717550" lvl="1">
              <a:buFont typeface="Courier New"/>
              <a:buChar char="o"/>
            </a:pPr>
            <a:r>
              <a:rPr lang="en-US">
                <a:latin typeface="Segoe UI"/>
                <a:ea typeface="Calibri"/>
                <a:cs typeface="Segoe UI"/>
              </a:rPr>
              <a:t>Semantic validation</a:t>
            </a:r>
          </a:p>
          <a:p>
            <a:pPr marL="717550" lvl="1">
              <a:buFont typeface="Courier New"/>
              <a:buChar char="o"/>
            </a:pPr>
            <a:r>
              <a:rPr lang="en-US">
                <a:latin typeface="Segoe UI"/>
                <a:ea typeface="Calibri"/>
                <a:cs typeface="Segoe UI"/>
              </a:rPr>
              <a:t>Description Logic reasoning</a:t>
            </a:r>
          </a:p>
          <a:p>
            <a:pPr marL="717550" lvl="1">
              <a:buFont typeface="Courier New"/>
              <a:buChar char="o"/>
            </a:pPr>
            <a:endParaRPr lang="en-US" dirty="0"/>
          </a:p>
        </p:txBody>
      </p:sp>
    </p:spTree>
    <p:extLst>
      <p:ext uri="{BB962C8B-B14F-4D97-AF65-F5344CB8AC3E}">
        <p14:creationId xmlns:p14="http://schemas.microsoft.com/office/powerpoint/2010/main" val="10246737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E08D21-2131-CA51-4299-C9CA74B3E537}"/>
              </a:ext>
            </a:extLst>
          </p:cNvPr>
          <p:cNvSpPr>
            <a:spLocks noGrp="1"/>
          </p:cNvSpPr>
          <p:nvPr>
            <p:ph type="title"/>
          </p:nvPr>
        </p:nvSpPr>
        <p:spPr/>
        <p:txBody>
          <a:bodyPr/>
          <a:lstStyle/>
          <a:p>
            <a:r>
              <a:rPr lang="de-DE">
                <a:latin typeface="Arial"/>
                <a:cs typeface="Arial"/>
              </a:rPr>
              <a:t>DAS 17.07</a:t>
            </a:r>
            <a:endParaRPr lang="de-DE"/>
          </a:p>
        </p:txBody>
      </p:sp>
      <p:pic>
        <p:nvPicPr>
          <p:cNvPr id="4" name="Grafik 3">
            <a:extLst>
              <a:ext uri="{FF2B5EF4-FFF2-40B4-BE49-F238E27FC236}">
                <a16:creationId xmlns:a16="http://schemas.microsoft.com/office/drawing/2014/main" id="{6202808F-C8C9-963B-BC65-4A367A3806F1}"/>
              </a:ext>
            </a:extLst>
          </p:cNvPr>
          <p:cNvPicPr>
            <a:picLocks noChangeAspect="1"/>
          </p:cNvPicPr>
          <p:nvPr/>
        </p:nvPicPr>
        <p:blipFill>
          <a:blip r:embed="rId2"/>
          <a:stretch>
            <a:fillRect/>
          </a:stretch>
        </p:blipFill>
        <p:spPr>
          <a:xfrm>
            <a:off x="1159802" y="928913"/>
            <a:ext cx="6824395" cy="5188858"/>
          </a:xfrm>
          <a:prstGeom prst="rect">
            <a:avLst/>
          </a:prstGeom>
        </p:spPr>
      </p:pic>
    </p:spTree>
    <p:extLst>
      <p:ext uri="{BB962C8B-B14F-4D97-AF65-F5344CB8AC3E}">
        <p14:creationId xmlns:p14="http://schemas.microsoft.com/office/powerpoint/2010/main" val="27352448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CA5436C-5E20-456A-6CB4-1D899DE42F30}"/>
              </a:ext>
            </a:extLst>
          </p:cNvPr>
          <p:cNvSpPr>
            <a:spLocks noGrp="1"/>
          </p:cNvSpPr>
          <p:nvPr>
            <p:ph type="title"/>
          </p:nvPr>
        </p:nvSpPr>
        <p:spPr/>
        <p:txBody>
          <a:bodyPr/>
          <a:lstStyle/>
          <a:p>
            <a:r>
              <a:rPr lang="de-DE">
                <a:latin typeface="Arial"/>
                <a:cs typeface="Arial"/>
              </a:rPr>
              <a:t>DAS 17.07</a:t>
            </a:r>
            <a:endParaRPr lang="de-DE"/>
          </a:p>
        </p:txBody>
      </p:sp>
      <p:pic>
        <p:nvPicPr>
          <p:cNvPr id="4" name="Grafik 3">
            <a:extLst>
              <a:ext uri="{FF2B5EF4-FFF2-40B4-BE49-F238E27FC236}">
                <a16:creationId xmlns:a16="http://schemas.microsoft.com/office/drawing/2014/main" id="{044C9078-ACF3-AABB-8845-BD0AA4C87AD3}"/>
              </a:ext>
            </a:extLst>
          </p:cNvPr>
          <p:cNvPicPr>
            <a:picLocks noChangeAspect="1"/>
          </p:cNvPicPr>
          <p:nvPr/>
        </p:nvPicPr>
        <p:blipFill>
          <a:blip r:embed="rId2"/>
          <a:stretch>
            <a:fillRect/>
          </a:stretch>
        </p:blipFill>
        <p:spPr>
          <a:xfrm>
            <a:off x="667657" y="1246891"/>
            <a:ext cx="7808686" cy="4879474"/>
          </a:xfrm>
          <a:prstGeom prst="rect">
            <a:avLst/>
          </a:prstGeom>
        </p:spPr>
      </p:pic>
    </p:spTree>
    <p:extLst>
      <p:ext uri="{BB962C8B-B14F-4D97-AF65-F5344CB8AC3E}">
        <p14:creationId xmlns:p14="http://schemas.microsoft.com/office/powerpoint/2010/main" val="34574184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76739-E062-7A08-D22C-AB9F3D034588}"/>
              </a:ext>
            </a:extLst>
          </p:cNvPr>
          <p:cNvSpPr>
            <a:spLocks noGrp="1"/>
          </p:cNvSpPr>
          <p:nvPr>
            <p:ph type="title"/>
          </p:nvPr>
        </p:nvSpPr>
        <p:spPr/>
        <p:txBody>
          <a:bodyPr/>
          <a:lstStyle/>
          <a:p>
            <a:r>
              <a:rPr lang="en-US"/>
              <a:t>OWL</a:t>
            </a:r>
          </a:p>
        </p:txBody>
      </p:sp>
      <p:sp>
        <p:nvSpPr>
          <p:cNvPr id="3" name="Text Placeholder 2">
            <a:extLst>
              <a:ext uri="{FF2B5EF4-FFF2-40B4-BE49-F238E27FC236}">
                <a16:creationId xmlns:a16="http://schemas.microsoft.com/office/drawing/2014/main" id="{9D5F0CA8-B3BC-EB38-F088-B73AD6538802}"/>
              </a:ext>
            </a:extLst>
          </p:cNvPr>
          <p:cNvSpPr>
            <a:spLocks noGrp="1"/>
          </p:cNvSpPr>
          <p:nvPr>
            <p:ph type="body" sz="quarter" idx="12"/>
          </p:nvPr>
        </p:nvSpPr>
        <p:spPr/>
        <p:txBody>
          <a:bodyPr lIns="0" tIns="0" rIns="0" bIns="0" anchor="t"/>
          <a:lstStyle/>
          <a:p>
            <a:pPr marL="285750" indent="-285750">
              <a:buFont typeface="Arial"/>
              <a:buChar char="•"/>
            </a:pPr>
            <a:r>
              <a:rPr lang="en-US">
                <a:latin typeface="Arial"/>
                <a:cs typeface="Arial"/>
              </a:rPr>
              <a:t>Object properties</a:t>
            </a:r>
            <a:endParaRPr lang="en-US"/>
          </a:p>
          <a:p>
            <a:pPr marL="717550" lvl="1" indent="-285750">
              <a:buFont typeface="Courier New"/>
              <a:buChar char="o"/>
            </a:pPr>
            <a:r>
              <a:rPr lang="en-US"/>
              <a:t>Relationships between two individuals</a:t>
            </a: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a:latin typeface="Arial"/>
                <a:cs typeface="Arial"/>
              </a:rPr>
              <a:t>Datatype properties</a:t>
            </a:r>
            <a:endParaRPr lang="en-US" dirty="0">
              <a:latin typeface="Arial"/>
              <a:cs typeface="Arial"/>
            </a:endParaRPr>
          </a:p>
          <a:p>
            <a:pPr marL="717550" lvl="1" indent="-285750">
              <a:buFont typeface="Courier New,monospace"/>
              <a:buChar char="o"/>
            </a:pPr>
            <a:r>
              <a:rPr lang="en-US"/>
              <a:t>Describe relationships between individuals and data values</a:t>
            </a:r>
          </a:p>
          <a:p>
            <a:pPr marL="717550" lvl="1" indent="-285750">
              <a:buFont typeface="Courier New"/>
              <a:buChar char="o"/>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a:latin typeface="Arial"/>
                <a:cs typeface="Arial"/>
              </a:rPr>
              <a:t>Annotation properties</a:t>
            </a:r>
            <a:endParaRPr lang="en-US" dirty="0"/>
          </a:p>
          <a:p>
            <a:pPr marL="717550" lvl="1" indent="-285750">
              <a:buFont typeface="Courier New"/>
              <a:buChar char="o"/>
            </a:pPr>
            <a:r>
              <a:rPr lang="en-US" dirty="0">
                <a:latin typeface="Arial"/>
                <a:cs typeface="Arial"/>
              </a:rPr>
              <a:t>Can be used to add information to classes, individuals and object/datatype </a:t>
            </a:r>
            <a:r>
              <a:rPr lang="en-US">
                <a:latin typeface="Arial"/>
                <a:cs typeface="Arial"/>
              </a:rPr>
              <a:t>properties</a:t>
            </a:r>
            <a:endParaRPr lang="en-US" dirty="0"/>
          </a:p>
          <a:p>
            <a:pPr marL="285750" indent="-285750">
              <a:buFont typeface="Arial"/>
              <a:buChar char="•"/>
            </a:pPr>
            <a:endParaRPr lang="en-US" dirty="0"/>
          </a:p>
          <a:p>
            <a:pPr marL="717550" lvl="1" indent="-285750">
              <a:buFont typeface="Courier New"/>
              <a:buChar char="o"/>
            </a:pPr>
            <a:endParaRPr lang="en-US" dirty="0"/>
          </a:p>
          <a:p>
            <a:pPr marL="717550" lvl="1" indent="-285750">
              <a:buFont typeface="Courier New"/>
              <a:buChar char="o"/>
            </a:pPr>
            <a:endParaRPr lang="en-US" dirty="0"/>
          </a:p>
          <a:p>
            <a:pPr marL="717550" lvl="1" indent="-285750">
              <a:buFont typeface="Courier New"/>
              <a:buChar char="o"/>
            </a:pPr>
            <a:endParaRPr lang="en-US" dirty="0"/>
          </a:p>
          <a:p>
            <a:pPr marL="717550" lvl="1" indent="-285750">
              <a:buFont typeface="Courier New"/>
              <a:buChar char="o"/>
            </a:pPr>
            <a:endParaRPr lang="en-US" dirty="0"/>
          </a:p>
          <a:p>
            <a:pPr marL="431800" lvl="1" indent="0">
              <a:buNone/>
            </a:pPr>
            <a:endParaRPr lang="en-US" dirty="0"/>
          </a:p>
        </p:txBody>
      </p:sp>
    </p:spTree>
    <p:extLst>
      <p:ext uri="{BB962C8B-B14F-4D97-AF65-F5344CB8AC3E}">
        <p14:creationId xmlns:p14="http://schemas.microsoft.com/office/powerpoint/2010/main" val="36298401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F1A3-405D-FAF6-084A-44867B4CCF6C}"/>
              </a:ext>
            </a:extLst>
          </p:cNvPr>
          <p:cNvSpPr>
            <a:spLocks noGrp="1"/>
          </p:cNvSpPr>
          <p:nvPr>
            <p:ph type="title"/>
          </p:nvPr>
        </p:nvSpPr>
        <p:spPr/>
        <p:txBody>
          <a:bodyPr/>
          <a:lstStyle/>
          <a:p>
            <a:r>
              <a:rPr lang="en-US">
                <a:latin typeface="Arial"/>
                <a:cs typeface="Arial"/>
              </a:rPr>
              <a:t>Ontology</a:t>
            </a:r>
            <a:endParaRPr lang="en-US"/>
          </a:p>
        </p:txBody>
      </p:sp>
      <p:sp>
        <p:nvSpPr>
          <p:cNvPr id="3" name="Text Placeholder 2">
            <a:extLst>
              <a:ext uri="{FF2B5EF4-FFF2-40B4-BE49-F238E27FC236}">
                <a16:creationId xmlns:a16="http://schemas.microsoft.com/office/drawing/2014/main" id="{316C9211-4B24-0313-DEF0-A7FAC76448EC}"/>
              </a:ext>
            </a:extLst>
          </p:cNvPr>
          <p:cNvSpPr>
            <a:spLocks noGrp="1"/>
          </p:cNvSpPr>
          <p:nvPr>
            <p:ph type="body" sz="quarter" idx="12"/>
          </p:nvPr>
        </p:nvSpPr>
        <p:spPr/>
        <p:txBody>
          <a:bodyPr lIns="0" tIns="0" rIns="0" bIns="0" anchor="t"/>
          <a:lstStyle/>
          <a:p>
            <a:pPr marL="285750" indent="-285750">
              <a:buFont typeface="Arial"/>
              <a:buChar char="•"/>
            </a:pPr>
            <a:r>
              <a:rPr lang="en-US">
                <a:latin typeface="Arial"/>
                <a:cs typeface="Arial"/>
              </a:rPr>
              <a:t>Similarity</a:t>
            </a:r>
            <a:endParaRPr lang="en-US" dirty="0">
              <a:latin typeface="Arial"/>
              <a:cs typeface="Arial"/>
            </a:endParaRPr>
          </a:p>
          <a:p>
            <a:pPr marL="285750" indent="-285750">
              <a:buFont typeface="Arial"/>
              <a:buChar char="•"/>
            </a:pPr>
            <a:endParaRPr lang="en-US" dirty="0">
              <a:latin typeface="Arial"/>
              <a:cs typeface="Arial"/>
            </a:endParaRPr>
          </a:p>
          <a:p>
            <a:pPr marL="285750" indent="-285750">
              <a:buFont typeface="Arial"/>
              <a:buChar char="•"/>
            </a:pPr>
            <a:r>
              <a:rPr lang="en-US">
                <a:latin typeface="Arial"/>
                <a:cs typeface="Arial"/>
              </a:rPr>
              <a:t>0.90 - 1.00 Very similar / almost identical meaning</a:t>
            </a:r>
            <a:endParaRPr lang="en-US"/>
          </a:p>
          <a:p>
            <a:pPr marL="285750" indent="-285750">
              <a:buFont typeface="Arial"/>
              <a:buChar char="•"/>
            </a:pPr>
            <a:endParaRPr lang="en-US" dirty="0">
              <a:latin typeface="Arial"/>
              <a:cs typeface="Arial"/>
            </a:endParaRPr>
          </a:p>
          <a:p>
            <a:pPr marL="285750" indent="-285750">
              <a:buFont typeface="Arial"/>
              <a:buChar char="•"/>
            </a:pPr>
            <a:r>
              <a:rPr lang="en-US">
                <a:latin typeface="Arial"/>
                <a:cs typeface="Arial"/>
              </a:rPr>
              <a:t>0.80 - 0.90 Strong match</a:t>
            </a:r>
            <a:endParaRPr lang="en-US"/>
          </a:p>
          <a:p>
            <a:pPr marL="285750" indent="-285750">
              <a:buFont typeface="Arial"/>
              <a:buChar char="•"/>
            </a:pPr>
            <a:endParaRPr lang="en-US" dirty="0"/>
          </a:p>
          <a:p>
            <a:pPr marL="285750" indent="-285750">
              <a:buFont typeface="Arial"/>
              <a:buChar char="•"/>
            </a:pPr>
            <a:r>
              <a:rPr lang="en-US">
                <a:latin typeface="Arial"/>
                <a:cs typeface="Arial"/>
              </a:rPr>
              <a:t>0.70 - 0.80 Good match</a:t>
            </a:r>
            <a:endParaRPr lang="en-US"/>
          </a:p>
          <a:p>
            <a:pPr marL="285750" indent="-285750">
              <a:buFont typeface="Arial"/>
              <a:buChar char="•"/>
            </a:pPr>
            <a:endParaRPr lang="en-US" dirty="0"/>
          </a:p>
          <a:p>
            <a:pPr marL="285750" indent="-285750">
              <a:buFont typeface="Arial"/>
              <a:buChar char="•"/>
            </a:pPr>
            <a:r>
              <a:rPr lang="en-US">
                <a:latin typeface="Arial"/>
                <a:cs typeface="Arial"/>
              </a:rPr>
              <a:t>0.60 - 0.70 Related</a:t>
            </a:r>
            <a:endParaRPr lang="en-US"/>
          </a:p>
          <a:p>
            <a:pPr marL="285750" indent="-285750">
              <a:buFont typeface="Arial"/>
              <a:buChar char="•"/>
            </a:pPr>
            <a:endParaRPr lang="en-US" dirty="0"/>
          </a:p>
          <a:p>
            <a:pPr marL="285750" indent="-285750">
              <a:buFont typeface="Arial"/>
              <a:buChar char="•"/>
            </a:pPr>
            <a:r>
              <a:rPr lang="en-US">
                <a:latin typeface="Arial"/>
                <a:cs typeface="Arial"/>
              </a:rPr>
              <a:t>0.50 - 0.60 Weakly related</a:t>
            </a:r>
            <a:endParaRPr lang="en-US"/>
          </a:p>
          <a:p>
            <a:pPr marL="285750" indent="-285750">
              <a:buFont typeface="Arial"/>
              <a:buChar char="•"/>
            </a:pPr>
            <a:endParaRPr lang="en-US" dirty="0"/>
          </a:p>
          <a:p>
            <a:pPr marL="285750" indent="-285750">
              <a:buFont typeface="Arial"/>
              <a:buChar char="•"/>
            </a:pPr>
            <a:r>
              <a:rPr lang="en-US">
                <a:latin typeface="Arial"/>
                <a:cs typeface="Arial"/>
              </a:rPr>
              <a:t>0.00 - 0.50 Usually not a useful match</a:t>
            </a:r>
            <a:endParaRPr lang="en-US"/>
          </a:p>
          <a:p>
            <a:endParaRPr lang="en-US" dirty="0"/>
          </a:p>
        </p:txBody>
      </p:sp>
    </p:spTree>
    <p:extLst>
      <p:ext uri="{BB962C8B-B14F-4D97-AF65-F5344CB8AC3E}">
        <p14:creationId xmlns:p14="http://schemas.microsoft.com/office/powerpoint/2010/main" val="34170800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AFDD1-B086-F100-3677-665A2601E0D3}"/>
              </a:ext>
            </a:extLst>
          </p:cNvPr>
          <p:cNvSpPr>
            <a:spLocks noGrp="1"/>
          </p:cNvSpPr>
          <p:nvPr>
            <p:ph type="title"/>
          </p:nvPr>
        </p:nvSpPr>
        <p:spPr/>
        <p:txBody>
          <a:bodyPr/>
          <a:lstStyle/>
          <a:p>
            <a:r>
              <a:rPr lang="en-US" dirty="0" err="1">
                <a:latin typeface="Arial"/>
                <a:cs typeface="Arial"/>
              </a:rPr>
              <a:t>BERT_Matching</a:t>
            </a:r>
            <a:endParaRPr lang="en-US" dirty="0" err="1"/>
          </a:p>
        </p:txBody>
      </p:sp>
      <p:sp>
        <p:nvSpPr>
          <p:cNvPr id="3" name="Text Placeholder 2">
            <a:extLst>
              <a:ext uri="{FF2B5EF4-FFF2-40B4-BE49-F238E27FC236}">
                <a16:creationId xmlns:a16="http://schemas.microsoft.com/office/drawing/2014/main" id="{BEBB029C-C4F7-0A0F-0559-DE928DCD7CA6}"/>
              </a:ext>
            </a:extLst>
          </p:cNvPr>
          <p:cNvSpPr>
            <a:spLocks noGrp="1"/>
          </p:cNvSpPr>
          <p:nvPr>
            <p:ph type="body" sz="quarter" idx="12"/>
          </p:nvPr>
        </p:nvSpPr>
        <p:spPr/>
        <p:txBody>
          <a:bodyPr lIns="0" tIns="0" rIns="0" bIns="0" anchor="t"/>
          <a:lstStyle/>
          <a:p>
            <a:r>
              <a:rPr lang="en-US">
                <a:latin typeface="Arial"/>
                <a:cs typeface="Arial"/>
              </a:rPr>
              <a:t>Replacement:</a:t>
            </a:r>
            <a:endParaRPr lang="en-US"/>
          </a:p>
          <a:p>
            <a:pPr indent="0">
              <a:buFontTx/>
              <a:buNone/>
            </a:pPr>
            <a:endParaRPr lang="en-US" dirty="0"/>
          </a:p>
          <a:p>
            <a:r>
              <a:rPr lang="en-US">
                <a:latin typeface="Arial"/>
                <a:cs typeface="Arial"/>
              </a:rPr>
              <a:t>Replaced </a:t>
            </a:r>
            <a:r>
              <a:rPr lang="en-US" sz="1100">
                <a:solidFill>
                  <a:srgbClr val="008000"/>
                </a:solidFill>
                <a:highlight>
                  <a:srgbClr val="FFFFFF"/>
                </a:highlight>
                <a:latin typeface="Consolas"/>
                <a:cs typeface="Arial"/>
              </a:rPr>
              <a:t>from </a:t>
            </a:r>
            <a:r>
              <a:rPr lang="en-US" sz="1100" dirty="0" err="1">
                <a:solidFill>
                  <a:srgbClr val="008000"/>
                </a:solidFill>
                <a:highlight>
                  <a:srgbClr val="FFFFFF"/>
                </a:highlight>
                <a:latin typeface="Consolas"/>
                <a:cs typeface="Arial"/>
              </a:rPr>
              <a:t>STEM.app.Matcher.Corpus_based_methods.wordembedding</a:t>
            </a:r>
            <a:r>
              <a:rPr lang="en-US" sz="1100" dirty="0">
                <a:solidFill>
                  <a:srgbClr val="008000"/>
                </a:solidFill>
                <a:highlight>
                  <a:srgbClr val="FFFFFF"/>
                </a:highlight>
                <a:latin typeface="Consolas"/>
                <a:cs typeface="Arial"/>
              </a:rPr>
              <a:t> import </a:t>
            </a:r>
            <a:r>
              <a:rPr lang="en-US" sz="1100" dirty="0" err="1">
                <a:solidFill>
                  <a:srgbClr val="008000"/>
                </a:solidFill>
                <a:highlight>
                  <a:srgbClr val="FFFFFF"/>
                </a:highlight>
                <a:latin typeface="Consolas"/>
                <a:cs typeface="Arial"/>
              </a:rPr>
              <a:t>bert_Energy_tsdae</a:t>
            </a:r>
            <a:r>
              <a:rPr lang="en-US" sz="1100" dirty="0">
                <a:solidFill>
                  <a:srgbClr val="008000"/>
                </a:solidFill>
                <a:highlight>
                  <a:srgbClr val="FFFFFF"/>
                </a:highlight>
                <a:latin typeface="Consolas"/>
                <a:cs typeface="Arial"/>
              </a:rPr>
              <a:t> </a:t>
            </a:r>
            <a:r>
              <a:rPr lang="en-US" dirty="0">
                <a:highlight>
                  <a:srgbClr val="FFFFFF"/>
                </a:highlight>
                <a:latin typeface="Arial"/>
                <a:cs typeface="Arial"/>
              </a:rPr>
              <a:t>with</a:t>
            </a:r>
            <a:endParaRPr lang="en-US" dirty="0">
              <a:latin typeface="Arial"/>
            </a:endParaRPr>
          </a:p>
          <a:p>
            <a:r>
              <a:rPr lang="en-US" sz="1100">
                <a:solidFill>
                  <a:srgbClr val="0000FF"/>
                </a:solidFill>
                <a:highlight>
                  <a:srgbClr val="FFFFFF"/>
                </a:highlight>
                <a:latin typeface="Consolas"/>
                <a:cs typeface="Arial"/>
              </a:rPr>
              <a:t>from</a:t>
            </a:r>
            <a:r>
              <a:rPr lang="en-US" sz="1100">
                <a:highlight>
                  <a:srgbClr val="FFFFFF"/>
                </a:highlight>
                <a:latin typeface="Consolas"/>
                <a:cs typeface="Arial"/>
              </a:rPr>
              <a:t> wordembedding </a:t>
            </a:r>
            <a:r>
              <a:rPr lang="en-US" sz="1100">
                <a:solidFill>
                  <a:srgbClr val="0000FF"/>
                </a:solidFill>
                <a:highlight>
                  <a:srgbClr val="FFFFFF"/>
                </a:highlight>
                <a:latin typeface="Consolas"/>
                <a:cs typeface="Arial"/>
              </a:rPr>
              <a:t>import</a:t>
            </a:r>
            <a:r>
              <a:rPr lang="en-US" sz="1100">
                <a:highlight>
                  <a:srgbClr val="FFFFFF"/>
                </a:highlight>
                <a:latin typeface="Consolas"/>
                <a:cs typeface="Arial"/>
              </a:rPr>
              <a:t> bert_Energy_tsdae</a:t>
            </a:r>
            <a:endParaRPr lang="en-US"/>
          </a:p>
          <a:p>
            <a:endParaRPr lang="en-US"/>
          </a:p>
          <a:p>
            <a:pPr marL="717550" lvl="2" indent="0">
              <a:buNone/>
            </a:pPr>
            <a:endParaRPr lang="en-US" dirty="0"/>
          </a:p>
          <a:p>
            <a:r>
              <a:rPr lang="en-US" dirty="0">
                <a:latin typeface="Arial"/>
                <a:cs typeface="Arial"/>
              </a:rPr>
              <a:t>Replaced </a:t>
            </a:r>
            <a:r>
              <a:rPr lang="en-US" sz="1100" dirty="0">
                <a:solidFill>
                  <a:srgbClr val="008000"/>
                </a:solidFill>
                <a:highlight>
                  <a:srgbClr val="FFFFFF"/>
                </a:highlight>
                <a:latin typeface="Consolas"/>
                <a:cs typeface="Arial"/>
              </a:rPr>
              <a:t>#def __</a:t>
            </a:r>
            <a:r>
              <a:rPr lang="en-US" sz="1100" dirty="0" err="1">
                <a:solidFill>
                  <a:srgbClr val="008000"/>
                </a:solidFill>
                <a:highlight>
                  <a:srgbClr val="FFFFFF"/>
                </a:highlight>
                <a:latin typeface="Consolas"/>
                <a:cs typeface="Arial"/>
              </a:rPr>
              <a:t>init</a:t>
            </a:r>
            <a:r>
              <a:rPr lang="en-US" sz="1100" dirty="0">
                <a:solidFill>
                  <a:srgbClr val="008000"/>
                </a:solidFill>
                <a:highlight>
                  <a:srgbClr val="FFFFFF"/>
                </a:highlight>
                <a:latin typeface="Consolas"/>
                <a:cs typeface="Arial"/>
              </a:rPr>
              <a:t>__(self, </a:t>
            </a:r>
            <a:r>
              <a:rPr lang="en-US" sz="1100" dirty="0" err="1">
                <a:solidFill>
                  <a:srgbClr val="008000"/>
                </a:solidFill>
                <a:highlight>
                  <a:srgbClr val="FFFFFF"/>
                </a:highlight>
                <a:latin typeface="Consolas"/>
                <a:cs typeface="Arial"/>
              </a:rPr>
              <a:t>model_name</a:t>
            </a:r>
            <a:r>
              <a:rPr lang="en-US" sz="1100" dirty="0">
                <a:solidFill>
                  <a:srgbClr val="008000"/>
                </a:solidFill>
                <a:highlight>
                  <a:srgbClr val="FFFFFF"/>
                </a:highlight>
                <a:latin typeface="Consolas"/>
                <a:cs typeface="Arial"/>
              </a:rPr>
              <a:t>='.\Models\Bert base </a:t>
            </a:r>
            <a:r>
              <a:rPr lang="en-US" sz="1100" dirty="0" err="1">
                <a:solidFill>
                  <a:srgbClr val="008000"/>
                </a:solidFill>
                <a:highlight>
                  <a:srgbClr val="FFFFFF"/>
                </a:highlight>
                <a:latin typeface="Consolas"/>
                <a:cs typeface="Arial"/>
              </a:rPr>
              <a:t>uncased_energybert</a:t>
            </a:r>
            <a:r>
              <a:rPr lang="en-US" sz="1100" dirty="0">
                <a:solidFill>
                  <a:srgbClr val="008000"/>
                </a:solidFill>
                <a:highlight>
                  <a:srgbClr val="FFFFFF"/>
                </a:highlight>
                <a:latin typeface="Consolas"/>
                <a:cs typeface="Arial"/>
              </a:rPr>
              <a:t>'): </a:t>
            </a:r>
            <a:r>
              <a:rPr lang="en-US" dirty="0">
                <a:highlight>
                  <a:srgbClr val="FFFFFF"/>
                </a:highlight>
                <a:latin typeface="Arial"/>
                <a:cs typeface="Arial"/>
              </a:rPr>
              <a:t>with</a:t>
            </a:r>
            <a:endParaRPr lang="en-US" dirty="0">
              <a:latin typeface="Arial"/>
            </a:endParaRPr>
          </a:p>
          <a:p>
            <a:r>
              <a:rPr lang="en-US" sz="1100">
                <a:highlight>
                  <a:srgbClr val="FFFFFF"/>
                </a:highlight>
                <a:latin typeface="Consolas"/>
                <a:cs typeface="Arial"/>
              </a:rPr>
              <a:t>    </a:t>
            </a:r>
            <a:r>
              <a:rPr lang="en-US" sz="1100">
                <a:solidFill>
                  <a:srgbClr val="0000FF"/>
                </a:solidFill>
                <a:highlight>
                  <a:srgbClr val="FFFFFF"/>
                </a:highlight>
                <a:latin typeface="Consolas"/>
                <a:cs typeface="Arial"/>
              </a:rPr>
              <a:t>def</a:t>
            </a:r>
            <a:r>
              <a:rPr lang="en-US" sz="1100">
                <a:highlight>
                  <a:srgbClr val="FFFFFF"/>
                </a:highlight>
                <a:latin typeface="Consolas"/>
                <a:cs typeface="Arial"/>
              </a:rPr>
              <a:t> __init__(self, model_name=</a:t>
            </a:r>
            <a:r>
              <a:rPr lang="en-US" sz="1100">
                <a:solidFill>
                  <a:srgbClr val="0000FF"/>
                </a:solidFill>
                <a:highlight>
                  <a:srgbClr val="FFFFFF"/>
                </a:highlight>
                <a:latin typeface="Consolas"/>
                <a:cs typeface="Arial"/>
              </a:rPr>
              <a:t>r</a:t>
            </a:r>
            <a:r>
              <a:rPr lang="en-US" sz="1100">
                <a:solidFill>
                  <a:srgbClr val="811F3F"/>
                </a:solidFill>
                <a:highlight>
                  <a:srgbClr val="FFFFFF"/>
                </a:highlight>
                <a:latin typeface="Consolas"/>
                <a:cs typeface="Arial"/>
              </a:rPr>
              <a:t>"C:\Users\yga-hzh\Downloads\ENERGYBert"</a:t>
            </a:r>
            <a:r>
              <a:rPr lang="en-US" sz="1100">
                <a:highlight>
                  <a:srgbClr val="FFFFFF"/>
                </a:highlight>
                <a:latin typeface="Consolas"/>
                <a:cs typeface="Arial"/>
              </a:rPr>
              <a:t>):</a:t>
            </a:r>
            <a:endParaRPr lang="en-US"/>
          </a:p>
          <a:p>
            <a:endParaRPr lang="en-US" dirty="0"/>
          </a:p>
          <a:p>
            <a:r>
              <a:rPr lang="en-US" dirty="0">
                <a:latin typeface="Arial"/>
                <a:cs typeface="Arial"/>
              </a:rPr>
              <a:t>Replaced </a:t>
            </a:r>
            <a:r>
              <a:rPr lang="en-US" sz="1100" dirty="0">
                <a:solidFill>
                  <a:srgbClr val="008000"/>
                </a:solidFill>
                <a:highlight>
                  <a:srgbClr val="FFFFFF"/>
                </a:highlight>
                <a:latin typeface="Consolas"/>
                <a:cs typeface="Arial"/>
              </a:rPr>
              <a:t>#encoded_dict = </a:t>
            </a:r>
            <a:r>
              <a:rPr lang="en-US" sz="1100" dirty="0" err="1">
                <a:solidFill>
                  <a:srgbClr val="008000"/>
                </a:solidFill>
                <a:highlight>
                  <a:srgbClr val="FFFFFF"/>
                </a:highlight>
                <a:latin typeface="Consolas"/>
                <a:cs typeface="Arial"/>
              </a:rPr>
              <a:t>self.tokenizer.encode_plus</a:t>
            </a:r>
            <a:r>
              <a:rPr lang="en-US" sz="1100" dirty="0">
                <a:solidFill>
                  <a:srgbClr val="008000"/>
                </a:solidFill>
                <a:highlight>
                  <a:srgbClr val="FFFFFF"/>
                </a:highlight>
                <a:latin typeface="Consolas"/>
                <a:cs typeface="Arial"/>
              </a:rPr>
              <a:t>( </a:t>
            </a:r>
            <a:r>
              <a:rPr lang="en-US" dirty="0">
                <a:highlight>
                  <a:srgbClr val="FFFFFF"/>
                </a:highlight>
                <a:latin typeface="Arial"/>
                <a:cs typeface="Arial"/>
              </a:rPr>
              <a:t>with</a:t>
            </a:r>
            <a:endParaRPr lang="en-US" dirty="0">
              <a:latin typeface="Arial"/>
            </a:endParaRPr>
          </a:p>
          <a:p>
            <a:r>
              <a:rPr lang="en-US" sz="1100">
                <a:highlight>
                  <a:srgbClr val="FFFFFF"/>
                </a:highlight>
                <a:latin typeface="Consolas"/>
                <a:cs typeface="Arial"/>
              </a:rPr>
              <a:t>            encoded_dict = </a:t>
            </a:r>
            <a:r>
              <a:rPr lang="en-US" sz="1100">
                <a:solidFill>
                  <a:srgbClr val="0000FF"/>
                </a:solidFill>
                <a:highlight>
                  <a:srgbClr val="FFFFFF"/>
                </a:highlight>
                <a:latin typeface="Consolas"/>
                <a:cs typeface="Arial"/>
              </a:rPr>
              <a:t>self</a:t>
            </a:r>
            <a:r>
              <a:rPr lang="en-US" sz="1100">
                <a:highlight>
                  <a:srgbClr val="FFFFFF"/>
                </a:highlight>
                <a:latin typeface="Consolas"/>
                <a:cs typeface="Arial"/>
              </a:rPr>
              <a:t>.tokenizer(</a:t>
            </a:r>
            <a:endParaRPr lang="en-US"/>
          </a:p>
          <a:p>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p:txBody>
      </p:sp>
    </p:spTree>
    <p:extLst>
      <p:ext uri="{BB962C8B-B14F-4D97-AF65-F5344CB8AC3E}">
        <p14:creationId xmlns:p14="http://schemas.microsoft.com/office/powerpoint/2010/main" val="9358082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4A6FE-7B23-9049-D120-8385E92C0291}"/>
              </a:ext>
            </a:extLst>
          </p:cNvPr>
          <p:cNvSpPr>
            <a:spLocks noGrp="1"/>
          </p:cNvSpPr>
          <p:nvPr>
            <p:ph type="title"/>
          </p:nvPr>
        </p:nvSpPr>
        <p:spPr/>
        <p:txBody>
          <a:bodyPr/>
          <a:lstStyle/>
          <a:p>
            <a:r>
              <a:rPr lang="en-US" dirty="0" err="1">
                <a:latin typeface="Arial"/>
                <a:cs typeface="Arial"/>
              </a:rPr>
              <a:t>BERT_Matching</a:t>
            </a:r>
            <a:endParaRPr lang="en-US" dirty="0" err="1"/>
          </a:p>
        </p:txBody>
      </p:sp>
      <p:sp>
        <p:nvSpPr>
          <p:cNvPr id="3" name="Text Placeholder 2">
            <a:extLst>
              <a:ext uri="{FF2B5EF4-FFF2-40B4-BE49-F238E27FC236}">
                <a16:creationId xmlns:a16="http://schemas.microsoft.com/office/drawing/2014/main" id="{D3E1A138-3F51-E5B2-FD72-12A7E5714BCB}"/>
              </a:ext>
            </a:extLst>
          </p:cNvPr>
          <p:cNvSpPr>
            <a:spLocks noGrp="1"/>
          </p:cNvSpPr>
          <p:nvPr>
            <p:ph type="body" sz="quarter" idx="12"/>
          </p:nvPr>
        </p:nvSpPr>
        <p:spPr/>
        <p:txBody>
          <a:bodyPr lIns="0" tIns="0" rIns="0" bIns="0" anchor="t"/>
          <a:lstStyle/>
          <a:p>
            <a:r>
              <a:rPr lang="en-US" sz="1100" dirty="0">
                <a:solidFill>
                  <a:srgbClr val="0000FF"/>
                </a:solidFill>
                <a:highlight>
                  <a:srgbClr val="FFFFFF"/>
                </a:highlight>
                <a:latin typeface="Consolas"/>
                <a:cs typeface="Arial"/>
              </a:rPr>
              <a:t>def</a:t>
            </a:r>
            <a:r>
              <a:rPr lang="en-US" sz="1100" dirty="0">
                <a:highlight>
                  <a:srgbClr val="FFFFFF"/>
                </a:highlight>
                <a:latin typeface="Consolas"/>
                <a:cs typeface="Arial"/>
              </a:rPr>
              <a:t> </a:t>
            </a:r>
            <a:r>
              <a:rPr lang="en-US" sz="1100" dirty="0" err="1">
                <a:highlight>
                  <a:srgbClr val="FFFFFF"/>
                </a:highlight>
                <a:latin typeface="Consolas"/>
                <a:cs typeface="Arial"/>
              </a:rPr>
              <a:t>class_matching</a:t>
            </a:r>
            <a:r>
              <a:rPr lang="en-US" sz="1100" dirty="0">
                <a:highlight>
                  <a:srgbClr val="FFFFFF"/>
                </a:highlight>
                <a:latin typeface="Consolas"/>
                <a:cs typeface="Arial"/>
              </a:rPr>
              <a:t>(onto1, onto2):</a:t>
            </a:r>
            <a:endParaRPr lang="en-US" dirty="0">
              <a:cs typeface="Arial"/>
            </a:endParaRPr>
          </a:p>
          <a:p>
            <a:r>
              <a:rPr lang="en-US" sz="1100">
                <a:highlight>
                  <a:srgbClr val="FFFFFF"/>
                </a:highlight>
                <a:latin typeface="Consolas"/>
              </a:rPr>
              <a:t>    onto1_classes = onto1.get_classes()</a:t>
            </a:r>
            <a:endParaRPr lang="en-US"/>
          </a:p>
          <a:p>
            <a:r>
              <a:rPr lang="en-US" sz="1100">
                <a:highlight>
                  <a:srgbClr val="FFFFFF"/>
                </a:highlight>
                <a:latin typeface="Consolas"/>
              </a:rPr>
              <a:t>    onto2_classes = onto2.get_classes()</a:t>
            </a:r>
            <a:endParaRPr lang="en-US"/>
          </a:p>
          <a:p>
            <a:endParaRPr lang="en-US" dirty="0"/>
          </a:p>
          <a:p>
            <a:r>
              <a:rPr lang="en-US" sz="1100" dirty="0">
                <a:highlight>
                  <a:srgbClr val="FFFFFF"/>
                </a:highlight>
                <a:latin typeface="Consolas"/>
                <a:cs typeface="Arial"/>
              </a:rPr>
              <a:t>    onto1_lst, onto2_lst, </a:t>
            </a:r>
            <a:r>
              <a:rPr lang="en-US" sz="1100" dirty="0" err="1">
                <a:highlight>
                  <a:srgbClr val="FFFFFF"/>
                </a:highlight>
                <a:latin typeface="Consolas"/>
                <a:cs typeface="Arial"/>
              </a:rPr>
              <a:t>sim_lst</a:t>
            </a:r>
            <a:r>
              <a:rPr lang="en-US" sz="1100" dirty="0">
                <a:highlight>
                  <a:srgbClr val="FFFFFF"/>
                </a:highlight>
                <a:latin typeface="Consolas"/>
                <a:cs typeface="Arial"/>
              </a:rPr>
              <a:t> = </a:t>
            </a:r>
            <a:r>
              <a:rPr lang="en-US" sz="1100" dirty="0" err="1">
                <a:highlight>
                  <a:srgbClr val="FFFFFF"/>
                </a:highlight>
                <a:latin typeface="Consolas"/>
                <a:cs typeface="Arial"/>
              </a:rPr>
              <a:t>bert_matching</a:t>
            </a:r>
            <a:r>
              <a:rPr lang="en-US" sz="1100" dirty="0">
                <a:highlight>
                  <a:srgbClr val="FFFFFF"/>
                </a:highlight>
                <a:latin typeface="Consolas"/>
                <a:cs typeface="Arial"/>
              </a:rPr>
              <a:t>(</a:t>
            </a:r>
            <a:endParaRPr lang="en-US" dirty="0">
              <a:cs typeface="Arial"/>
            </a:endParaRPr>
          </a:p>
          <a:p>
            <a:r>
              <a:rPr lang="en-US" sz="1100">
                <a:highlight>
                  <a:srgbClr val="FFFFFF"/>
                </a:highlight>
                <a:latin typeface="Consolas"/>
              </a:rPr>
              <a:t>        onto1_classes,</a:t>
            </a:r>
            <a:endParaRPr lang="en-US"/>
          </a:p>
          <a:p>
            <a:r>
              <a:rPr lang="en-US" sz="1100">
                <a:highlight>
                  <a:srgbClr val="FFFFFF"/>
                </a:highlight>
                <a:latin typeface="Consolas"/>
              </a:rPr>
              <a:t>        onto2_classes</a:t>
            </a:r>
            <a:endParaRPr lang="en-US"/>
          </a:p>
          <a:p>
            <a:r>
              <a:rPr lang="en-US" sz="1100">
                <a:highlight>
                  <a:srgbClr val="FFFFFF"/>
                </a:highlight>
                <a:latin typeface="Consolas"/>
              </a:rPr>
              <a:t>    )</a:t>
            </a:r>
            <a:endParaRPr lang="en-US"/>
          </a:p>
          <a:p>
            <a:r>
              <a:rPr lang="en-US" sz="1100" dirty="0">
                <a:highlight>
                  <a:srgbClr val="FFFFFF"/>
                </a:highlight>
                <a:latin typeface="Consolas"/>
                <a:cs typeface="Arial"/>
              </a:rPr>
              <a:t>    </a:t>
            </a:r>
            <a:r>
              <a:rPr lang="en-US" sz="1100" dirty="0" err="1">
                <a:highlight>
                  <a:srgbClr val="FFFFFF"/>
                </a:highlight>
                <a:latin typeface="Consolas"/>
                <a:cs typeface="Arial"/>
              </a:rPr>
              <a:t>output_file</a:t>
            </a:r>
            <a:r>
              <a:rPr lang="en-US" sz="1100" dirty="0">
                <a:highlight>
                  <a:srgbClr val="FFFFFF"/>
                </a:highlight>
                <a:latin typeface="Consolas"/>
                <a:cs typeface="Arial"/>
              </a:rPr>
              <a:t> = (</a:t>
            </a:r>
            <a:endParaRPr lang="en-US" dirty="0">
              <a:cs typeface="Arial"/>
            </a:endParaRPr>
          </a:p>
          <a:p>
            <a:r>
              <a:rPr lang="en-US" sz="1100" dirty="0">
                <a:highlight>
                  <a:srgbClr val="FFFFFF"/>
                </a:highlight>
                <a:latin typeface="Consolas"/>
                <a:cs typeface="Arial"/>
              </a:rPr>
              <a:t>        </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'Ontology</a:t>
            </a:r>
            <a:r>
              <a:rPr lang="en-US" sz="1100" dirty="0">
                <a:solidFill>
                  <a:srgbClr val="A31515"/>
                </a:solidFill>
                <a:highlight>
                  <a:srgbClr val="FFFFFF"/>
                </a:highlight>
                <a:latin typeface="Consolas"/>
                <a:cs typeface="Arial"/>
              </a:rPr>
              <a:t> Matching/Results/'</a:t>
            </a:r>
            <a:endParaRPr lang="en-US" dirty="0">
              <a:cs typeface="Arial"/>
            </a:endParaRPr>
          </a:p>
          <a:p>
            <a:r>
              <a:rPr lang="en-US" sz="1100" dirty="0">
                <a:highlight>
                  <a:srgbClr val="FFFFFF"/>
                </a:highlight>
                <a:latin typeface="Consolas"/>
                <a:cs typeface="Arial"/>
              </a:rPr>
              <a:t>        </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'Matching_Results</a:t>
            </a:r>
            <a:r>
              <a:rPr lang="en-US" sz="1100" dirty="0">
                <a:solidFill>
                  <a:srgbClr val="A31515"/>
                </a:solidFill>
                <a:highlight>
                  <a:srgbClr val="FFFFFF"/>
                </a:highlight>
                <a:latin typeface="Consolas"/>
                <a:cs typeface="Arial"/>
              </a:rPr>
              <a:t>_</a:t>
            </a:r>
            <a:r>
              <a:rPr lang="en-US" sz="1100" dirty="0">
                <a:highlight>
                  <a:srgbClr val="FFFFFF"/>
                </a:highlight>
                <a:latin typeface="Consolas"/>
                <a:cs typeface="Arial"/>
              </a:rPr>
              <a:t>{onto1.name}</a:t>
            </a:r>
            <a:r>
              <a:rPr lang="en-US" sz="1100" dirty="0">
                <a:solidFill>
                  <a:srgbClr val="A31515"/>
                </a:solidFill>
                <a:highlight>
                  <a:srgbClr val="FFFFFF"/>
                </a:highlight>
                <a:latin typeface="Consolas"/>
                <a:cs typeface="Arial"/>
              </a:rPr>
              <a:t>_and_</a:t>
            </a:r>
            <a:r>
              <a:rPr lang="en-US" sz="1100" dirty="0">
                <a:highlight>
                  <a:srgbClr val="FFFFFF"/>
                </a:highlight>
                <a:latin typeface="Consolas"/>
                <a:cs typeface="Arial"/>
              </a:rPr>
              <a:t>{onto2.name}</a:t>
            </a:r>
            <a:r>
              <a:rPr lang="en-US" sz="1100" dirty="0">
                <a:solidFill>
                  <a:srgbClr val="A31515"/>
                </a:solidFill>
                <a:highlight>
                  <a:srgbClr val="FFFFFF"/>
                </a:highlight>
                <a:latin typeface="Consolas"/>
                <a:cs typeface="Arial"/>
              </a:rPr>
              <a:t>.csv'</a:t>
            </a:r>
            <a:endParaRPr lang="en-US" dirty="0">
              <a:cs typeface="Arial"/>
            </a:endParaRPr>
          </a:p>
          <a:p>
            <a:r>
              <a:rPr lang="en-US" sz="1100">
                <a:highlight>
                  <a:srgbClr val="FFFFFF"/>
                </a:highlight>
                <a:latin typeface="Consolas"/>
              </a:rPr>
              <a:t>    )</a:t>
            </a:r>
            <a:endParaRPr lang="en-US"/>
          </a:p>
          <a:p>
            <a:endParaRPr lang="en-US" sz="1100" dirty="0">
              <a:highlight>
                <a:srgbClr val="FFFFFF"/>
              </a:highlight>
              <a:latin typeface="Consolas"/>
              <a:cs typeface="Arial"/>
            </a:endParaRPr>
          </a:p>
          <a:p>
            <a:r>
              <a:rPr lang="en-US" sz="1100" dirty="0">
                <a:highlight>
                  <a:srgbClr val="FFFFFF"/>
                </a:highlight>
                <a:latin typeface="Consolas"/>
                <a:cs typeface="Arial"/>
              </a:rPr>
              <a:t>    </a:t>
            </a:r>
            <a:r>
              <a:rPr lang="en-US" sz="1100" dirty="0">
                <a:solidFill>
                  <a:srgbClr val="0000FF"/>
                </a:solidFill>
                <a:highlight>
                  <a:srgbClr val="FFFFFF"/>
                </a:highlight>
                <a:latin typeface="Consolas"/>
                <a:cs typeface="Arial"/>
              </a:rPr>
              <a:t>with</a:t>
            </a:r>
            <a:r>
              <a:rPr lang="en-US" sz="1100" dirty="0">
                <a:highlight>
                  <a:srgbClr val="FFFFFF"/>
                </a:highlight>
                <a:latin typeface="Consolas"/>
                <a:cs typeface="Arial"/>
              </a:rPr>
              <a:t> open(</a:t>
            </a:r>
            <a:r>
              <a:rPr lang="en-US" sz="1100" dirty="0" err="1">
                <a:highlight>
                  <a:srgbClr val="FFFFFF"/>
                </a:highlight>
                <a:latin typeface="Consolas"/>
                <a:cs typeface="Arial"/>
              </a:rPr>
              <a:t>output_file</a:t>
            </a:r>
            <a:r>
              <a:rPr lang="en-US" sz="1100" dirty="0">
                <a:highlight>
                  <a:srgbClr val="FFFFFF"/>
                </a:highlight>
                <a:latin typeface="Consolas"/>
                <a:cs typeface="Arial"/>
              </a:rPr>
              <a:t>, </a:t>
            </a:r>
            <a:r>
              <a:rPr lang="en-US" sz="1100" dirty="0">
                <a:solidFill>
                  <a:srgbClr val="A31515"/>
                </a:solidFill>
                <a:highlight>
                  <a:srgbClr val="FFFFFF"/>
                </a:highlight>
                <a:latin typeface="Consolas"/>
                <a:cs typeface="Arial"/>
              </a:rPr>
              <a:t>"a"</a:t>
            </a:r>
            <a:r>
              <a:rPr lang="en-US" sz="1100" dirty="0">
                <a:highlight>
                  <a:srgbClr val="FFFFFF"/>
                </a:highlight>
                <a:latin typeface="Consolas"/>
                <a:cs typeface="Arial"/>
              </a:rPr>
              <a:t>, encoding=</a:t>
            </a:r>
            <a:r>
              <a:rPr lang="en-US" sz="1100" dirty="0">
                <a:solidFill>
                  <a:srgbClr val="A31515"/>
                </a:solidFill>
                <a:highlight>
                  <a:srgbClr val="FFFFFF"/>
                </a:highlight>
                <a:latin typeface="Consolas"/>
                <a:cs typeface="Arial"/>
              </a:rPr>
              <a:t>"utf-8"</a:t>
            </a:r>
            <a:r>
              <a:rPr lang="en-US" sz="1100" dirty="0">
                <a:highlight>
                  <a:srgbClr val="FFFFFF"/>
                </a:highlight>
                <a:latin typeface="Consolas"/>
                <a:cs typeface="Arial"/>
              </a:rPr>
              <a:t>) </a:t>
            </a:r>
            <a:r>
              <a:rPr lang="en-US" sz="1100" dirty="0">
                <a:solidFill>
                  <a:srgbClr val="0000FF"/>
                </a:solidFill>
                <a:highlight>
                  <a:srgbClr val="FFFFFF"/>
                </a:highlight>
                <a:latin typeface="Consolas"/>
                <a:cs typeface="Arial"/>
              </a:rPr>
              <a:t>as</a:t>
            </a:r>
            <a:r>
              <a:rPr lang="en-US" sz="1100" dirty="0">
                <a:highlight>
                  <a:srgbClr val="FFFFFF"/>
                </a:highlight>
                <a:latin typeface="Consolas"/>
                <a:cs typeface="Arial"/>
              </a:rPr>
              <a:t> f:</a:t>
            </a:r>
            <a:endParaRPr lang="en-US" dirty="0">
              <a:cs typeface="Arial"/>
            </a:endParaRPr>
          </a:p>
          <a:p>
            <a:r>
              <a:rPr lang="en-US" sz="1100" dirty="0">
                <a:highlight>
                  <a:srgbClr val="FFFFFF"/>
                </a:highlight>
                <a:latin typeface="Consolas"/>
                <a:cs typeface="Arial"/>
              </a:rPr>
              <a:t>        </a:t>
            </a:r>
            <a:r>
              <a:rPr lang="en-US" sz="1100" dirty="0" err="1">
                <a:highlight>
                  <a:srgbClr val="FFFFFF"/>
                </a:highlight>
                <a:latin typeface="Consolas"/>
                <a:cs typeface="Arial"/>
              </a:rPr>
              <a:t>f.write</a:t>
            </a:r>
            <a:r>
              <a:rPr lang="en-US" sz="1100" dirty="0">
                <a:highlight>
                  <a:srgbClr val="FFFFFF"/>
                </a:highlight>
                <a:latin typeface="Consolas"/>
                <a:cs typeface="Arial"/>
              </a:rPr>
              <a:t>(</a:t>
            </a:r>
            <a:r>
              <a:rPr lang="en-US" sz="1100" dirty="0">
                <a:solidFill>
                  <a:srgbClr val="A31515"/>
                </a:solidFill>
                <a:highlight>
                  <a:srgbClr val="FFFFFF"/>
                </a:highlight>
                <a:latin typeface="Consolas"/>
                <a:cs typeface="Arial"/>
              </a:rPr>
              <a:t>"Classes\n"</a:t>
            </a:r>
            <a:r>
              <a:rPr lang="en-US" sz="1100" dirty="0">
                <a:highlight>
                  <a:srgbClr val="FFFFFF"/>
                </a:highlight>
                <a:latin typeface="Consolas"/>
                <a:cs typeface="Arial"/>
              </a:rPr>
              <a:t>)</a:t>
            </a:r>
            <a:br>
              <a:rPr lang="en-US" dirty="0"/>
            </a:br>
            <a:endParaRPr lang="en-US"/>
          </a:p>
          <a:p>
            <a:r>
              <a:rPr lang="en-US" sz="1100" dirty="0">
                <a:highlight>
                  <a:srgbClr val="FFFFFF"/>
                </a:highlight>
                <a:latin typeface="Consolas"/>
                <a:cs typeface="Arial"/>
              </a:rPr>
              <a:t>    </a:t>
            </a:r>
            <a:r>
              <a:rPr lang="en-US" sz="1100" dirty="0" err="1">
                <a:highlight>
                  <a:srgbClr val="FFFFFF"/>
                </a:highlight>
                <a:latin typeface="Consolas"/>
                <a:cs typeface="Arial"/>
              </a:rPr>
              <a:t>df</a:t>
            </a:r>
            <a:r>
              <a:rPr lang="en-US" sz="1100" dirty="0">
                <a:highlight>
                  <a:srgbClr val="FFFFFF"/>
                </a:highlight>
                <a:latin typeface="Consolas"/>
                <a:cs typeface="Arial"/>
              </a:rPr>
              <a:t> = </a:t>
            </a:r>
            <a:r>
              <a:rPr lang="en-US" sz="1100" dirty="0" err="1">
                <a:highlight>
                  <a:srgbClr val="FFFFFF"/>
                </a:highlight>
                <a:latin typeface="Consolas"/>
                <a:cs typeface="Arial"/>
              </a:rPr>
              <a:t>pd.DataFrame</a:t>
            </a:r>
            <a:r>
              <a:rPr lang="en-US" sz="1100" dirty="0">
                <a:highlight>
                  <a:srgbClr val="FFFFFF"/>
                </a:highlight>
                <a:latin typeface="Consolas"/>
                <a:cs typeface="Arial"/>
              </a:rPr>
              <a:t>({</a:t>
            </a:r>
            <a:endParaRPr lang="en-US" dirty="0">
              <a:cs typeface="Arial"/>
            </a:endParaRPr>
          </a:p>
          <a:p>
            <a:r>
              <a:rPr lang="en-US" sz="1100">
                <a:highlight>
                  <a:srgbClr val="FFFFFF"/>
                </a:highlight>
                <a:latin typeface="Consolas"/>
              </a:rPr>
              <a:t>        onto1.name: onto1_lst,</a:t>
            </a:r>
            <a:endParaRPr lang="en-US"/>
          </a:p>
          <a:p>
            <a:r>
              <a:rPr lang="en-US" sz="1100">
                <a:highlight>
                  <a:srgbClr val="FFFFFF"/>
                </a:highlight>
                <a:latin typeface="Consolas"/>
              </a:rPr>
              <a:t>        onto2.name: onto2_lst,</a:t>
            </a:r>
            <a:endParaRPr lang="en-US"/>
          </a:p>
          <a:p>
            <a:r>
              <a:rPr lang="en-US" sz="1100" dirty="0">
                <a:highlight>
                  <a:srgbClr val="FFFFFF"/>
                </a:highlight>
                <a:latin typeface="Consolas"/>
                <a:cs typeface="Arial"/>
              </a:rPr>
              <a:t>        </a:t>
            </a:r>
            <a:r>
              <a:rPr lang="en-US" sz="1100" dirty="0">
                <a:solidFill>
                  <a:srgbClr val="A31515"/>
                </a:solidFill>
                <a:highlight>
                  <a:srgbClr val="FFFFFF"/>
                </a:highlight>
                <a:latin typeface="Consolas"/>
                <a:cs typeface="Arial"/>
              </a:rPr>
              <a:t>"</a:t>
            </a:r>
            <a:r>
              <a:rPr lang="en-US" sz="1100" dirty="0" err="1">
                <a:solidFill>
                  <a:srgbClr val="A31515"/>
                </a:solidFill>
                <a:highlight>
                  <a:srgbClr val="FFFFFF"/>
                </a:highlight>
                <a:latin typeface="Consolas"/>
                <a:cs typeface="Arial"/>
              </a:rPr>
              <a:t>BERT_Sim</a:t>
            </a:r>
            <a:r>
              <a:rPr lang="en-US" sz="1100" dirty="0">
                <a:solidFill>
                  <a:srgbClr val="A31515"/>
                </a:solidFill>
                <a:highlight>
                  <a:srgbClr val="FFFFFF"/>
                </a:highlight>
                <a:latin typeface="Consolas"/>
                <a:cs typeface="Arial"/>
              </a:rPr>
              <a:t>"</a:t>
            </a:r>
            <a:r>
              <a:rPr lang="en-US" sz="1100" dirty="0">
                <a:highlight>
                  <a:srgbClr val="FFFFFF"/>
                </a:highlight>
                <a:latin typeface="Consolas"/>
                <a:cs typeface="Arial"/>
              </a:rPr>
              <a:t>: </a:t>
            </a:r>
            <a:r>
              <a:rPr lang="en-US" sz="1100" dirty="0" err="1">
                <a:highlight>
                  <a:srgbClr val="FFFFFF"/>
                </a:highlight>
                <a:latin typeface="Consolas"/>
                <a:cs typeface="Arial"/>
              </a:rPr>
              <a:t>sim_lst</a:t>
            </a:r>
            <a:endParaRPr lang="en-US" dirty="0" err="1">
              <a:cs typeface="Arial"/>
            </a:endParaRPr>
          </a:p>
          <a:p>
            <a:r>
              <a:rPr lang="en-US" sz="1100">
                <a:highlight>
                  <a:srgbClr val="FFFFFF"/>
                </a:highlight>
                <a:latin typeface="Consolas"/>
              </a:rPr>
              <a:t>    })</a:t>
            </a:r>
            <a:endParaRPr lang="en-US"/>
          </a:p>
          <a:p>
            <a:endParaRPr lang="en-US" dirty="0"/>
          </a:p>
          <a:p>
            <a:r>
              <a:rPr lang="en-US" sz="1100" dirty="0">
                <a:highlight>
                  <a:srgbClr val="FFFFFF"/>
                </a:highlight>
                <a:latin typeface="Consolas"/>
                <a:cs typeface="Arial"/>
              </a:rPr>
              <a:t>    </a:t>
            </a:r>
            <a:r>
              <a:rPr lang="en-US" sz="1100" dirty="0" err="1">
                <a:highlight>
                  <a:srgbClr val="FFFFFF"/>
                </a:highlight>
                <a:latin typeface="Consolas"/>
                <a:cs typeface="Arial"/>
              </a:rPr>
              <a:t>df.to_csv</a:t>
            </a:r>
            <a:r>
              <a:rPr lang="en-US" sz="1100" dirty="0">
                <a:highlight>
                  <a:srgbClr val="FFFFFF"/>
                </a:highlight>
                <a:latin typeface="Consolas"/>
                <a:cs typeface="Arial"/>
              </a:rPr>
              <a:t>(</a:t>
            </a:r>
            <a:endParaRPr lang="en-US" dirty="0">
              <a:cs typeface="Arial"/>
            </a:endParaRPr>
          </a:p>
          <a:p>
            <a:r>
              <a:rPr lang="en-US" sz="1100" dirty="0">
                <a:highlight>
                  <a:srgbClr val="FFFFFF"/>
                </a:highlight>
                <a:latin typeface="Consolas"/>
                <a:cs typeface="Arial"/>
              </a:rPr>
              <a:t>        </a:t>
            </a:r>
            <a:r>
              <a:rPr lang="en-US" sz="1100" dirty="0" err="1">
                <a:highlight>
                  <a:srgbClr val="FFFFFF"/>
                </a:highlight>
                <a:latin typeface="Consolas"/>
                <a:cs typeface="Arial"/>
              </a:rPr>
              <a:t>output_file</a:t>
            </a:r>
            <a:r>
              <a:rPr lang="en-US" sz="1100" dirty="0">
                <a:highlight>
                  <a:srgbClr val="FFFFFF"/>
                </a:highlight>
                <a:latin typeface="Consolas"/>
                <a:cs typeface="Arial"/>
              </a:rPr>
              <a:t>,</a:t>
            </a:r>
            <a:endParaRPr lang="en-US" dirty="0">
              <a:cs typeface="Arial"/>
            </a:endParaRPr>
          </a:p>
          <a:p>
            <a:r>
              <a:rPr lang="en-US" sz="1100">
                <a:highlight>
                  <a:srgbClr val="FFFFFF"/>
                </a:highlight>
                <a:latin typeface="Consolas"/>
              </a:rPr>
              <a:t>        mode=</a:t>
            </a:r>
            <a:r>
              <a:rPr lang="en-US" sz="1100">
                <a:solidFill>
                  <a:srgbClr val="A31515"/>
                </a:solidFill>
                <a:highlight>
                  <a:srgbClr val="FFFFFF"/>
                </a:highlight>
                <a:latin typeface="Consolas"/>
              </a:rPr>
              <a:t>"a"</a:t>
            </a:r>
            <a:r>
              <a:rPr lang="en-US" sz="1100">
                <a:highlight>
                  <a:srgbClr val="FFFFFF"/>
                </a:highlight>
                <a:latin typeface="Consolas"/>
              </a:rPr>
              <a:t>,</a:t>
            </a:r>
            <a:endParaRPr lang="en-US"/>
          </a:p>
          <a:p>
            <a:r>
              <a:rPr lang="en-US" sz="1100">
                <a:highlight>
                  <a:srgbClr val="FFFFFF"/>
                </a:highlight>
                <a:latin typeface="Consolas"/>
              </a:rPr>
              <a:t>        index=</a:t>
            </a:r>
            <a:r>
              <a:rPr lang="en-US" sz="1100">
                <a:solidFill>
                  <a:srgbClr val="0000FF"/>
                </a:solidFill>
                <a:highlight>
                  <a:srgbClr val="FFFFFF"/>
                </a:highlight>
                <a:latin typeface="Consolas"/>
              </a:rPr>
              <a:t>False</a:t>
            </a:r>
            <a:endParaRPr lang="en-US"/>
          </a:p>
          <a:p>
            <a:r>
              <a:rPr lang="en-US" sz="1100">
                <a:highlight>
                  <a:srgbClr val="FFFFFF"/>
                </a:highlight>
                <a:latin typeface="Consolas"/>
              </a:rPr>
              <a:t>    )</a:t>
            </a:r>
            <a:endParaRPr lang="en-US"/>
          </a:p>
          <a:p>
            <a:endParaRPr lang="en-US" dirty="0"/>
          </a:p>
        </p:txBody>
      </p:sp>
    </p:spTree>
    <p:extLst>
      <p:ext uri="{BB962C8B-B14F-4D97-AF65-F5344CB8AC3E}">
        <p14:creationId xmlns:p14="http://schemas.microsoft.com/office/powerpoint/2010/main" val="30424666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A017-C138-AB6E-96E6-F4C0CF14C1F2}"/>
              </a:ext>
            </a:extLst>
          </p:cNvPr>
          <p:cNvSpPr>
            <a:spLocks noGrp="1"/>
          </p:cNvSpPr>
          <p:nvPr>
            <p:ph type="title"/>
          </p:nvPr>
        </p:nvSpPr>
        <p:spPr/>
        <p:txBody>
          <a:bodyPr/>
          <a:lstStyle/>
          <a:p>
            <a:r>
              <a:rPr lang="en-US" dirty="0" err="1">
                <a:latin typeface="Arial"/>
                <a:cs typeface="Arial"/>
              </a:rPr>
              <a:t>BERT_Matching</a:t>
            </a:r>
            <a:endParaRPr lang="en-US" dirty="0" err="1"/>
          </a:p>
        </p:txBody>
      </p:sp>
      <p:sp>
        <p:nvSpPr>
          <p:cNvPr id="3" name="Text Placeholder 2">
            <a:extLst>
              <a:ext uri="{FF2B5EF4-FFF2-40B4-BE49-F238E27FC236}">
                <a16:creationId xmlns:a16="http://schemas.microsoft.com/office/drawing/2014/main" id="{0ED53D29-6064-B8DE-5555-3455B0638941}"/>
              </a:ext>
            </a:extLst>
          </p:cNvPr>
          <p:cNvSpPr>
            <a:spLocks noGrp="1"/>
          </p:cNvSpPr>
          <p:nvPr>
            <p:ph type="body" sz="quarter" idx="12"/>
          </p:nvPr>
        </p:nvSpPr>
        <p:spPr/>
        <p:txBody>
          <a:bodyPr lIns="0" tIns="0" rIns="0" bIns="0" anchor="t"/>
          <a:lstStyle/>
          <a:p>
            <a:r>
              <a:rPr lang="en-US" sz="1100" dirty="0">
                <a:solidFill>
                  <a:srgbClr val="0000FF"/>
                </a:solidFill>
                <a:highlight>
                  <a:srgbClr val="FFFFFF"/>
                </a:highlight>
                <a:latin typeface="Consolas"/>
                <a:cs typeface="Arial"/>
              </a:rPr>
              <a:t>def</a:t>
            </a:r>
            <a:r>
              <a:rPr lang="en-US" sz="1100" dirty="0">
                <a:highlight>
                  <a:srgbClr val="FFFFFF"/>
                </a:highlight>
                <a:latin typeface="Consolas"/>
                <a:cs typeface="Arial"/>
              </a:rPr>
              <a:t> </a:t>
            </a:r>
            <a:r>
              <a:rPr lang="en-US" sz="1100" dirty="0" err="1">
                <a:highlight>
                  <a:srgbClr val="FFFFFF"/>
                </a:highlight>
                <a:latin typeface="Consolas"/>
                <a:cs typeface="Arial"/>
              </a:rPr>
              <a:t>data_property_matching</a:t>
            </a:r>
            <a:r>
              <a:rPr lang="en-US" sz="1100" dirty="0">
                <a:highlight>
                  <a:srgbClr val="FFFFFF"/>
                </a:highlight>
                <a:latin typeface="Consolas"/>
                <a:cs typeface="Arial"/>
              </a:rPr>
              <a:t>(onto1, onto2):</a:t>
            </a:r>
            <a:endParaRPr lang="en-US" dirty="0">
              <a:cs typeface="Arial"/>
            </a:endParaRPr>
          </a:p>
          <a:p>
            <a:r>
              <a:rPr lang="en-US" sz="1100">
                <a:highlight>
                  <a:srgbClr val="FFFFFF"/>
                </a:highlight>
                <a:latin typeface="Consolas"/>
              </a:rPr>
              <a:t>    onto1_data_properties = onto1.get_data_properties()</a:t>
            </a:r>
            <a:endParaRPr lang="en-US"/>
          </a:p>
          <a:p>
            <a:r>
              <a:rPr lang="en-US" sz="1100">
                <a:highlight>
                  <a:srgbClr val="FFFFFF"/>
                </a:highlight>
                <a:latin typeface="Consolas"/>
              </a:rPr>
              <a:t>    onto2_data_properties = onto2.get_data_properties()</a:t>
            </a:r>
            <a:endParaRPr lang="en-US"/>
          </a:p>
          <a:p>
            <a:r>
              <a:rPr lang="en-US" sz="1100" dirty="0">
                <a:highlight>
                  <a:srgbClr val="FFFFFF"/>
                </a:highlight>
                <a:latin typeface="Consolas"/>
                <a:cs typeface="Arial"/>
              </a:rPr>
              <a:t>    print(</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'data_properties</a:t>
            </a:r>
            <a:r>
              <a:rPr lang="en-US" sz="1100" dirty="0">
                <a:solidFill>
                  <a:srgbClr val="A31515"/>
                </a:solidFill>
                <a:highlight>
                  <a:srgbClr val="FFFFFF"/>
                </a:highlight>
                <a:latin typeface="Consolas"/>
                <a:cs typeface="Arial"/>
              </a:rPr>
              <a:t> of </a:t>
            </a:r>
            <a:r>
              <a:rPr lang="en-US" sz="1100" dirty="0">
                <a:highlight>
                  <a:srgbClr val="FFFFFF"/>
                </a:highlight>
                <a:latin typeface="Consolas"/>
                <a:cs typeface="Arial"/>
              </a:rPr>
              <a:t>{onto1.name}</a:t>
            </a:r>
            <a:r>
              <a:rPr lang="en-US" sz="1100" dirty="0">
                <a:solidFill>
                  <a:srgbClr val="A31515"/>
                </a:solidFill>
                <a:highlight>
                  <a:srgbClr val="FFFFFF"/>
                </a:highlight>
                <a:latin typeface="Consolas"/>
                <a:cs typeface="Arial"/>
              </a:rPr>
              <a:t>'</a:t>
            </a:r>
            <a:r>
              <a:rPr lang="en-US" sz="1100" dirty="0">
                <a:highlight>
                  <a:srgbClr val="FFFFFF"/>
                </a:highlight>
                <a:latin typeface="Consolas"/>
                <a:cs typeface="Arial"/>
              </a:rPr>
              <a:t>, onto1_data_properties)</a:t>
            </a:r>
            <a:endParaRPr lang="en-US" dirty="0">
              <a:cs typeface="Arial"/>
            </a:endParaRPr>
          </a:p>
          <a:p>
            <a:r>
              <a:rPr lang="en-US" sz="1100" dirty="0">
                <a:highlight>
                  <a:srgbClr val="FFFFFF"/>
                </a:highlight>
                <a:latin typeface="Consolas"/>
                <a:cs typeface="Arial"/>
              </a:rPr>
              <a:t>    print(</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'data_properties</a:t>
            </a:r>
            <a:r>
              <a:rPr lang="en-US" sz="1100" dirty="0">
                <a:solidFill>
                  <a:srgbClr val="A31515"/>
                </a:solidFill>
                <a:highlight>
                  <a:srgbClr val="FFFFFF"/>
                </a:highlight>
                <a:latin typeface="Consolas"/>
                <a:cs typeface="Arial"/>
              </a:rPr>
              <a:t> of </a:t>
            </a:r>
            <a:r>
              <a:rPr lang="en-US" sz="1100" dirty="0">
                <a:highlight>
                  <a:srgbClr val="FFFFFF"/>
                </a:highlight>
                <a:latin typeface="Consolas"/>
                <a:cs typeface="Arial"/>
              </a:rPr>
              <a:t>{onto2.name}</a:t>
            </a:r>
            <a:r>
              <a:rPr lang="en-US" sz="1100" dirty="0">
                <a:solidFill>
                  <a:srgbClr val="A31515"/>
                </a:solidFill>
                <a:highlight>
                  <a:srgbClr val="FFFFFF"/>
                </a:highlight>
                <a:latin typeface="Consolas"/>
                <a:cs typeface="Arial"/>
              </a:rPr>
              <a:t>'</a:t>
            </a:r>
            <a:r>
              <a:rPr lang="en-US" sz="1100" dirty="0">
                <a:highlight>
                  <a:srgbClr val="FFFFFF"/>
                </a:highlight>
                <a:latin typeface="Consolas"/>
                <a:cs typeface="Arial"/>
              </a:rPr>
              <a:t>, onto2_data_properties)</a:t>
            </a:r>
            <a:endParaRPr lang="en-US" dirty="0">
              <a:cs typeface="Arial"/>
            </a:endParaRPr>
          </a:p>
          <a:p>
            <a:r>
              <a:rPr lang="en-US" sz="1100" dirty="0">
                <a:highlight>
                  <a:srgbClr val="FFFFFF"/>
                </a:highlight>
                <a:latin typeface="Consolas"/>
                <a:cs typeface="Arial"/>
              </a:rPr>
              <a:t>    onto1_lst, onto2_lst, </a:t>
            </a:r>
            <a:r>
              <a:rPr lang="en-US" sz="1100" dirty="0" err="1">
                <a:highlight>
                  <a:srgbClr val="FFFFFF"/>
                </a:highlight>
                <a:latin typeface="Consolas"/>
                <a:cs typeface="Arial"/>
              </a:rPr>
              <a:t>sim_lst</a:t>
            </a:r>
            <a:r>
              <a:rPr lang="en-US" sz="1100" dirty="0">
                <a:highlight>
                  <a:srgbClr val="FFFFFF"/>
                </a:highlight>
                <a:latin typeface="Consolas"/>
                <a:cs typeface="Arial"/>
              </a:rPr>
              <a:t> = </a:t>
            </a:r>
            <a:r>
              <a:rPr lang="en-US" sz="1100" dirty="0" err="1">
                <a:highlight>
                  <a:srgbClr val="FFFFFF"/>
                </a:highlight>
                <a:latin typeface="Consolas"/>
                <a:cs typeface="Arial"/>
              </a:rPr>
              <a:t>bert_matching</a:t>
            </a:r>
            <a:r>
              <a:rPr lang="en-US" sz="1100" dirty="0">
                <a:highlight>
                  <a:srgbClr val="FFFFFF"/>
                </a:highlight>
                <a:latin typeface="Consolas"/>
                <a:cs typeface="Arial"/>
              </a:rPr>
              <a:t>(onto1_data_properties, onto2_data_properties)</a:t>
            </a:r>
            <a:endParaRPr lang="en-US" dirty="0">
              <a:cs typeface="Arial"/>
            </a:endParaRPr>
          </a:p>
          <a:p>
            <a:r>
              <a:rPr lang="en-US" sz="1100" dirty="0">
                <a:highlight>
                  <a:srgbClr val="FFFFFF"/>
                </a:highlight>
                <a:latin typeface="Consolas"/>
                <a:cs typeface="Arial"/>
              </a:rPr>
              <a:t>    </a:t>
            </a:r>
            <a:r>
              <a:rPr lang="en-US" sz="1100" dirty="0" err="1">
                <a:highlight>
                  <a:srgbClr val="FFFFFF"/>
                </a:highlight>
                <a:latin typeface="Consolas"/>
                <a:cs typeface="Arial"/>
              </a:rPr>
              <a:t>output_file</a:t>
            </a:r>
            <a:r>
              <a:rPr lang="en-US" sz="1100" dirty="0">
                <a:highlight>
                  <a:srgbClr val="FFFFFF"/>
                </a:highlight>
                <a:latin typeface="Consolas"/>
                <a:cs typeface="Arial"/>
              </a:rPr>
              <a:t> = (</a:t>
            </a:r>
            <a:endParaRPr lang="en-US" dirty="0">
              <a:cs typeface="Arial"/>
            </a:endParaRPr>
          </a:p>
          <a:p>
            <a:r>
              <a:rPr lang="en-US" sz="1100" dirty="0">
                <a:highlight>
                  <a:srgbClr val="FFFFFF"/>
                </a:highlight>
                <a:latin typeface="Consolas"/>
                <a:cs typeface="Arial"/>
              </a:rPr>
              <a:t>        </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'Ontology</a:t>
            </a:r>
            <a:r>
              <a:rPr lang="en-US" sz="1100" dirty="0">
                <a:solidFill>
                  <a:srgbClr val="A31515"/>
                </a:solidFill>
                <a:highlight>
                  <a:srgbClr val="FFFFFF"/>
                </a:highlight>
                <a:latin typeface="Consolas"/>
                <a:cs typeface="Arial"/>
              </a:rPr>
              <a:t> Matching/Results/'</a:t>
            </a:r>
            <a:endParaRPr lang="en-US" dirty="0">
              <a:cs typeface="Arial"/>
            </a:endParaRPr>
          </a:p>
          <a:p>
            <a:r>
              <a:rPr lang="en-US" sz="1100" dirty="0">
                <a:highlight>
                  <a:srgbClr val="FFFFFF"/>
                </a:highlight>
                <a:latin typeface="Consolas"/>
                <a:cs typeface="Arial"/>
              </a:rPr>
              <a:t>        </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'Matching_Results</a:t>
            </a:r>
            <a:r>
              <a:rPr lang="en-US" sz="1100" dirty="0">
                <a:solidFill>
                  <a:srgbClr val="A31515"/>
                </a:solidFill>
                <a:highlight>
                  <a:srgbClr val="FFFFFF"/>
                </a:highlight>
                <a:latin typeface="Consolas"/>
                <a:cs typeface="Arial"/>
              </a:rPr>
              <a:t>_</a:t>
            </a:r>
            <a:r>
              <a:rPr lang="en-US" sz="1100" dirty="0">
                <a:highlight>
                  <a:srgbClr val="FFFFFF"/>
                </a:highlight>
                <a:latin typeface="Consolas"/>
                <a:cs typeface="Arial"/>
              </a:rPr>
              <a:t>{onto1.name}</a:t>
            </a:r>
            <a:r>
              <a:rPr lang="en-US" sz="1100" dirty="0">
                <a:solidFill>
                  <a:srgbClr val="A31515"/>
                </a:solidFill>
                <a:highlight>
                  <a:srgbClr val="FFFFFF"/>
                </a:highlight>
                <a:latin typeface="Consolas"/>
                <a:cs typeface="Arial"/>
              </a:rPr>
              <a:t>_and_</a:t>
            </a:r>
            <a:r>
              <a:rPr lang="en-US" sz="1100" dirty="0">
                <a:highlight>
                  <a:srgbClr val="FFFFFF"/>
                </a:highlight>
                <a:latin typeface="Consolas"/>
                <a:cs typeface="Arial"/>
              </a:rPr>
              <a:t>{onto2.name}</a:t>
            </a:r>
            <a:r>
              <a:rPr lang="en-US" sz="1100" dirty="0">
                <a:solidFill>
                  <a:srgbClr val="A31515"/>
                </a:solidFill>
                <a:highlight>
                  <a:srgbClr val="FFFFFF"/>
                </a:highlight>
                <a:latin typeface="Consolas"/>
                <a:cs typeface="Arial"/>
              </a:rPr>
              <a:t>.csv'</a:t>
            </a:r>
            <a:endParaRPr lang="en-US" dirty="0">
              <a:cs typeface="Arial"/>
            </a:endParaRPr>
          </a:p>
          <a:p>
            <a:r>
              <a:rPr lang="en-US" sz="1100">
                <a:highlight>
                  <a:srgbClr val="FFFFFF"/>
                </a:highlight>
                <a:latin typeface="Consolas"/>
              </a:rPr>
              <a:t>    )</a:t>
            </a:r>
            <a:endParaRPr lang="en-US"/>
          </a:p>
          <a:p>
            <a:endParaRPr lang="en-US" dirty="0"/>
          </a:p>
          <a:p>
            <a:r>
              <a:rPr lang="en-US" sz="1100" dirty="0">
                <a:highlight>
                  <a:srgbClr val="FFFFFF"/>
                </a:highlight>
                <a:latin typeface="Consolas"/>
                <a:cs typeface="Arial"/>
              </a:rPr>
              <a:t>    </a:t>
            </a:r>
            <a:r>
              <a:rPr lang="en-US" sz="1100" dirty="0">
                <a:solidFill>
                  <a:srgbClr val="0000FF"/>
                </a:solidFill>
                <a:highlight>
                  <a:srgbClr val="FFFFFF"/>
                </a:highlight>
                <a:latin typeface="Consolas"/>
                <a:cs typeface="Arial"/>
              </a:rPr>
              <a:t>with</a:t>
            </a:r>
            <a:r>
              <a:rPr lang="en-US" sz="1100" dirty="0">
                <a:highlight>
                  <a:srgbClr val="FFFFFF"/>
                </a:highlight>
                <a:latin typeface="Consolas"/>
                <a:cs typeface="Arial"/>
              </a:rPr>
              <a:t> open(</a:t>
            </a:r>
            <a:r>
              <a:rPr lang="en-US" sz="1100" dirty="0" err="1">
                <a:highlight>
                  <a:srgbClr val="FFFFFF"/>
                </a:highlight>
                <a:latin typeface="Consolas"/>
                <a:cs typeface="Arial"/>
              </a:rPr>
              <a:t>output_file</a:t>
            </a:r>
            <a:r>
              <a:rPr lang="en-US" sz="1100" dirty="0">
                <a:highlight>
                  <a:srgbClr val="FFFFFF"/>
                </a:highlight>
                <a:latin typeface="Consolas"/>
                <a:cs typeface="Arial"/>
              </a:rPr>
              <a:t>, </a:t>
            </a:r>
            <a:r>
              <a:rPr lang="en-US" sz="1100" dirty="0">
                <a:solidFill>
                  <a:srgbClr val="A31515"/>
                </a:solidFill>
                <a:highlight>
                  <a:srgbClr val="FFFFFF"/>
                </a:highlight>
                <a:latin typeface="Consolas"/>
                <a:cs typeface="Arial"/>
              </a:rPr>
              <a:t>"a"</a:t>
            </a:r>
            <a:r>
              <a:rPr lang="en-US" sz="1100" dirty="0">
                <a:highlight>
                  <a:srgbClr val="FFFFFF"/>
                </a:highlight>
                <a:latin typeface="Consolas"/>
                <a:cs typeface="Arial"/>
              </a:rPr>
              <a:t>, encoding=</a:t>
            </a:r>
            <a:r>
              <a:rPr lang="en-US" sz="1100" dirty="0">
                <a:solidFill>
                  <a:srgbClr val="A31515"/>
                </a:solidFill>
                <a:highlight>
                  <a:srgbClr val="FFFFFF"/>
                </a:highlight>
                <a:latin typeface="Consolas"/>
                <a:cs typeface="Arial"/>
              </a:rPr>
              <a:t>"utf-8"</a:t>
            </a:r>
            <a:r>
              <a:rPr lang="en-US" sz="1100" dirty="0">
                <a:highlight>
                  <a:srgbClr val="FFFFFF"/>
                </a:highlight>
                <a:latin typeface="Consolas"/>
                <a:cs typeface="Arial"/>
              </a:rPr>
              <a:t>) </a:t>
            </a:r>
            <a:r>
              <a:rPr lang="en-US" sz="1100" dirty="0">
                <a:solidFill>
                  <a:srgbClr val="0000FF"/>
                </a:solidFill>
                <a:highlight>
                  <a:srgbClr val="FFFFFF"/>
                </a:highlight>
                <a:latin typeface="Consolas"/>
                <a:cs typeface="Arial"/>
              </a:rPr>
              <a:t>as</a:t>
            </a:r>
            <a:r>
              <a:rPr lang="en-US" sz="1100" dirty="0">
                <a:highlight>
                  <a:srgbClr val="FFFFFF"/>
                </a:highlight>
                <a:latin typeface="Consolas"/>
                <a:cs typeface="Arial"/>
              </a:rPr>
              <a:t> f:</a:t>
            </a:r>
            <a:endParaRPr lang="en-US" dirty="0">
              <a:cs typeface="Arial"/>
            </a:endParaRPr>
          </a:p>
          <a:p>
            <a:r>
              <a:rPr lang="en-US" sz="1100" dirty="0">
                <a:highlight>
                  <a:srgbClr val="FFFFFF"/>
                </a:highlight>
                <a:latin typeface="Consolas"/>
                <a:cs typeface="Arial"/>
              </a:rPr>
              <a:t>        </a:t>
            </a:r>
            <a:r>
              <a:rPr lang="en-US" sz="1100" dirty="0" err="1">
                <a:highlight>
                  <a:srgbClr val="FFFFFF"/>
                </a:highlight>
                <a:latin typeface="Consolas"/>
                <a:cs typeface="Arial"/>
              </a:rPr>
              <a:t>f.write</a:t>
            </a:r>
            <a:r>
              <a:rPr lang="en-US" sz="1100" dirty="0">
                <a:highlight>
                  <a:srgbClr val="FFFFFF"/>
                </a:highlight>
                <a:latin typeface="Consolas"/>
                <a:cs typeface="Arial"/>
              </a:rPr>
              <a:t>(</a:t>
            </a:r>
            <a:r>
              <a:rPr lang="en-US" sz="1100" dirty="0">
                <a:solidFill>
                  <a:srgbClr val="A31515"/>
                </a:solidFill>
                <a:highlight>
                  <a:srgbClr val="FFFFFF"/>
                </a:highlight>
                <a:latin typeface="Consolas"/>
                <a:cs typeface="Arial"/>
              </a:rPr>
              <a:t>"\</a:t>
            </a:r>
            <a:r>
              <a:rPr lang="en-US" sz="1100" dirty="0" err="1">
                <a:solidFill>
                  <a:srgbClr val="A31515"/>
                </a:solidFill>
                <a:highlight>
                  <a:srgbClr val="FFFFFF"/>
                </a:highlight>
                <a:latin typeface="Consolas"/>
                <a:cs typeface="Arial"/>
              </a:rPr>
              <a:t>nData</a:t>
            </a:r>
            <a:r>
              <a:rPr lang="en-US" sz="1100" dirty="0">
                <a:solidFill>
                  <a:srgbClr val="A31515"/>
                </a:solidFill>
                <a:highlight>
                  <a:srgbClr val="FFFFFF"/>
                </a:highlight>
                <a:latin typeface="Consolas"/>
                <a:cs typeface="Arial"/>
              </a:rPr>
              <a:t> Properties\n"</a:t>
            </a:r>
            <a:r>
              <a:rPr lang="en-US" sz="1100" dirty="0">
                <a:highlight>
                  <a:srgbClr val="FFFFFF"/>
                </a:highlight>
                <a:latin typeface="Consolas"/>
                <a:cs typeface="Arial"/>
              </a:rPr>
              <a:t>)</a:t>
            </a:r>
            <a:endParaRPr lang="en-US" dirty="0">
              <a:cs typeface="Arial"/>
            </a:endParaRPr>
          </a:p>
          <a:p>
            <a:endParaRPr lang="en-US" dirty="0"/>
          </a:p>
          <a:p>
            <a:r>
              <a:rPr lang="en-US" sz="1100" dirty="0">
                <a:highlight>
                  <a:srgbClr val="FFFFFF"/>
                </a:highlight>
                <a:latin typeface="Consolas"/>
                <a:cs typeface="Arial"/>
              </a:rPr>
              <a:t>    </a:t>
            </a:r>
            <a:r>
              <a:rPr lang="en-US" sz="1100" dirty="0" err="1">
                <a:highlight>
                  <a:srgbClr val="FFFFFF"/>
                </a:highlight>
                <a:latin typeface="Consolas"/>
                <a:cs typeface="Arial"/>
              </a:rPr>
              <a:t>df</a:t>
            </a:r>
            <a:r>
              <a:rPr lang="en-US" sz="1100" dirty="0">
                <a:highlight>
                  <a:srgbClr val="FFFFFF"/>
                </a:highlight>
                <a:latin typeface="Consolas"/>
                <a:cs typeface="Arial"/>
              </a:rPr>
              <a:t> = </a:t>
            </a:r>
            <a:r>
              <a:rPr lang="en-US" sz="1100" dirty="0" err="1">
                <a:highlight>
                  <a:srgbClr val="FFFFFF"/>
                </a:highlight>
                <a:latin typeface="Consolas"/>
                <a:cs typeface="Arial"/>
              </a:rPr>
              <a:t>pd.DataFrame</a:t>
            </a:r>
            <a:r>
              <a:rPr lang="en-US" sz="1100" dirty="0">
                <a:highlight>
                  <a:srgbClr val="FFFFFF"/>
                </a:highlight>
                <a:latin typeface="Consolas"/>
                <a:cs typeface="Arial"/>
              </a:rPr>
              <a:t>({</a:t>
            </a:r>
            <a:endParaRPr lang="en-US" dirty="0">
              <a:cs typeface="Arial"/>
            </a:endParaRPr>
          </a:p>
          <a:p>
            <a:r>
              <a:rPr lang="en-US" sz="1100">
                <a:highlight>
                  <a:srgbClr val="FFFFFF"/>
                </a:highlight>
                <a:latin typeface="Consolas"/>
              </a:rPr>
              <a:t>        onto1.name: onto1_lst,</a:t>
            </a:r>
            <a:endParaRPr lang="en-US"/>
          </a:p>
          <a:p>
            <a:r>
              <a:rPr lang="en-US" sz="1100">
                <a:highlight>
                  <a:srgbClr val="FFFFFF"/>
                </a:highlight>
                <a:latin typeface="Consolas"/>
              </a:rPr>
              <a:t>        onto2.name: onto2_lst,</a:t>
            </a:r>
            <a:endParaRPr lang="en-US"/>
          </a:p>
          <a:p>
            <a:r>
              <a:rPr lang="en-US" sz="1100" dirty="0">
                <a:highlight>
                  <a:srgbClr val="FFFFFF"/>
                </a:highlight>
                <a:latin typeface="Consolas"/>
                <a:cs typeface="Arial"/>
              </a:rPr>
              <a:t>        </a:t>
            </a:r>
            <a:r>
              <a:rPr lang="en-US" sz="1100" dirty="0">
                <a:solidFill>
                  <a:srgbClr val="A31515"/>
                </a:solidFill>
                <a:highlight>
                  <a:srgbClr val="FFFFFF"/>
                </a:highlight>
                <a:latin typeface="Consolas"/>
                <a:cs typeface="Arial"/>
              </a:rPr>
              <a:t>"</a:t>
            </a:r>
            <a:r>
              <a:rPr lang="en-US" sz="1100" dirty="0" err="1">
                <a:solidFill>
                  <a:srgbClr val="A31515"/>
                </a:solidFill>
                <a:highlight>
                  <a:srgbClr val="FFFFFF"/>
                </a:highlight>
                <a:latin typeface="Consolas"/>
                <a:cs typeface="Arial"/>
              </a:rPr>
              <a:t>BERT_Sim</a:t>
            </a:r>
            <a:r>
              <a:rPr lang="en-US" sz="1100" dirty="0">
                <a:solidFill>
                  <a:srgbClr val="A31515"/>
                </a:solidFill>
                <a:highlight>
                  <a:srgbClr val="FFFFFF"/>
                </a:highlight>
                <a:latin typeface="Consolas"/>
                <a:cs typeface="Arial"/>
              </a:rPr>
              <a:t>"</a:t>
            </a:r>
            <a:r>
              <a:rPr lang="en-US" sz="1100" dirty="0">
                <a:highlight>
                  <a:srgbClr val="FFFFFF"/>
                </a:highlight>
                <a:latin typeface="Consolas"/>
                <a:cs typeface="Arial"/>
              </a:rPr>
              <a:t>: </a:t>
            </a:r>
            <a:r>
              <a:rPr lang="en-US" sz="1100" dirty="0" err="1">
                <a:highlight>
                  <a:srgbClr val="FFFFFF"/>
                </a:highlight>
                <a:latin typeface="Consolas"/>
                <a:cs typeface="Arial"/>
              </a:rPr>
              <a:t>sim_lst</a:t>
            </a:r>
            <a:endParaRPr lang="en-US" dirty="0" err="1">
              <a:cs typeface="Arial"/>
            </a:endParaRPr>
          </a:p>
          <a:p>
            <a:r>
              <a:rPr lang="en-US" sz="1100">
                <a:highlight>
                  <a:srgbClr val="FFFFFF"/>
                </a:highlight>
                <a:latin typeface="Consolas"/>
                <a:cs typeface="Arial"/>
              </a:rPr>
              <a:t>    })</a:t>
            </a:r>
            <a:endParaRPr lang="en-US">
              <a:cs typeface="Arial"/>
            </a:endParaRPr>
          </a:p>
          <a:p>
            <a:endParaRPr lang="en-US" dirty="0"/>
          </a:p>
          <a:p>
            <a:r>
              <a:rPr lang="en-US" sz="1100" dirty="0">
                <a:highlight>
                  <a:srgbClr val="FFFFFF"/>
                </a:highlight>
                <a:latin typeface="Consolas"/>
                <a:cs typeface="Arial"/>
              </a:rPr>
              <a:t>    </a:t>
            </a:r>
            <a:r>
              <a:rPr lang="en-US" sz="1100" dirty="0" err="1">
                <a:highlight>
                  <a:srgbClr val="FFFFFF"/>
                </a:highlight>
                <a:latin typeface="Consolas"/>
                <a:cs typeface="Arial"/>
              </a:rPr>
              <a:t>df.to_csv</a:t>
            </a:r>
            <a:r>
              <a:rPr lang="en-US" sz="1100" dirty="0">
                <a:highlight>
                  <a:srgbClr val="FFFFFF"/>
                </a:highlight>
                <a:latin typeface="Consolas"/>
                <a:cs typeface="Arial"/>
              </a:rPr>
              <a:t>(</a:t>
            </a:r>
            <a:endParaRPr lang="en-US" dirty="0">
              <a:cs typeface="Arial"/>
            </a:endParaRPr>
          </a:p>
          <a:p>
            <a:r>
              <a:rPr lang="en-US" sz="1100" dirty="0">
                <a:highlight>
                  <a:srgbClr val="FFFFFF"/>
                </a:highlight>
                <a:latin typeface="Consolas"/>
                <a:cs typeface="Arial"/>
              </a:rPr>
              <a:t>        </a:t>
            </a:r>
            <a:r>
              <a:rPr lang="en-US" sz="1100" dirty="0" err="1">
                <a:highlight>
                  <a:srgbClr val="FFFFFF"/>
                </a:highlight>
                <a:latin typeface="Consolas"/>
                <a:cs typeface="Arial"/>
              </a:rPr>
              <a:t>output_file</a:t>
            </a:r>
            <a:r>
              <a:rPr lang="en-US" sz="1100" dirty="0">
                <a:highlight>
                  <a:srgbClr val="FFFFFF"/>
                </a:highlight>
                <a:latin typeface="Consolas"/>
                <a:cs typeface="Arial"/>
              </a:rPr>
              <a:t>,</a:t>
            </a:r>
            <a:endParaRPr lang="en-US" dirty="0">
              <a:cs typeface="Arial"/>
            </a:endParaRPr>
          </a:p>
          <a:p>
            <a:r>
              <a:rPr lang="en-US" sz="1100">
                <a:highlight>
                  <a:srgbClr val="FFFFFF"/>
                </a:highlight>
                <a:latin typeface="Consolas"/>
              </a:rPr>
              <a:t>        mode=</a:t>
            </a:r>
            <a:r>
              <a:rPr lang="en-US" sz="1100">
                <a:solidFill>
                  <a:srgbClr val="A31515"/>
                </a:solidFill>
                <a:highlight>
                  <a:srgbClr val="FFFFFF"/>
                </a:highlight>
                <a:latin typeface="Consolas"/>
              </a:rPr>
              <a:t>"a"</a:t>
            </a:r>
            <a:r>
              <a:rPr lang="en-US" sz="1100">
                <a:highlight>
                  <a:srgbClr val="FFFFFF"/>
                </a:highlight>
                <a:latin typeface="Consolas"/>
              </a:rPr>
              <a:t>,</a:t>
            </a:r>
            <a:endParaRPr lang="en-US"/>
          </a:p>
          <a:p>
            <a:r>
              <a:rPr lang="en-US" sz="1100">
                <a:highlight>
                  <a:srgbClr val="FFFFFF"/>
                </a:highlight>
                <a:latin typeface="Consolas"/>
              </a:rPr>
              <a:t>        index=</a:t>
            </a:r>
            <a:r>
              <a:rPr lang="en-US" sz="1100">
                <a:solidFill>
                  <a:srgbClr val="0000FF"/>
                </a:solidFill>
                <a:highlight>
                  <a:srgbClr val="FFFFFF"/>
                </a:highlight>
                <a:latin typeface="Consolas"/>
              </a:rPr>
              <a:t>False</a:t>
            </a:r>
            <a:endParaRPr lang="en-US"/>
          </a:p>
          <a:p>
            <a:r>
              <a:rPr lang="en-US" sz="1100">
                <a:highlight>
                  <a:srgbClr val="FFFFFF"/>
                </a:highlight>
                <a:latin typeface="Consolas"/>
              </a:rPr>
              <a:t>    )</a:t>
            </a:r>
            <a:endParaRPr lang="en-US"/>
          </a:p>
          <a:p>
            <a:endParaRPr lang="en-US" dirty="0"/>
          </a:p>
        </p:txBody>
      </p:sp>
    </p:spTree>
    <p:extLst>
      <p:ext uri="{BB962C8B-B14F-4D97-AF65-F5344CB8AC3E}">
        <p14:creationId xmlns:p14="http://schemas.microsoft.com/office/powerpoint/2010/main" val="22822635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2C6F7-A896-9FA8-7EF7-BB15DFE77F25}"/>
              </a:ext>
            </a:extLst>
          </p:cNvPr>
          <p:cNvSpPr>
            <a:spLocks noGrp="1"/>
          </p:cNvSpPr>
          <p:nvPr>
            <p:ph type="title"/>
          </p:nvPr>
        </p:nvSpPr>
        <p:spPr/>
        <p:txBody>
          <a:bodyPr/>
          <a:lstStyle/>
          <a:p>
            <a:r>
              <a:rPr lang="en-US" dirty="0" err="1">
                <a:latin typeface="Arial"/>
                <a:cs typeface="Arial"/>
              </a:rPr>
              <a:t>BERT_Matching</a:t>
            </a:r>
            <a:endParaRPr lang="en-US" dirty="0" err="1"/>
          </a:p>
        </p:txBody>
      </p:sp>
      <p:sp>
        <p:nvSpPr>
          <p:cNvPr id="3" name="Text Placeholder 2">
            <a:extLst>
              <a:ext uri="{FF2B5EF4-FFF2-40B4-BE49-F238E27FC236}">
                <a16:creationId xmlns:a16="http://schemas.microsoft.com/office/drawing/2014/main" id="{FCF3656B-AFDF-53F3-D653-49C461D754DE}"/>
              </a:ext>
            </a:extLst>
          </p:cNvPr>
          <p:cNvSpPr>
            <a:spLocks noGrp="1"/>
          </p:cNvSpPr>
          <p:nvPr>
            <p:ph type="body" sz="quarter" idx="12"/>
          </p:nvPr>
        </p:nvSpPr>
        <p:spPr/>
        <p:txBody>
          <a:bodyPr lIns="0" tIns="0" rIns="0" bIns="0" anchor="t"/>
          <a:lstStyle/>
          <a:p>
            <a:r>
              <a:rPr lang="en-US" sz="1100" dirty="0">
                <a:solidFill>
                  <a:srgbClr val="0000FF"/>
                </a:solidFill>
                <a:highlight>
                  <a:srgbClr val="FFFFFF"/>
                </a:highlight>
                <a:latin typeface="Consolas"/>
              </a:rPr>
              <a:t>def</a:t>
            </a:r>
            <a:r>
              <a:rPr lang="en-US" sz="1100" dirty="0">
                <a:highlight>
                  <a:srgbClr val="FFFFFF"/>
                </a:highlight>
                <a:latin typeface="Consolas"/>
              </a:rPr>
              <a:t> </a:t>
            </a:r>
            <a:r>
              <a:rPr lang="en-US" sz="1100" dirty="0" err="1">
                <a:highlight>
                  <a:srgbClr val="FFFFFF"/>
                </a:highlight>
                <a:latin typeface="Consolas"/>
              </a:rPr>
              <a:t>object_property_matching</a:t>
            </a:r>
            <a:r>
              <a:rPr lang="en-US" sz="1100" dirty="0">
                <a:highlight>
                  <a:srgbClr val="FFFFFF"/>
                </a:highlight>
                <a:latin typeface="Consolas"/>
              </a:rPr>
              <a:t>(onto1, onto2):</a:t>
            </a:r>
            <a:endParaRPr lang="en-US" dirty="0"/>
          </a:p>
          <a:p>
            <a:r>
              <a:rPr lang="en-US" sz="1100">
                <a:highlight>
                  <a:srgbClr val="FFFFFF"/>
                </a:highlight>
                <a:latin typeface="Consolas"/>
              </a:rPr>
              <a:t>    onto1_object_properties = onto1.get_object_properties()</a:t>
            </a:r>
            <a:endParaRPr lang="en-US"/>
          </a:p>
          <a:p>
            <a:r>
              <a:rPr lang="en-US" sz="1100">
                <a:highlight>
                  <a:srgbClr val="FFFFFF"/>
                </a:highlight>
                <a:latin typeface="Consolas"/>
              </a:rPr>
              <a:t>    onto2_object_properties = onto2.get_object_properties()</a:t>
            </a:r>
            <a:endParaRPr lang="en-US"/>
          </a:p>
          <a:p>
            <a:br>
              <a:rPr lang="en-US" dirty="0"/>
            </a:br>
            <a:endParaRPr lang="en-US" dirty="0"/>
          </a:p>
          <a:p>
            <a:r>
              <a:rPr lang="en-US" sz="1100" dirty="0">
                <a:highlight>
                  <a:srgbClr val="FFFFFF"/>
                </a:highlight>
                <a:latin typeface="Consolas"/>
              </a:rPr>
              <a:t>    print(</a:t>
            </a:r>
            <a:r>
              <a:rPr lang="en-US" sz="1100" dirty="0" err="1">
                <a:solidFill>
                  <a:srgbClr val="0000FF"/>
                </a:solidFill>
                <a:highlight>
                  <a:srgbClr val="FFFFFF"/>
                </a:highlight>
                <a:latin typeface="Consolas"/>
              </a:rPr>
              <a:t>f</a:t>
            </a:r>
            <a:r>
              <a:rPr lang="en-US" sz="1100" dirty="0" err="1">
                <a:solidFill>
                  <a:srgbClr val="A31515"/>
                </a:solidFill>
                <a:highlight>
                  <a:srgbClr val="FFFFFF"/>
                </a:highlight>
                <a:latin typeface="Consolas"/>
              </a:rPr>
              <a:t>'object_properties</a:t>
            </a:r>
            <a:r>
              <a:rPr lang="en-US" sz="1100" dirty="0">
                <a:solidFill>
                  <a:srgbClr val="A31515"/>
                </a:solidFill>
                <a:highlight>
                  <a:srgbClr val="FFFFFF"/>
                </a:highlight>
                <a:latin typeface="Consolas"/>
              </a:rPr>
              <a:t> of </a:t>
            </a:r>
            <a:r>
              <a:rPr lang="en-US" sz="1100" dirty="0">
                <a:highlight>
                  <a:srgbClr val="FFFFFF"/>
                </a:highlight>
                <a:latin typeface="Consolas"/>
              </a:rPr>
              <a:t>{onto1.name}</a:t>
            </a:r>
            <a:r>
              <a:rPr lang="en-US" sz="1100" dirty="0">
                <a:solidFill>
                  <a:srgbClr val="A31515"/>
                </a:solidFill>
                <a:highlight>
                  <a:srgbClr val="FFFFFF"/>
                </a:highlight>
                <a:latin typeface="Consolas"/>
              </a:rPr>
              <a:t>'</a:t>
            </a:r>
            <a:r>
              <a:rPr lang="en-US" sz="1100" dirty="0">
                <a:highlight>
                  <a:srgbClr val="FFFFFF"/>
                </a:highlight>
                <a:latin typeface="Consolas"/>
              </a:rPr>
              <a:t>, onto1_object_properties)</a:t>
            </a:r>
            <a:endParaRPr lang="en-US" dirty="0"/>
          </a:p>
          <a:p>
            <a:r>
              <a:rPr lang="en-US" sz="1100" dirty="0">
                <a:highlight>
                  <a:srgbClr val="FFFFFF"/>
                </a:highlight>
                <a:latin typeface="Consolas"/>
              </a:rPr>
              <a:t>    print(</a:t>
            </a:r>
            <a:r>
              <a:rPr lang="en-US" sz="1100" dirty="0" err="1">
                <a:solidFill>
                  <a:srgbClr val="0000FF"/>
                </a:solidFill>
                <a:highlight>
                  <a:srgbClr val="FFFFFF"/>
                </a:highlight>
                <a:latin typeface="Consolas"/>
              </a:rPr>
              <a:t>f</a:t>
            </a:r>
            <a:r>
              <a:rPr lang="en-US" sz="1100" dirty="0" err="1">
                <a:solidFill>
                  <a:srgbClr val="A31515"/>
                </a:solidFill>
                <a:highlight>
                  <a:srgbClr val="FFFFFF"/>
                </a:highlight>
                <a:latin typeface="Consolas"/>
              </a:rPr>
              <a:t>'object_properties</a:t>
            </a:r>
            <a:r>
              <a:rPr lang="en-US" sz="1100" dirty="0">
                <a:solidFill>
                  <a:srgbClr val="A31515"/>
                </a:solidFill>
                <a:highlight>
                  <a:srgbClr val="FFFFFF"/>
                </a:highlight>
                <a:latin typeface="Consolas"/>
              </a:rPr>
              <a:t> of </a:t>
            </a:r>
            <a:r>
              <a:rPr lang="en-US" sz="1100" dirty="0">
                <a:highlight>
                  <a:srgbClr val="FFFFFF"/>
                </a:highlight>
                <a:latin typeface="Consolas"/>
              </a:rPr>
              <a:t>{onto2.name}</a:t>
            </a:r>
            <a:r>
              <a:rPr lang="en-US" sz="1100" dirty="0">
                <a:solidFill>
                  <a:srgbClr val="A31515"/>
                </a:solidFill>
                <a:highlight>
                  <a:srgbClr val="FFFFFF"/>
                </a:highlight>
                <a:latin typeface="Consolas"/>
              </a:rPr>
              <a:t>'</a:t>
            </a:r>
            <a:r>
              <a:rPr lang="en-US" sz="1100" dirty="0">
                <a:highlight>
                  <a:srgbClr val="FFFFFF"/>
                </a:highlight>
                <a:latin typeface="Consolas"/>
              </a:rPr>
              <a:t>, onto2_object_properties)</a:t>
            </a:r>
            <a:endParaRPr lang="en-US" dirty="0"/>
          </a:p>
          <a:p>
            <a:br>
              <a:rPr lang="en-US" dirty="0"/>
            </a:br>
            <a:endParaRPr lang="en-US" dirty="0"/>
          </a:p>
          <a:p>
            <a:r>
              <a:rPr lang="en-US" sz="1100" dirty="0">
                <a:highlight>
                  <a:srgbClr val="FFFFFF"/>
                </a:highlight>
                <a:latin typeface="Consolas"/>
              </a:rPr>
              <a:t>    onto1_lst, onto2_lst, </a:t>
            </a:r>
            <a:r>
              <a:rPr lang="en-US" sz="1100" dirty="0" err="1">
                <a:highlight>
                  <a:srgbClr val="FFFFFF"/>
                </a:highlight>
                <a:latin typeface="Consolas"/>
              </a:rPr>
              <a:t>sim_lst</a:t>
            </a:r>
            <a:r>
              <a:rPr lang="en-US" sz="1100" dirty="0">
                <a:highlight>
                  <a:srgbClr val="FFFFFF"/>
                </a:highlight>
                <a:latin typeface="Consolas"/>
              </a:rPr>
              <a:t> = </a:t>
            </a:r>
            <a:r>
              <a:rPr lang="en-US" sz="1100" dirty="0" err="1">
                <a:highlight>
                  <a:srgbClr val="FFFFFF"/>
                </a:highlight>
                <a:latin typeface="Consolas"/>
              </a:rPr>
              <a:t>bert_matching</a:t>
            </a:r>
            <a:r>
              <a:rPr lang="en-US" sz="1100" dirty="0">
                <a:highlight>
                  <a:srgbClr val="FFFFFF"/>
                </a:highlight>
                <a:latin typeface="Consolas"/>
              </a:rPr>
              <a:t>(</a:t>
            </a:r>
            <a:endParaRPr lang="en-US" dirty="0"/>
          </a:p>
          <a:p>
            <a:r>
              <a:rPr lang="en-US" sz="1100">
                <a:highlight>
                  <a:srgbClr val="FFFFFF"/>
                </a:highlight>
                <a:latin typeface="Consolas"/>
              </a:rPr>
              <a:t>        onto1_object_properties,</a:t>
            </a:r>
            <a:endParaRPr lang="en-US"/>
          </a:p>
          <a:p>
            <a:r>
              <a:rPr lang="en-US" sz="1100">
                <a:highlight>
                  <a:srgbClr val="FFFFFF"/>
                </a:highlight>
                <a:latin typeface="Consolas"/>
              </a:rPr>
              <a:t>        onto2_object_properties</a:t>
            </a:r>
            <a:endParaRPr lang="en-US"/>
          </a:p>
          <a:p>
            <a:r>
              <a:rPr lang="en-US" sz="1100">
                <a:highlight>
                  <a:srgbClr val="FFFFFF"/>
                </a:highlight>
                <a:latin typeface="Consolas"/>
              </a:rPr>
              <a:t>    )</a:t>
            </a:r>
            <a:endParaRPr lang="en-US"/>
          </a:p>
          <a:p>
            <a:r>
              <a:rPr lang="en-US" sz="1100" dirty="0">
                <a:highlight>
                  <a:srgbClr val="FFFFFF"/>
                </a:highlight>
                <a:latin typeface="Consolas"/>
              </a:rPr>
              <a:t>    </a:t>
            </a:r>
            <a:r>
              <a:rPr lang="en-US" sz="1100" dirty="0" err="1">
                <a:highlight>
                  <a:srgbClr val="FFFFFF"/>
                </a:highlight>
                <a:latin typeface="Consolas"/>
              </a:rPr>
              <a:t>output_file</a:t>
            </a:r>
            <a:r>
              <a:rPr lang="en-US" sz="1100" dirty="0">
                <a:highlight>
                  <a:srgbClr val="FFFFFF"/>
                </a:highlight>
                <a:latin typeface="Consolas"/>
              </a:rPr>
              <a:t> = (</a:t>
            </a:r>
            <a:endParaRPr lang="en-US" dirty="0"/>
          </a:p>
          <a:p>
            <a:r>
              <a:rPr lang="en-US" sz="1100" dirty="0">
                <a:highlight>
                  <a:srgbClr val="FFFFFF"/>
                </a:highlight>
                <a:latin typeface="Consolas"/>
                <a:cs typeface="Arial"/>
              </a:rPr>
              <a:t>        </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'Ontology</a:t>
            </a:r>
            <a:r>
              <a:rPr lang="en-US" sz="1100" dirty="0">
                <a:solidFill>
                  <a:srgbClr val="A31515"/>
                </a:solidFill>
                <a:highlight>
                  <a:srgbClr val="FFFFFF"/>
                </a:highlight>
                <a:latin typeface="Consolas"/>
                <a:cs typeface="Arial"/>
              </a:rPr>
              <a:t> Matching/Results/'</a:t>
            </a:r>
            <a:endParaRPr lang="en-US" dirty="0">
              <a:cs typeface="Arial"/>
            </a:endParaRPr>
          </a:p>
          <a:p>
            <a:r>
              <a:rPr lang="en-US" sz="1100" dirty="0">
                <a:highlight>
                  <a:srgbClr val="FFFFFF"/>
                </a:highlight>
                <a:latin typeface="Consolas"/>
                <a:cs typeface="Arial"/>
              </a:rPr>
              <a:t>        </a:t>
            </a:r>
            <a:r>
              <a:rPr lang="en-US" sz="1100" dirty="0" err="1">
                <a:solidFill>
                  <a:srgbClr val="0000FF"/>
                </a:solidFill>
                <a:highlight>
                  <a:srgbClr val="FFFFFF"/>
                </a:highlight>
                <a:latin typeface="Consolas"/>
                <a:cs typeface="Arial"/>
              </a:rPr>
              <a:t>f</a:t>
            </a:r>
            <a:r>
              <a:rPr lang="en-US" sz="1100" dirty="0" err="1">
                <a:solidFill>
                  <a:srgbClr val="A31515"/>
                </a:solidFill>
                <a:highlight>
                  <a:srgbClr val="FFFFFF"/>
                </a:highlight>
                <a:latin typeface="Consolas"/>
                <a:cs typeface="Arial"/>
              </a:rPr>
              <a:t>'Matching_Results</a:t>
            </a:r>
            <a:r>
              <a:rPr lang="en-US" sz="1100" dirty="0">
                <a:solidFill>
                  <a:srgbClr val="A31515"/>
                </a:solidFill>
                <a:highlight>
                  <a:srgbClr val="FFFFFF"/>
                </a:highlight>
                <a:latin typeface="Consolas"/>
                <a:cs typeface="Arial"/>
              </a:rPr>
              <a:t>_</a:t>
            </a:r>
            <a:r>
              <a:rPr lang="en-US" sz="1100" dirty="0">
                <a:highlight>
                  <a:srgbClr val="FFFFFF"/>
                </a:highlight>
                <a:latin typeface="Consolas"/>
                <a:cs typeface="Arial"/>
              </a:rPr>
              <a:t>{onto1.name}</a:t>
            </a:r>
            <a:r>
              <a:rPr lang="en-US" sz="1100" dirty="0">
                <a:solidFill>
                  <a:srgbClr val="A31515"/>
                </a:solidFill>
                <a:highlight>
                  <a:srgbClr val="FFFFFF"/>
                </a:highlight>
                <a:latin typeface="Consolas"/>
                <a:cs typeface="Arial"/>
              </a:rPr>
              <a:t>_and_</a:t>
            </a:r>
            <a:r>
              <a:rPr lang="en-US" sz="1100" dirty="0">
                <a:highlight>
                  <a:srgbClr val="FFFFFF"/>
                </a:highlight>
                <a:latin typeface="Consolas"/>
                <a:cs typeface="Arial"/>
              </a:rPr>
              <a:t>{onto2.name}</a:t>
            </a:r>
            <a:r>
              <a:rPr lang="en-US" sz="1100" dirty="0">
                <a:solidFill>
                  <a:srgbClr val="A31515"/>
                </a:solidFill>
                <a:highlight>
                  <a:srgbClr val="FFFFFF"/>
                </a:highlight>
                <a:latin typeface="Consolas"/>
                <a:cs typeface="Arial"/>
              </a:rPr>
              <a:t>.csv'</a:t>
            </a:r>
            <a:endParaRPr lang="en-US" dirty="0">
              <a:cs typeface="Arial"/>
            </a:endParaRPr>
          </a:p>
          <a:p>
            <a:r>
              <a:rPr lang="en-US" sz="1100">
                <a:highlight>
                  <a:srgbClr val="FFFFFF"/>
                </a:highlight>
                <a:latin typeface="Consolas"/>
              </a:rPr>
              <a:t>    )</a:t>
            </a:r>
            <a:endParaRPr lang="en-US"/>
          </a:p>
          <a:p>
            <a:r>
              <a:rPr lang="en-US" sz="1100" dirty="0">
                <a:highlight>
                  <a:srgbClr val="FFFFFF"/>
                </a:highlight>
                <a:latin typeface="Consolas"/>
                <a:cs typeface="Arial"/>
              </a:rPr>
              <a:t>    </a:t>
            </a:r>
            <a:r>
              <a:rPr lang="en-US" sz="1100">
                <a:solidFill>
                  <a:srgbClr val="008000"/>
                </a:solidFill>
                <a:highlight>
                  <a:srgbClr val="FFFFFF"/>
                </a:highlight>
                <a:latin typeface="Consolas"/>
                <a:cs typeface="Arial"/>
              </a:rPr>
              <a:t># Add a blank line and section title</a:t>
            </a:r>
            <a:endParaRPr lang="en-US">
              <a:cs typeface="Arial"/>
            </a:endParaRPr>
          </a:p>
          <a:p>
            <a:r>
              <a:rPr lang="en-US" sz="1100" dirty="0">
                <a:highlight>
                  <a:srgbClr val="FFFFFF"/>
                </a:highlight>
                <a:latin typeface="Consolas"/>
                <a:cs typeface="Arial"/>
              </a:rPr>
              <a:t>    </a:t>
            </a:r>
            <a:r>
              <a:rPr lang="en-US" sz="1100" dirty="0">
                <a:solidFill>
                  <a:srgbClr val="0000FF"/>
                </a:solidFill>
                <a:highlight>
                  <a:srgbClr val="FFFFFF"/>
                </a:highlight>
                <a:latin typeface="Consolas"/>
                <a:cs typeface="Arial"/>
              </a:rPr>
              <a:t>with</a:t>
            </a:r>
            <a:r>
              <a:rPr lang="en-US" sz="1100" dirty="0">
                <a:highlight>
                  <a:srgbClr val="FFFFFF"/>
                </a:highlight>
                <a:latin typeface="Consolas"/>
                <a:cs typeface="Arial"/>
              </a:rPr>
              <a:t> open(</a:t>
            </a:r>
            <a:r>
              <a:rPr lang="en-US" sz="1100" dirty="0" err="1">
                <a:highlight>
                  <a:srgbClr val="FFFFFF"/>
                </a:highlight>
                <a:latin typeface="Consolas"/>
                <a:cs typeface="Arial"/>
              </a:rPr>
              <a:t>output_file</a:t>
            </a:r>
            <a:r>
              <a:rPr lang="en-US" sz="1100" dirty="0">
                <a:highlight>
                  <a:srgbClr val="FFFFFF"/>
                </a:highlight>
                <a:latin typeface="Consolas"/>
                <a:cs typeface="Arial"/>
              </a:rPr>
              <a:t>, </a:t>
            </a:r>
            <a:r>
              <a:rPr lang="en-US" sz="1100" dirty="0">
                <a:solidFill>
                  <a:srgbClr val="A31515"/>
                </a:solidFill>
                <a:highlight>
                  <a:srgbClr val="FFFFFF"/>
                </a:highlight>
                <a:latin typeface="Consolas"/>
                <a:cs typeface="Arial"/>
              </a:rPr>
              <a:t>'a'</a:t>
            </a:r>
            <a:r>
              <a:rPr lang="en-US" sz="1100" dirty="0">
                <a:highlight>
                  <a:srgbClr val="FFFFFF"/>
                </a:highlight>
                <a:latin typeface="Consolas"/>
                <a:cs typeface="Arial"/>
              </a:rPr>
              <a:t>, encoding=</a:t>
            </a:r>
            <a:r>
              <a:rPr lang="en-US" sz="1100" dirty="0">
                <a:solidFill>
                  <a:srgbClr val="A31515"/>
                </a:solidFill>
                <a:highlight>
                  <a:srgbClr val="FFFFFF"/>
                </a:highlight>
                <a:latin typeface="Consolas"/>
                <a:cs typeface="Arial"/>
              </a:rPr>
              <a:t>'utf-8'</a:t>
            </a:r>
            <a:r>
              <a:rPr lang="en-US" sz="1100" dirty="0">
                <a:highlight>
                  <a:srgbClr val="FFFFFF"/>
                </a:highlight>
                <a:latin typeface="Consolas"/>
                <a:cs typeface="Arial"/>
              </a:rPr>
              <a:t>) </a:t>
            </a:r>
            <a:r>
              <a:rPr lang="en-US" sz="1100" dirty="0">
                <a:solidFill>
                  <a:srgbClr val="0000FF"/>
                </a:solidFill>
                <a:highlight>
                  <a:srgbClr val="FFFFFF"/>
                </a:highlight>
                <a:latin typeface="Consolas"/>
                <a:cs typeface="Arial"/>
              </a:rPr>
              <a:t>as</a:t>
            </a:r>
            <a:r>
              <a:rPr lang="en-US" sz="1100" dirty="0">
                <a:highlight>
                  <a:srgbClr val="FFFFFF"/>
                </a:highlight>
                <a:latin typeface="Consolas"/>
                <a:cs typeface="Arial"/>
              </a:rPr>
              <a:t> f:</a:t>
            </a:r>
            <a:endParaRPr lang="en-US" dirty="0">
              <a:cs typeface="Arial"/>
            </a:endParaRPr>
          </a:p>
          <a:p>
            <a:r>
              <a:rPr lang="en-US" sz="1100" dirty="0">
                <a:highlight>
                  <a:srgbClr val="FFFFFF"/>
                </a:highlight>
                <a:latin typeface="Consolas"/>
              </a:rPr>
              <a:t>        </a:t>
            </a:r>
            <a:r>
              <a:rPr lang="en-US" sz="1100" dirty="0" err="1">
                <a:highlight>
                  <a:srgbClr val="FFFFFF"/>
                </a:highlight>
                <a:latin typeface="Consolas"/>
              </a:rPr>
              <a:t>f.write</a:t>
            </a:r>
            <a:r>
              <a:rPr lang="en-US" sz="1100" dirty="0">
                <a:highlight>
                  <a:srgbClr val="FFFFFF"/>
                </a:highlight>
                <a:latin typeface="Consolas"/>
              </a:rPr>
              <a:t>(</a:t>
            </a:r>
            <a:r>
              <a:rPr lang="en-US" sz="1100" dirty="0">
                <a:solidFill>
                  <a:srgbClr val="A31515"/>
                </a:solidFill>
                <a:highlight>
                  <a:srgbClr val="FFFFFF"/>
                </a:highlight>
                <a:latin typeface="Consolas"/>
              </a:rPr>
              <a:t>'\</a:t>
            </a:r>
            <a:r>
              <a:rPr lang="en-US" sz="1100" dirty="0" err="1">
                <a:solidFill>
                  <a:srgbClr val="A31515"/>
                </a:solidFill>
                <a:highlight>
                  <a:srgbClr val="FFFFFF"/>
                </a:highlight>
                <a:latin typeface="Consolas"/>
              </a:rPr>
              <a:t>nObject</a:t>
            </a:r>
            <a:r>
              <a:rPr lang="en-US" sz="1100" dirty="0">
                <a:solidFill>
                  <a:srgbClr val="A31515"/>
                </a:solidFill>
                <a:highlight>
                  <a:srgbClr val="FFFFFF"/>
                </a:highlight>
                <a:latin typeface="Consolas"/>
              </a:rPr>
              <a:t> Properties\n'</a:t>
            </a:r>
            <a:r>
              <a:rPr lang="en-US" sz="1100" dirty="0">
                <a:highlight>
                  <a:srgbClr val="FFFFFF"/>
                </a:highlight>
                <a:latin typeface="Consolas"/>
              </a:rPr>
              <a:t>)</a:t>
            </a:r>
            <a:endParaRPr lang="en-US" dirty="0"/>
          </a:p>
          <a:p>
            <a:r>
              <a:rPr lang="en-US" sz="1100" dirty="0">
                <a:highlight>
                  <a:srgbClr val="FFFFFF"/>
                </a:highlight>
                <a:latin typeface="Consolas"/>
              </a:rPr>
              <a:t>    </a:t>
            </a:r>
            <a:r>
              <a:rPr lang="en-US" sz="1100" dirty="0" err="1">
                <a:highlight>
                  <a:srgbClr val="FFFFFF"/>
                </a:highlight>
                <a:latin typeface="Consolas"/>
              </a:rPr>
              <a:t>df</a:t>
            </a:r>
            <a:r>
              <a:rPr lang="en-US" sz="1100" dirty="0">
                <a:highlight>
                  <a:srgbClr val="FFFFFF"/>
                </a:highlight>
                <a:latin typeface="Consolas"/>
              </a:rPr>
              <a:t> = </a:t>
            </a:r>
            <a:r>
              <a:rPr lang="en-US" sz="1100" dirty="0" err="1">
                <a:highlight>
                  <a:srgbClr val="FFFFFF"/>
                </a:highlight>
                <a:latin typeface="Consolas"/>
              </a:rPr>
              <a:t>pd.DataFrame</a:t>
            </a:r>
            <a:r>
              <a:rPr lang="en-US" sz="1100" dirty="0">
                <a:highlight>
                  <a:srgbClr val="FFFFFF"/>
                </a:highlight>
                <a:latin typeface="Consolas"/>
              </a:rPr>
              <a:t>({onto1.name: onto1_lst, onto2.name: onto2_lst, </a:t>
            </a:r>
            <a:r>
              <a:rPr lang="en-US" sz="1100" dirty="0">
                <a:solidFill>
                  <a:srgbClr val="A31515"/>
                </a:solidFill>
                <a:highlight>
                  <a:srgbClr val="FFFFFF"/>
                </a:highlight>
                <a:latin typeface="Consolas"/>
              </a:rPr>
              <a:t>'</a:t>
            </a:r>
            <a:r>
              <a:rPr lang="en-US" sz="1100" dirty="0" err="1">
                <a:solidFill>
                  <a:srgbClr val="A31515"/>
                </a:solidFill>
                <a:highlight>
                  <a:srgbClr val="FFFFFF"/>
                </a:highlight>
                <a:latin typeface="Consolas"/>
              </a:rPr>
              <a:t>BERT_Sim</a:t>
            </a:r>
            <a:r>
              <a:rPr lang="en-US" sz="1100" dirty="0">
                <a:solidFill>
                  <a:srgbClr val="A31515"/>
                </a:solidFill>
                <a:highlight>
                  <a:srgbClr val="FFFFFF"/>
                </a:highlight>
                <a:latin typeface="Consolas"/>
              </a:rPr>
              <a:t>'</a:t>
            </a:r>
            <a:r>
              <a:rPr lang="en-US" sz="1100" dirty="0">
                <a:highlight>
                  <a:srgbClr val="FFFFFF"/>
                </a:highlight>
                <a:latin typeface="Consolas"/>
              </a:rPr>
              <a:t>: </a:t>
            </a:r>
            <a:r>
              <a:rPr lang="en-US" sz="1100" dirty="0" err="1">
                <a:highlight>
                  <a:srgbClr val="FFFFFF"/>
                </a:highlight>
                <a:latin typeface="Consolas"/>
              </a:rPr>
              <a:t>sim_lst</a:t>
            </a:r>
            <a:r>
              <a:rPr lang="en-US" sz="1100" dirty="0">
                <a:highlight>
                  <a:srgbClr val="FFFFFF"/>
                </a:highlight>
                <a:latin typeface="Consolas"/>
              </a:rPr>
              <a:t>})</a:t>
            </a:r>
            <a:endParaRPr lang="en-US" dirty="0"/>
          </a:p>
          <a:p>
            <a:r>
              <a:rPr lang="en-US" sz="1100" dirty="0">
                <a:highlight>
                  <a:srgbClr val="FFFFFF"/>
                </a:highlight>
                <a:latin typeface="Consolas"/>
              </a:rPr>
              <a:t>    </a:t>
            </a:r>
            <a:r>
              <a:rPr lang="en-US" sz="1100" dirty="0" err="1">
                <a:highlight>
                  <a:srgbClr val="FFFFFF"/>
                </a:highlight>
                <a:latin typeface="Consolas"/>
              </a:rPr>
              <a:t>df.to_csv</a:t>
            </a:r>
            <a:r>
              <a:rPr lang="en-US" sz="1100" dirty="0">
                <a:highlight>
                  <a:srgbClr val="FFFFFF"/>
                </a:highlight>
                <a:latin typeface="Consolas"/>
              </a:rPr>
              <a:t>(</a:t>
            </a:r>
            <a:r>
              <a:rPr lang="en-US" sz="1100" dirty="0" err="1">
                <a:highlight>
                  <a:srgbClr val="FFFFFF"/>
                </a:highlight>
                <a:latin typeface="Consolas"/>
              </a:rPr>
              <a:t>output_file</a:t>
            </a:r>
            <a:r>
              <a:rPr lang="en-US" sz="1100" dirty="0">
                <a:highlight>
                  <a:srgbClr val="FFFFFF"/>
                </a:highlight>
                <a:latin typeface="Consolas"/>
              </a:rPr>
              <a:t>, mode=</a:t>
            </a:r>
            <a:r>
              <a:rPr lang="en-US" sz="1100" dirty="0">
                <a:solidFill>
                  <a:srgbClr val="A31515"/>
                </a:solidFill>
                <a:highlight>
                  <a:srgbClr val="FFFFFF"/>
                </a:highlight>
                <a:latin typeface="Consolas"/>
              </a:rPr>
              <a:t>'a'</a:t>
            </a:r>
            <a:r>
              <a:rPr lang="en-US" sz="1100" dirty="0">
                <a:highlight>
                  <a:srgbClr val="FFFFFF"/>
                </a:highlight>
                <a:latin typeface="Consolas"/>
              </a:rPr>
              <a:t>, index=</a:t>
            </a:r>
            <a:r>
              <a:rPr lang="en-US" sz="1100" dirty="0">
                <a:solidFill>
                  <a:srgbClr val="0000FF"/>
                </a:solidFill>
                <a:highlight>
                  <a:srgbClr val="FFFFFF"/>
                </a:highlight>
                <a:latin typeface="Consolas"/>
              </a:rPr>
              <a:t>False</a:t>
            </a:r>
            <a:r>
              <a:rPr lang="en-US" sz="1100" dirty="0">
                <a:highlight>
                  <a:srgbClr val="FFFFFF"/>
                </a:highlight>
                <a:latin typeface="Consolas"/>
              </a:rPr>
              <a:t>)</a:t>
            </a:r>
            <a:endParaRPr lang="en-US" dirty="0"/>
          </a:p>
          <a:p>
            <a:br>
              <a:rPr lang="en-US" dirty="0"/>
            </a:br>
            <a:endParaRPr lang="en-US" dirty="0"/>
          </a:p>
          <a:p>
            <a:endParaRPr lang="en-US" dirty="0"/>
          </a:p>
        </p:txBody>
      </p:sp>
    </p:spTree>
    <p:extLst>
      <p:ext uri="{BB962C8B-B14F-4D97-AF65-F5344CB8AC3E}">
        <p14:creationId xmlns:p14="http://schemas.microsoft.com/office/powerpoint/2010/main" val="35409304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66B2F-2BF5-2ABD-0302-8CC5BB4FB90F}"/>
              </a:ext>
            </a:extLst>
          </p:cNvPr>
          <p:cNvSpPr>
            <a:spLocks noGrp="1"/>
          </p:cNvSpPr>
          <p:nvPr>
            <p:ph type="title"/>
          </p:nvPr>
        </p:nvSpPr>
        <p:spPr/>
        <p:txBody>
          <a:bodyPr/>
          <a:lstStyle/>
          <a:p>
            <a:r>
              <a:rPr lang="en-US">
                <a:latin typeface="Arial"/>
                <a:cs typeface="Arial"/>
              </a:rPr>
              <a:t>Classes with same name</a:t>
            </a:r>
            <a:endParaRPr lang="en-US"/>
          </a:p>
        </p:txBody>
      </p:sp>
      <p:pic>
        <p:nvPicPr>
          <p:cNvPr id="5" name="Picture 4">
            <a:extLst>
              <a:ext uri="{FF2B5EF4-FFF2-40B4-BE49-F238E27FC236}">
                <a16:creationId xmlns:a16="http://schemas.microsoft.com/office/drawing/2014/main" id="{19BE3EBB-C632-4BBB-4005-3B80ED6C0BBF}"/>
              </a:ext>
            </a:extLst>
          </p:cNvPr>
          <p:cNvPicPr>
            <a:picLocks noChangeAspect="1"/>
          </p:cNvPicPr>
          <p:nvPr/>
        </p:nvPicPr>
        <p:blipFill>
          <a:blip r:embed="rId2"/>
          <a:stretch>
            <a:fillRect/>
          </a:stretch>
        </p:blipFill>
        <p:spPr>
          <a:xfrm>
            <a:off x="287547" y="897114"/>
            <a:ext cx="8108831" cy="5049392"/>
          </a:xfrm>
          <a:prstGeom prst="rect">
            <a:avLst/>
          </a:prstGeom>
        </p:spPr>
      </p:pic>
    </p:spTree>
    <p:extLst>
      <p:ext uri="{BB962C8B-B14F-4D97-AF65-F5344CB8AC3E}">
        <p14:creationId xmlns:p14="http://schemas.microsoft.com/office/powerpoint/2010/main" val="32193552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2CD88-AB38-6944-BB6F-3A36B16E64A3}"/>
              </a:ext>
            </a:extLst>
          </p:cNvPr>
          <p:cNvSpPr>
            <a:spLocks noGrp="1"/>
          </p:cNvSpPr>
          <p:nvPr>
            <p:ph type="title"/>
          </p:nvPr>
        </p:nvSpPr>
        <p:spPr/>
        <p:txBody>
          <a:bodyPr/>
          <a:lstStyle/>
          <a:p>
            <a:r>
              <a:rPr lang="en-US">
                <a:latin typeface="Arial"/>
                <a:cs typeface="Arial"/>
              </a:rPr>
              <a:t>Classes with same name</a:t>
            </a:r>
            <a:endParaRPr lang="en-US"/>
          </a:p>
        </p:txBody>
      </p:sp>
      <p:pic>
        <p:nvPicPr>
          <p:cNvPr id="4" name="Picture 3">
            <a:extLst>
              <a:ext uri="{FF2B5EF4-FFF2-40B4-BE49-F238E27FC236}">
                <a16:creationId xmlns:a16="http://schemas.microsoft.com/office/drawing/2014/main" id="{38112C70-0717-316E-4177-4C9542B6BD54}"/>
              </a:ext>
            </a:extLst>
          </p:cNvPr>
          <p:cNvPicPr>
            <a:picLocks noChangeAspect="1"/>
          </p:cNvPicPr>
          <p:nvPr/>
        </p:nvPicPr>
        <p:blipFill>
          <a:blip r:embed="rId2"/>
          <a:stretch>
            <a:fillRect/>
          </a:stretch>
        </p:blipFill>
        <p:spPr>
          <a:xfrm>
            <a:off x="287547" y="940799"/>
            <a:ext cx="8209472" cy="4602589"/>
          </a:xfrm>
          <a:prstGeom prst="rect">
            <a:avLst/>
          </a:prstGeom>
        </p:spPr>
      </p:pic>
    </p:spTree>
    <p:extLst>
      <p:ext uri="{BB962C8B-B14F-4D97-AF65-F5344CB8AC3E}">
        <p14:creationId xmlns:p14="http://schemas.microsoft.com/office/powerpoint/2010/main" val="86929145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25D5-0C9E-B70E-7694-0C12E4571C29}"/>
              </a:ext>
            </a:extLst>
          </p:cNvPr>
          <p:cNvSpPr>
            <a:spLocks noGrp="1"/>
          </p:cNvSpPr>
          <p:nvPr>
            <p:ph type="title"/>
          </p:nvPr>
        </p:nvSpPr>
        <p:spPr/>
        <p:txBody>
          <a:bodyPr/>
          <a:lstStyle/>
          <a:p>
            <a:r>
              <a:rPr lang="en-US" dirty="0">
                <a:latin typeface="Arial"/>
                <a:cs typeface="Arial"/>
              </a:rPr>
              <a:t>Class?</a:t>
            </a:r>
            <a:endParaRPr lang="en-US" dirty="0"/>
          </a:p>
        </p:txBody>
      </p:sp>
      <p:sp>
        <p:nvSpPr>
          <p:cNvPr id="3" name="Text Placeholder 2">
            <a:extLst>
              <a:ext uri="{FF2B5EF4-FFF2-40B4-BE49-F238E27FC236}">
                <a16:creationId xmlns:a16="http://schemas.microsoft.com/office/drawing/2014/main" id="{62CE58E3-E57A-46DB-BF6C-7CED2038D581}"/>
              </a:ext>
            </a:extLst>
          </p:cNvPr>
          <p:cNvSpPr>
            <a:spLocks noGrp="1"/>
          </p:cNvSpPr>
          <p:nvPr>
            <p:ph type="body" sz="quarter" idx="12"/>
          </p:nvPr>
        </p:nvSpPr>
        <p:spPr/>
        <p:txBody>
          <a:bodyPr lIns="0" tIns="0" rIns="0" bIns="0" anchor="t"/>
          <a:lstStyle/>
          <a:p>
            <a:r>
              <a:rPr lang="en-US" err="1">
                <a:latin typeface="Arial"/>
                <a:cs typeface="Arial"/>
              </a:rPr>
              <a:t>len</a:t>
            </a:r>
            <a:r>
              <a:rPr lang="en-US" dirty="0">
                <a:latin typeface="Arial"/>
                <a:cs typeface="Arial"/>
              </a:rPr>
              <a:t>(</a:t>
            </a:r>
            <a:r>
              <a:rPr lang="en-US" err="1">
                <a:latin typeface="Arial"/>
                <a:cs typeface="Arial"/>
              </a:rPr>
              <a:t>beo_classes</a:t>
            </a:r>
            <a:r>
              <a:rPr lang="en-US">
                <a:latin typeface="Arial"/>
                <a:cs typeface="Arial"/>
              </a:rPr>
              <a:t>) = 617</a:t>
            </a:r>
            <a:endParaRPr lang="en-US" dirty="0"/>
          </a:p>
          <a:p>
            <a:endParaRPr lang="en-US" dirty="0"/>
          </a:p>
        </p:txBody>
      </p:sp>
    </p:spTree>
    <p:extLst>
      <p:ext uri="{BB962C8B-B14F-4D97-AF65-F5344CB8AC3E}">
        <p14:creationId xmlns:p14="http://schemas.microsoft.com/office/powerpoint/2010/main" val="2899077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02C532-589A-5906-9C49-4650964E1284}"/>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CF2866FC-55D1-8F2B-1424-B1DB886741C4}"/>
              </a:ext>
            </a:extLst>
          </p:cNvPr>
          <p:cNvSpPr>
            <a:spLocks noGrp="1"/>
          </p:cNvSpPr>
          <p:nvPr>
            <p:ph type="body" sz="quarter" idx="12"/>
          </p:nvPr>
        </p:nvSpPr>
        <p:spPr/>
        <p:txBody>
          <a:bodyPr lIns="0" tIns="0" rIns="0" bIns="0" anchor="t"/>
          <a:lstStyle/>
          <a:p>
            <a:r>
              <a:rPr lang="de-DE" dirty="0">
                <a:latin typeface="Arial"/>
                <a:cs typeface="Arial"/>
              </a:rPr>
              <a:t>Step1: </a:t>
            </a:r>
            <a:r>
              <a:rPr lang="de-DE" dirty="0" err="1">
                <a:latin typeface="Arial"/>
                <a:cs typeface="Arial"/>
              </a:rPr>
              <a:t>compare</a:t>
            </a:r>
            <a:r>
              <a:rPr lang="de-DE" dirty="0">
                <a:latin typeface="Arial"/>
                <a:cs typeface="Arial"/>
              </a:rPr>
              <a:t> the </a:t>
            </a:r>
            <a:r>
              <a:rPr lang="de-DE" dirty="0" err="1">
                <a:latin typeface="Arial"/>
                <a:cs typeface="Arial"/>
              </a:rPr>
              <a:t>results</a:t>
            </a:r>
            <a:r>
              <a:rPr lang="de-DE" dirty="0">
                <a:latin typeface="Arial"/>
                <a:cs typeface="Arial"/>
              </a:rPr>
              <a:t> of LLM, PII(SDV) and </a:t>
            </a:r>
            <a:r>
              <a:rPr lang="de-DE" dirty="0" err="1">
                <a:latin typeface="Arial"/>
                <a:cs typeface="Arial"/>
              </a:rPr>
              <a:t>manually</a:t>
            </a:r>
            <a:endParaRPr lang="de-DE">
              <a:latin typeface="Arial"/>
              <a:cs typeface="Arial"/>
            </a:endParaRPr>
          </a:p>
          <a:p>
            <a:r>
              <a:rPr lang="de-DE" dirty="0">
                <a:latin typeface="Arial"/>
                <a:cs typeface="Arial"/>
              </a:rPr>
              <a:t>Step2: </a:t>
            </a:r>
            <a:r>
              <a:rPr lang="de-DE" dirty="0" err="1">
                <a:latin typeface="Arial"/>
                <a:cs typeface="Arial"/>
              </a:rPr>
              <a:t>we</a:t>
            </a:r>
            <a:r>
              <a:rPr lang="de-DE" dirty="0">
                <a:latin typeface="Arial"/>
                <a:cs typeface="Arial"/>
              </a:rPr>
              <a:t> </a:t>
            </a:r>
            <a:r>
              <a:rPr lang="de-DE" dirty="0" err="1">
                <a:latin typeface="Arial"/>
                <a:cs typeface="Arial"/>
              </a:rPr>
              <a:t>tested</a:t>
            </a:r>
            <a:r>
              <a:rPr lang="de-DE" dirty="0">
                <a:latin typeface="Arial"/>
                <a:cs typeface="Arial"/>
              </a:rPr>
              <a:t> different </a:t>
            </a:r>
            <a:r>
              <a:rPr lang="de-DE" dirty="0" err="1">
                <a:latin typeface="Arial"/>
                <a:cs typeface="Arial"/>
              </a:rPr>
              <a:t>modes</a:t>
            </a:r>
            <a:r>
              <a:rPr lang="de-DE" dirty="0">
                <a:latin typeface="Arial"/>
                <a:cs typeface="Arial"/>
              </a:rPr>
              <a:t> (</a:t>
            </a:r>
            <a:r>
              <a:rPr lang="de-DE" dirty="0" err="1">
                <a:latin typeface="Arial"/>
                <a:cs typeface="Arial"/>
              </a:rPr>
              <a:t>which</a:t>
            </a:r>
            <a:r>
              <a:rPr lang="de-DE" dirty="0">
                <a:latin typeface="Arial"/>
                <a:cs typeface="Arial"/>
              </a:rPr>
              <a:t> LLM </a:t>
            </a:r>
            <a:r>
              <a:rPr lang="de-DE" dirty="0" err="1">
                <a:latin typeface="Arial"/>
                <a:cs typeface="Arial"/>
              </a:rPr>
              <a:t>models</a:t>
            </a:r>
            <a:r>
              <a:rPr lang="de-DE" dirty="0">
                <a:latin typeface="Arial"/>
                <a:cs typeface="Arial"/>
              </a:rPr>
              <a:t>) of LLM and the </a:t>
            </a:r>
            <a:r>
              <a:rPr lang="de-DE" dirty="0" err="1">
                <a:latin typeface="Arial"/>
                <a:cs typeface="Arial"/>
              </a:rPr>
              <a:t>realibility</a:t>
            </a:r>
            <a:r>
              <a:rPr lang="de-DE" dirty="0">
                <a:latin typeface="Arial"/>
                <a:cs typeface="Arial"/>
              </a:rPr>
              <a:t> of LLM </a:t>
            </a:r>
            <a:r>
              <a:rPr lang="de-DE" dirty="0" err="1">
                <a:latin typeface="Arial"/>
                <a:cs typeface="Arial"/>
              </a:rPr>
              <a:t>with</a:t>
            </a:r>
            <a:r>
              <a:rPr lang="de-DE" dirty="0">
                <a:latin typeface="Arial"/>
                <a:cs typeface="Arial"/>
              </a:rPr>
              <a:t> multiple </a:t>
            </a:r>
            <a:r>
              <a:rPr lang="de-DE" dirty="0" err="1">
                <a:latin typeface="Arial"/>
                <a:cs typeface="Arial"/>
              </a:rPr>
              <a:t>tests</a:t>
            </a:r>
            <a:r>
              <a:rPr lang="de-DE" dirty="0">
                <a:latin typeface="Arial"/>
                <a:cs typeface="Arial"/>
              </a:rPr>
              <a:t>. Times: 15 </a:t>
            </a:r>
          </a:p>
          <a:p>
            <a:r>
              <a:rPr lang="de-DE" dirty="0">
                <a:latin typeface="Arial"/>
                <a:cs typeface="Arial"/>
              </a:rPr>
              <a:t>LLM </a:t>
            </a:r>
            <a:r>
              <a:rPr lang="de-DE" dirty="0" err="1">
                <a:latin typeface="Arial"/>
                <a:cs typeface="Arial"/>
              </a:rPr>
              <a:t>compared</a:t>
            </a:r>
            <a:r>
              <a:rPr lang="de-DE" dirty="0">
                <a:latin typeface="Arial"/>
                <a:cs typeface="Arial"/>
              </a:rPr>
              <a:t> </a:t>
            </a:r>
            <a:r>
              <a:rPr lang="de-DE" dirty="0" err="1">
                <a:latin typeface="Arial"/>
                <a:cs typeface="Arial"/>
              </a:rPr>
              <a:t>with</a:t>
            </a:r>
            <a:r>
              <a:rPr lang="de-DE" dirty="0">
                <a:latin typeface="Arial"/>
                <a:cs typeface="Arial"/>
              </a:rPr>
              <a:t> PII and human: </a:t>
            </a:r>
            <a:r>
              <a:rPr lang="de-DE" dirty="0" err="1">
                <a:latin typeface="Arial"/>
                <a:cs typeface="Arial"/>
              </a:rPr>
              <a:t>accuracy</a:t>
            </a:r>
            <a:r>
              <a:rPr lang="de-DE" dirty="0">
                <a:latin typeface="Arial"/>
                <a:cs typeface="Arial"/>
              </a:rPr>
              <a:t>  </a:t>
            </a:r>
            <a:r>
              <a:rPr lang="de-DE" dirty="0">
                <a:highlight>
                  <a:srgbClr val="FFFF00"/>
                </a:highlight>
                <a:latin typeface="Arial"/>
                <a:cs typeface="Arial"/>
              </a:rPr>
              <a:t>F1, </a:t>
            </a:r>
            <a:r>
              <a:rPr lang="de-DE" dirty="0" err="1">
                <a:highlight>
                  <a:srgbClr val="FFFF00"/>
                </a:highlight>
                <a:latin typeface="Arial"/>
                <a:cs typeface="Arial"/>
              </a:rPr>
              <a:t>recall</a:t>
            </a:r>
            <a:r>
              <a:rPr lang="de-DE" dirty="0">
                <a:highlight>
                  <a:srgbClr val="FFFF00"/>
                </a:highlight>
                <a:latin typeface="Arial"/>
                <a:cs typeface="Arial"/>
              </a:rPr>
              <a:t> and </a:t>
            </a:r>
            <a:r>
              <a:rPr lang="de-DE" dirty="0" err="1">
                <a:highlight>
                  <a:srgbClr val="FFFF00"/>
                </a:highlight>
                <a:latin typeface="Arial"/>
                <a:cs typeface="Arial"/>
              </a:rPr>
              <a:t>precision</a:t>
            </a:r>
            <a:endParaRPr lang="de-DE">
              <a:highlight>
                <a:srgbClr val="FFFF00"/>
              </a:highlight>
              <a:latin typeface="Arial"/>
              <a:cs typeface="Arial"/>
            </a:endParaRPr>
          </a:p>
          <a:p>
            <a:endParaRPr lang="de-DE" dirty="0">
              <a:highlight>
                <a:srgbClr val="FFFF00"/>
              </a:highlight>
            </a:endParaRPr>
          </a:p>
        </p:txBody>
      </p:sp>
      <p:pic>
        <p:nvPicPr>
          <p:cNvPr id="4" name="Grafik 3">
            <a:extLst>
              <a:ext uri="{FF2B5EF4-FFF2-40B4-BE49-F238E27FC236}">
                <a16:creationId xmlns:a16="http://schemas.microsoft.com/office/drawing/2014/main" id="{1603EBDF-0C59-60EB-C642-4C62F68157B3}"/>
              </a:ext>
            </a:extLst>
          </p:cNvPr>
          <p:cNvPicPr>
            <a:picLocks noChangeAspect="1"/>
          </p:cNvPicPr>
          <p:nvPr/>
        </p:nvPicPr>
        <p:blipFill>
          <a:blip r:embed="rId2"/>
          <a:stretch>
            <a:fillRect/>
          </a:stretch>
        </p:blipFill>
        <p:spPr>
          <a:xfrm>
            <a:off x="-155642" y="4258892"/>
            <a:ext cx="9299642" cy="2445288"/>
          </a:xfrm>
          <a:prstGeom prst="rect">
            <a:avLst/>
          </a:prstGeom>
        </p:spPr>
      </p:pic>
    </p:spTree>
    <p:extLst>
      <p:ext uri="{BB962C8B-B14F-4D97-AF65-F5344CB8AC3E}">
        <p14:creationId xmlns:p14="http://schemas.microsoft.com/office/powerpoint/2010/main" val="64642331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73045F-9AB1-8104-B7DE-73617C4DA779}"/>
              </a:ext>
            </a:extLst>
          </p:cNvPr>
          <p:cNvSpPr>
            <a:spLocks noGrp="1"/>
          </p:cNvSpPr>
          <p:nvPr>
            <p:ph type="title"/>
          </p:nvPr>
        </p:nvSpPr>
        <p:spPr/>
        <p:txBody>
          <a:bodyPr/>
          <a:lstStyle/>
          <a:p>
            <a:r>
              <a:rPr lang="de-DE" dirty="0" err="1">
                <a:latin typeface="Arial"/>
                <a:cs typeface="Arial"/>
              </a:rPr>
              <a:t>Ontology</a:t>
            </a:r>
            <a:endParaRPr lang="de-DE" dirty="0" err="1"/>
          </a:p>
        </p:txBody>
      </p:sp>
      <p:sp>
        <p:nvSpPr>
          <p:cNvPr id="3" name="Textplatzhalter 2">
            <a:extLst>
              <a:ext uri="{FF2B5EF4-FFF2-40B4-BE49-F238E27FC236}">
                <a16:creationId xmlns:a16="http://schemas.microsoft.com/office/drawing/2014/main" id="{77153F98-BF9E-95AC-575A-F9E82319C8F5}"/>
              </a:ext>
            </a:extLst>
          </p:cNvPr>
          <p:cNvSpPr>
            <a:spLocks noGrp="1"/>
          </p:cNvSpPr>
          <p:nvPr>
            <p:ph type="body" sz="quarter" idx="12"/>
          </p:nvPr>
        </p:nvSpPr>
        <p:spPr/>
        <p:txBody>
          <a:bodyPr lIns="0" tIns="0" rIns="0" bIns="0" anchor="t"/>
          <a:lstStyle/>
          <a:p>
            <a:r>
              <a:rPr lang="de-DE" dirty="0">
                <a:latin typeface="Arial"/>
                <a:cs typeface="Arial"/>
              </a:rPr>
              <a:t>DPV not </a:t>
            </a:r>
            <a:r>
              <a:rPr lang="de-DE" dirty="0" err="1">
                <a:latin typeface="Arial"/>
                <a:cs typeface="Arial"/>
              </a:rPr>
              <a:t>specific</a:t>
            </a:r>
            <a:r>
              <a:rPr lang="de-DE" dirty="0">
                <a:latin typeface="Arial"/>
                <a:cs typeface="Arial"/>
              </a:rPr>
              <a:t> for </a:t>
            </a:r>
            <a:r>
              <a:rPr lang="de-DE" dirty="0" err="1">
                <a:latin typeface="Arial"/>
                <a:cs typeface="Arial"/>
              </a:rPr>
              <a:t>energy</a:t>
            </a:r>
            <a:r>
              <a:rPr lang="de-DE" dirty="0">
                <a:latin typeface="Arial"/>
                <a:cs typeface="Arial"/>
              </a:rPr>
              <a:t> </a:t>
            </a:r>
            <a:r>
              <a:rPr lang="de-DE" dirty="0" err="1">
                <a:latin typeface="Arial"/>
                <a:cs typeface="Arial"/>
              </a:rPr>
              <a:t>domain</a:t>
            </a:r>
            <a:endParaRPr lang="de-DE" dirty="0">
              <a:latin typeface="Arial"/>
              <a:cs typeface="Arial"/>
            </a:endParaRPr>
          </a:p>
          <a:p>
            <a:r>
              <a:rPr lang="de-DE" dirty="0">
                <a:latin typeface="Arial"/>
                <a:cs typeface="Arial"/>
              </a:rPr>
              <a:t>BEO and OEO </a:t>
            </a:r>
            <a:r>
              <a:rPr lang="de-DE" dirty="0" err="1">
                <a:latin typeface="Arial"/>
                <a:cs typeface="Arial"/>
              </a:rPr>
              <a:t>considered</a:t>
            </a:r>
            <a:r>
              <a:rPr lang="de-DE" dirty="0">
                <a:latin typeface="Arial"/>
                <a:cs typeface="Arial"/>
              </a:rPr>
              <a:t> (</a:t>
            </a:r>
            <a:r>
              <a:rPr lang="de-DE" dirty="0" err="1">
                <a:latin typeface="Arial"/>
                <a:cs typeface="Arial"/>
              </a:rPr>
              <a:t>Ontology</a:t>
            </a:r>
            <a:r>
              <a:rPr lang="de-DE" dirty="0">
                <a:latin typeface="Arial"/>
                <a:cs typeface="Arial"/>
              </a:rPr>
              <a:t> for </a:t>
            </a:r>
            <a:r>
              <a:rPr lang="de-DE" dirty="0" err="1">
                <a:latin typeface="Arial"/>
                <a:cs typeface="Arial"/>
              </a:rPr>
              <a:t>energy</a:t>
            </a:r>
            <a:r>
              <a:rPr lang="de-DE" dirty="0">
                <a:latin typeface="Arial"/>
                <a:cs typeface="Arial"/>
              </a:rPr>
              <a:t> </a:t>
            </a:r>
            <a:r>
              <a:rPr lang="de-DE" dirty="0" err="1">
                <a:latin typeface="Arial"/>
                <a:cs typeface="Arial"/>
              </a:rPr>
              <a:t>domain</a:t>
            </a:r>
            <a:r>
              <a:rPr lang="de-DE" dirty="0">
                <a:latin typeface="Arial"/>
                <a:cs typeface="Arial"/>
              </a:rPr>
              <a:t>)</a:t>
            </a:r>
          </a:p>
          <a:p>
            <a:r>
              <a:rPr lang="de-DE" dirty="0">
                <a:latin typeface="Arial"/>
                <a:cs typeface="Arial"/>
              </a:rPr>
              <a:t>Merge </a:t>
            </a:r>
            <a:r>
              <a:rPr lang="de-DE" dirty="0" err="1">
                <a:latin typeface="Arial"/>
                <a:cs typeface="Arial"/>
              </a:rPr>
              <a:t>attempted</a:t>
            </a:r>
            <a:endParaRPr lang="de-DE" dirty="0">
              <a:latin typeface="Arial"/>
              <a:cs typeface="Arial"/>
            </a:endParaRPr>
          </a:p>
          <a:p>
            <a:r>
              <a:rPr lang="de-DE" dirty="0">
                <a:latin typeface="Arial"/>
                <a:cs typeface="Arial"/>
              </a:rPr>
              <a:t>How to </a:t>
            </a:r>
            <a:r>
              <a:rPr lang="de-DE" dirty="0" err="1">
                <a:latin typeface="Arial"/>
                <a:cs typeface="Arial"/>
              </a:rPr>
              <a:t>load</a:t>
            </a:r>
            <a:r>
              <a:rPr lang="de-DE" dirty="0">
                <a:latin typeface="Arial"/>
                <a:cs typeface="Arial"/>
              </a:rPr>
              <a:t> </a:t>
            </a:r>
            <a:r>
              <a:rPr lang="de-DE" dirty="0" err="1">
                <a:latin typeface="Arial"/>
                <a:cs typeface="Arial"/>
              </a:rPr>
              <a:t>ontology</a:t>
            </a:r>
            <a:r>
              <a:rPr lang="de-DE" dirty="0">
                <a:latin typeface="Arial"/>
                <a:cs typeface="Arial"/>
              </a:rPr>
              <a:t> as </a:t>
            </a:r>
            <a:r>
              <a:rPr lang="de-DE" dirty="0" err="1">
                <a:latin typeface="Arial"/>
                <a:cs typeface="Arial"/>
              </a:rPr>
              <a:t>input</a:t>
            </a:r>
            <a:r>
              <a:rPr lang="de-DE" dirty="0">
                <a:latin typeface="Arial"/>
                <a:cs typeface="Arial"/>
              </a:rPr>
              <a:t> to LLM </a:t>
            </a:r>
            <a:endParaRPr lang="de-DE" dirty="0"/>
          </a:p>
          <a:p>
            <a:r>
              <a:rPr lang="de-DE" dirty="0">
                <a:latin typeface="Arial"/>
                <a:cs typeface="Arial"/>
              </a:rPr>
              <a:t>All </a:t>
            </a:r>
            <a:r>
              <a:rPr lang="de-DE" dirty="0" err="1">
                <a:latin typeface="Arial"/>
                <a:cs typeface="Arial"/>
              </a:rPr>
              <a:t>labels</a:t>
            </a:r>
            <a:r>
              <a:rPr lang="de-DE" dirty="0">
                <a:latin typeface="Arial"/>
                <a:cs typeface="Arial"/>
              </a:rPr>
              <a:t> of </a:t>
            </a:r>
            <a:r>
              <a:rPr lang="de-DE" dirty="0" err="1">
                <a:latin typeface="Arial"/>
                <a:cs typeface="Arial"/>
              </a:rPr>
              <a:t>properties</a:t>
            </a:r>
            <a:r>
              <a:rPr lang="de-DE" dirty="0">
                <a:latin typeface="Arial"/>
                <a:cs typeface="Arial"/>
              </a:rPr>
              <a:t> and </a:t>
            </a:r>
            <a:r>
              <a:rPr lang="de-DE" dirty="0" err="1">
                <a:latin typeface="Arial"/>
                <a:cs typeface="Arial"/>
              </a:rPr>
              <a:t>numbers</a:t>
            </a:r>
            <a:r>
              <a:rPr lang="de-DE" dirty="0">
                <a:latin typeface="Arial"/>
                <a:cs typeface="Arial"/>
              </a:rPr>
              <a:t> of </a:t>
            </a:r>
            <a:r>
              <a:rPr lang="de-DE" dirty="0" err="1">
                <a:latin typeface="Arial"/>
                <a:cs typeface="Arial"/>
              </a:rPr>
              <a:t>classes</a:t>
            </a:r>
            <a:r>
              <a:rPr lang="de-DE" dirty="0">
                <a:latin typeface="Arial"/>
                <a:cs typeface="Arial"/>
              </a:rPr>
              <a:t> (double </a:t>
            </a:r>
            <a:r>
              <a:rPr lang="de-DE" dirty="0" err="1">
                <a:latin typeface="Arial"/>
                <a:cs typeface="Arial"/>
              </a:rPr>
              <a:t>verify</a:t>
            </a:r>
            <a:r>
              <a:rPr lang="de-DE" dirty="0">
                <a:latin typeface="Arial"/>
                <a:cs typeface="Arial"/>
              </a:rPr>
              <a:t> </a:t>
            </a:r>
            <a:r>
              <a:rPr lang="de-DE" dirty="0" err="1">
                <a:latin typeface="Arial"/>
                <a:cs typeface="Arial"/>
              </a:rPr>
              <a:t>if</a:t>
            </a:r>
            <a:r>
              <a:rPr lang="de-DE" dirty="0">
                <a:latin typeface="Arial"/>
                <a:cs typeface="Arial"/>
              </a:rPr>
              <a:t> the </a:t>
            </a:r>
            <a:r>
              <a:rPr lang="de-DE" dirty="0" err="1">
                <a:latin typeface="Arial"/>
                <a:cs typeface="Arial"/>
              </a:rPr>
              <a:t>labels</a:t>
            </a:r>
            <a:r>
              <a:rPr lang="de-DE" dirty="0">
                <a:latin typeface="Arial"/>
                <a:cs typeface="Arial"/>
              </a:rPr>
              <a:t> </a:t>
            </a:r>
            <a:r>
              <a:rPr lang="de-DE" dirty="0" err="1">
                <a:latin typeface="Arial"/>
                <a:cs typeface="Arial"/>
              </a:rPr>
              <a:t>exist</a:t>
            </a:r>
            <a:r>
              <a:rPr lang="de-DE" dirty="0">
                <a:latin typeface="Arial"/>
                <a:cs typeface="Arial"/>
              </a:rPr>
              <a:t> for all </a:t>
            </a:r>
            <a:r>
              <a:rPr lang="de-DE" dirty="0" err="1">
                <a:latin typeface="Arial"/>
                <a:cs typeface="Arial"/>
              </a:rPr>
              <a:t>classes</a:t>
            </a:r>
            <a:r>
              <a:rPr lang="de-DE" dirty="0">
                <a:latin typeface="Arial"/>
                <a:cs typeface="Arial"/>
              </a:rPr>
              <a:t>) (</a:t>
            </a:r>
            <a:r>
              <a:rPr lang="de-DE" dirty="0" err="1">
                <a:latin typeface="Arial"/>
                <a:cs typeface="Arial"/>
              </a:rPr>
              <a:t>protege</a:t>
            </a:r>
            <a:r>
              <a:rPr lang="de-DE" dirty="0">
                <a:latin typeface="Arial"/>
                <a:cs typeface="Arial"/>
              </a:rPr>
              <a:t> as benchmark)</a:t>
            </a:r>
            <a:endParaRPr lang="de-DE" dirty="0"/>
          </a:p>
          <a:p>
            <a:endParaRPr lang="de-DE" dirty="0"/>
          </a:p>
          <a:p>
            <a:endParaRPr lang="de-DE" dirty="0"/>
          </a:p>
          <a:p>
            <a:r>
              <a:rPr lang="de-DE" dirty="0">
                <a:latin typeface="Arial"/>
                <a:cs typeface="Arial"/>
              </a:rPr>
              <a:t>All the code Organisation (</a:t>
            </a:r>
            <a:r>
              <a:rPr lang="de-DE" dirty="0" err="1">
                <a:latin typeface="Arial"/>
                <a:cs typeface="Arial"/>
              </a:rPr>
              <a:t>src</a:t>
            </a:r>
            <a:r>
              <a:rPr lang="de-DE" dirty="0">
                <a:latin typeface="Arial"/>
                <a:cs typeface="Arial"/>
              </a:rPr>
              <a:t>)</a:t>
            </a:r>
            <a:endParaRPr lang="de-DE" dirty="0"/>
          </a:p>
          <a:p>
            <a:endParaRPr lang="de-DE" dirty="0"/>
          </a:p>
          <a:p>
            <a:r>
              <a:rPr lang="de-DE" dirty="0">
                <a:latin typeface="Arial"/>
                <a:cs typeface="Arial"/>
              </a:rPr>
              <a:t>The </a:t>
            </a:r>
            <a:r>
              <a:rPr lang="de-DE" dirty="0" err="1">
                <a:latin typeface="Arial"/>
                <a:cs typeface="Arial"/>
              </a:rPr>
              <a:t>relationship</a:t>
            </a:r>
            <a:r>
              <a:rPr lang="de-DE" dirty="0">
                <a:latin typeface="Arial"/>
                <a:cs typeface="Arial"/>
              </a:rPr>
              <a:t> </a:t>
            </a:r>
            <a:r>
              <a:rPr lang="de-DE" dirty="0" err="1">
                <a:latin typeface="Arial"/>
                <a:cs typeface="Arial"/>
              </a:rPr>
              <a:t>between</a:t>
            </a:r>
            <a:r>
              <a:rPr lang="de-DE" dirty="0">
                <a:latin typeface="Arial"/>
                <a:cs typeface="Arial"/>
              </a:rPr>
              <a:t> the </a:t>
            </a:r>
            <a:r>
              <a:rPr lang="de-DE" dirty="0" err="1">
                <a:latin typeface="Arial"/>
                <a:cs typeface="Arial"/>
              </a:rPr>
              <a:t>result</a:t>
            </a:r>
            <a:r>
              <a:rPr lang="de-DE" dirty="0">
                <a:latin typeface="Arial"/>
                <a:cs typeface="Arial"/>
              </a:rPr>
              <a:t> </a:t>
            </a:r>
            <a:r>
              <a:rPr lang="de-DE" dirty="0" err="1">
                <a:latin typeface="Arial"/>
                <a:cs typeface="Arial"/>
              </a:rPr>
              <a:t>from</a:t>
            </a:r>
            <a:r>
              <a:rPr lang="de-DE" dirty="0">
                <a:latin typeface="Arial"/>
                <a:cs typeface="Arial"/>
              </a:rPr>
              <a:t> 1. step and </a:t>
            </a:r>
            <a:r>
              <a:rPr lang="de-DE" dirty="0" err="1">
                <a:latin typeface="Arial"/>
                <a:cs typeface="Arial"/>
              </a:rPr>
              <a:t>feeding</a:t>
            </a:r>
            <a:r>
              <a:rPr lang="de-DE" dirty="0">
                <a:latin typeface="Arial"/>
                <a:cs typeface="Arial"/>
              </a:rPr>
              <a:t> to LLM</a:t>
            </a:r>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a:p>
            <a:endParaRPr lang="de-DE" dirty="0"/>
          </a:p>
        </p:txBody>
      </p:sp>
    </p:spTree>
    <p:extLst>
      <p:ext uri="{BB962C8B-B14F-4D97-AF65-F5344CB8AC3E}">
        <p14:creationId xmlns:p14="http://schemas.microsoft.com/office/powerpoint/2010/main" val="25251306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A3B9E6-7EB0-1BE0-C81F-42156DA9B4C0}"/>
              </a:ext>
            </a:extLst>
          </p:cNvPr>
          <p:cNvSpPr>
            <a:spLocks noGrp="1"/>
          </p:cNvSpPr>
          <p:nvPr>
            <p:ph type="title"/>
          </p:nvPr>
        </p:nvSpPr>
        <p:spPr/>
        <p:txBody>
          <a:bodyPr/>
          <a:lstStyle/>
          <a:p>
            <a:endParaRPr lang="de-DE"/>
          </a:p>
        </p:txBody>
      </p:sp>
      <p:sp>
        <p:nvSpPr>
          <p:cNvPr id="3" name="Textplatzhalter 2">
            <a:extLst>
              <a:ext uri="{FF2B5EF4-FFF2-40B4-BE49-F238E27FC236}">
                <a16:creationId xmlns:a16="http://schemas.microsoft.com/office/drawing/2014/main" id="{7C595427-E2BF-8056-0359-ECD465393154}"/>
              </a:ext>
            </a:extLst>
          </p:cNvPr>
          <p:cNvSpPr>
            <a:spLocks noGrp="1"/>
          </p:cNvSpPr>
          <p:nvPr>
            <p:ph type="body" sz="quarter" idx="12"/>
          </p:nvPr>
        </p:nvSpPr>
        <p:spPr/>
        <p:txBody>
          <a:bodyPr/>
          <a:lstStyle/>
          <a:p>
            <a:endParaRPr lang="de-DE"/>
          </a:p>
        </p:txBody>
      </p:sp>
    </p:spTree>
    <p:extLst>
      <p:ext uri="{BB962C8B-B14F-4D97-AF65-F5344CB8AC3E}">
        <p14:creationId xmlns:p14="http://schemas.microsoft.com/office/powerpoint/2010/main" val="152310514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4th Version</a:t>
            </a:r>
          </a:p>
        </p:txBody>
      </p:sp>
      <p:sp>
        <p:nvSpPr>
          <p:cNvPr id="3" name="Untertitel 2"/>
          <p:cNvSpPr>
            <a:spLocks noGrp="1"/>
          </p:cNvSpPr>
          <p:nvPr>
            <p:ph type="subTitle" idx="1"/>
          </p:nvPr>
        </p:nvSpPr>
        <p:spPr/>
        <p:txBody>
          <a:bodyPr/>
          <a:lstStyle/>
          <a:p>
            <a:r>
              <a:rPr lang="de-DE" err="1"/>
              <a:t>Subtitle</a:t>
            </a:r>
            <a:endParaRPr lang="de-DE"/>
          </a:p>
        </p:txBody>
      </p:sp>
      <p:sp>
        <p:nvSpPr>
          <p:cNvPr id="5" name="Textplatzhalter 4"/>
          <p:cNvSpPr>
            <a:spLocks noGrp="1"/>
          </p:cNvSpPr>
          <p:nvPr>
            <p:ph type="body" sz="quarter" idx="11"/>
          </p:nvPr>
        </p:nvSpPr>
        <p:spPr>
          <a:xfrm>
            <a:off x="288000" y="6339600"/>
            <a:ext cx="3240000" cy="215444"/>
          </a:xfrm>
        </p:spPr>
        <p:txBody>
          <a:bodyPr/>
          <a:lstStyle/>
          <a:p>
            <a:r>
              <a:rPr lang="de-DE"/>
              <a:t>Name </a:t>
            </a:r>
            <a:r>
              <a:rPr lang="de-DE" err="1"/>
              <a:t>of</a:t>
            </a:r>
            <a:r>
              <a:rPr lang="de-DE"/>
              <a:t> Speaker</a:t>
            </a:r>
          </a:p>
        </p:txBody>
      </p:sp>
      <p:sp>
        <p:nvSpPr>
          <p:cNvPr id="4" name="Bildplatzhalter 3"/>
          <p:cNvSpPr>
            <a:spLocks noGrp="1"/>
          </p:cNvSpPr>
          <p:nvPr>
            <p:ph type="pic" sz="quarter" idx="10"/>
          </p:nvPr>
        </p:nvSpPr>
        <p:spPr/>
      </p:sp>
    </p:spTree>
    <p:extLst>
      <p:ext uri="{BB962C8B-B14F-4D97-AF65-F5344CB8AC3E}">
        <p14:creationId xmlns:p14="http://schemas.microsoft.com/office/powerpoint/2010/main" val="22811827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5th Version</a:t>
            </a:r>
          </a:p>
        </p:txBody>
      </p:sp>
      <p:sp>
        <p:nvSpPr>
          <p:cNvPr id="3" name="Untertitel 2"/>
          <p:cNvSpPr>
            <a:spLocks noGrp="1"/>
          </p:cNvSpPr>
          <p:nvPr>
            <p:ph type="subTitle" idx="1"/>
          </p:nvPr>
        </p:nvSpPr>
        <p:spPr/>
        <p:txBody>
          <a:bodyPr/>
          <a:lstStyle/>
          <a:p>
            <a:r>
              <a:rPr lang="de-DE" err="1"/>
              <a:t>Subtitle</a:t>
            </a:r>
            <a:endParaRPr lang="de-DE"/>
          </a:p>
        </p:txBody>
      </p:sp>
      <p:sp>
        <p:nvSpPr>
          <p:cNvPr id="4" name="Textplatzhalter 3"/>
          <p:cNvSpPr>
            <a:spLocks noGrp="1"/>
          </p:cNvSpPr>
          <p:nvPr>
            <p:ph type="body" sz="quarter" idx="10"/>
          </p:nvPr>
        </p:nvSpPr>
        <p:spPr>
          <a:xfrm>
            <a:off x="288000" y="6339600"/>
            <a:ext cx="3240000" cy="215444"/>
          </a:xfrm>
        </p:spPr>
        <p:txBody>
          <a:bodyPr/>
          <a:lstStyle/>
          <a:p>
            <a:r>
              <a:rPr lang="de-DE"/>
              <a:t>Name </a:t>
            </a:r>
            <a:r>
              <a:rPr lang="de-DE" err="1"/>
              <a:t>of</a:t>
            </a:r>
            <a:r>
              <a:rPr lang="de-DE"/>
              <a:t> Speaker</a:t>
            </a:r>
          </a:p>
        </p:txBody>
      </p:sp>
    </p:spTree>
    <p:extLst>
      <p:ext uri="{BB962C8B-B14F-4D97-AF65-F5344CB8AC3E}">
        <p14:creationId xmlns:p14="http://schemas.microsoft.com/office/powerpoint/2010/main" val="11651196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6th Version</a:t>
            </a:r>
          </a:p>
        </p:txBody>
      </p:sp>
      <p:sp>
        <p:nvSpPr>
          <p:cNvPr id="3" name="Untertitel 2"/>
          <p:cNvSpPr>
            <a:spLocks noGrp="1"/>
          </p:cNvSpPr>
          <p:nvPr>
            <p:ph type="subTitle" idx="1"/>
          </p:nvPr>
        </p:nvSpPr>
        <p:spPr/>
        <p:txBody>
          <a:bodyPr/>
          <a:lstStyle/>
          <a:p>
            <a:r>
              <a:rPr lang="de-DE" err="1"/>
              <a:t>Subtitle</a:t>
            </a:r>
            <a:endParaRPr lang="de-DE"/>
          </a:p>
          <a:p>
            <a:endParaRPr lang="de-DE"/>
          </a:p>
        </p:txBody>
      </p:sp>
      <p:sp>
        <p:nvSpPr>
          <p:cNvPr id="4" name="Textplatzhalter 3"/>
          <p:cNvSpPr>
            <a:spLocks noGrp="1"/>
          </p:cNvSpPr>
          <p:nvPr>
            <p:ph type="body" sz="quarter" idx="10"/>
          </p:nvPr>
        </p:nvSpPr>
        <p:spPr>
          <a:xfrm>
            <a:off x="288000" y="6339600"/>
            <a:ext cx="3240000" cy="215444"/>
          </a:xfrm>
        </p:spPr>
        <p:txBody>
          <a:bodyPr/>
          <a:lstStyle/>
          <a:p>
            <a:r>
              <a:rPr lang="de-DE"/>
              <a:t>Name </a:t>
            </a:r>
            <a:r>
              <a:rPr lang="de-DE" err="1"/>
              <a:t>of</a:t>
            </a:r>
            <a:r>
              <a:rPr lang="de-DE"/>
              <a:t> Speaker</a:t>
            </a:r>
          </a:p>
        </p:txBody>
      </p:sp>
    </p:spTree>
    <p:extLst>
      <p:ext uri="{BB962C8B-B14F-4D97-AF65-F5344CB8AC3E}">
        <p14:creationId xmlns:p14="http://schemas.microsoft.com/office/powerpoint/2010/main" val="12400841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de-DE"/>
              <a:t>Sample Title, 7th Version (logo </a:t>
            </a:r>
            <a:r>
              <a:rPr lang="de-DE" err="1"/>
              <a:t>of</a:t>
            </a:r>
            <a:r>
              <a:rPr lang="de-DE"/>
              <a:t> </a:t>
            </a:r>
            <a:r>
              <a:rPr lang="de-DE" err="1"/>
              <a:t>partner</a:t>
            </a:r>
            <a:r>
              <a:rPr lang="de-DE"/>
              <a:t>)</a:t>
            </a:r>
          </a:p>
        </p:txBody>
      </p:sp>
      <p:sp>
        <p:nvSpPr>
          <p:cNvPr id="5" name="Untertitel 4"/>
          <p:cNvSpPr>
            <a:spLocks noGrp="1"/>
          </p:cNvSpPr>
          <p:nvPr>
            <p:ph type="subTitle" idx="1"/>
          </p:nvPr>
        </p:nvSpPr>
        <p:spPr/>
        <p:txBody>
          <a:bodyPr/>
          <a:lstStyle/>
          <a:p>
            <a:r>
              <a:rPr lang="de-DE" err="1"/>
              <a:t>Subtitle</a:t>
            </a:r>
            <a:endParaRPr lang="en-US"/>
          </a:p>
        </p:txBody>
      </p:sp>
      <p:sp>
        <p:nvSpPr>
          <p:cNvPr id="6" name="Textplatzhalter 5"/>
          <p:cNvSpPr>
            <a:spLocks noGrp="1"/>
          </p:cNvSpPr>
          <p:nvPr>
            <p:ph type="body" sz="quarter" idx="11"/>
          </p:nvPr>
        </p:nvSpPr>
        <p:spPr/>
        <p:txBody>
          <a:bodyPr/>
          <a:lstStyle/>
          <a:p>
            <a:r>
              <a:rPr lang="de-DE"/>
              <a:t>Name </a:t>
            </a:r>
            <a:r>
              <a:rPr lang="de-DE" err="1"/>
              <a:t>of</a:t>
            </a:r>
            <a:r>
              <a:rPr lang="de-DE"/>
              <a:t> Speaker</a:t>
            </a:r>
          </a:p>
        </p:txBody>
      </p:sp>
      <p:sp>
        <p:nvSpPr>
          <p:cNvPr id="3" name="Bildplatzhalter 2"/>
          <p:cNvSpPr>
            <a:spLocks noGrp="1"/>
          </p:cNvSpPr>
          <p:nvPr>
            <p:ph type="pic" sz="quarter" idx="12"/>
          </p:nvPr>
        </p:nvSpPr>
        <p:spPr/>
      </p:sp>
      <p:sp>
        <p:nvSpPr>
          <p:cNvPr id="4" name="Bildplatzhalter 3"/>
          <p:cNvSpPr>
            <a:spLocks noGrp="1"/>
          </p:cNvSpPr>
          <p:nvPr>
            <p:ph type="pic" sz="quarter" idx="10"/>
          </p:nvPr>
        </p:nvSpPr>
        <p:spPr/>
      </p:sp>
    </p:spTree>
    <p:extLst>
      <p:ext uri="{BB962C8B-B14F-4D97-AF65-F5344CB8AC3E}">
        <p14:creationId xmlns:p14="http://schemas.microsoft.com/office/powerpoint/2010/main" val="4198224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3" name="Textplatzhalter 2"/>
          <p:cNvSpPr>
            <a:spLocks noGrp="1"/>
          </p:cNvSpPr>
          <p:nvPr>
            <p:ph type="body" sz="quarter" idx="12"/>
          </p:nvPr>
        </p:nvSpPr>
        <p:spPr/>
        <p:txBody>
          <a:bodyPr lIns="0" tIns="0" rIns="0" bIns="0" anchor="t"/>
          <a:lstStyle/>
          <a:p>
            <a:endParaRPr lang="de-DE"/>
          </a:p>
        </p:txBody>
      </p:sp>
      <p:pic>
        <p:nvPicPr>
          <p:cNvPr id="4" name="Grafik 3" descr="Ein Bild, das Text, Screenshot, Schrift, Reihe enthält.&#10;&#10;KI-generierte Inhalte können fehlerhaft sein.">
            <a:extLst>
              <a:ext uri="{FF2B5EF4-FFF2-40B4-BE49-F238E27FC236}">
                <a16:creationId xmlns:a16="http://schemas.microsoft.com/office/drawing/2014/main" id="{F7619254-036D-E8FA-5422-2B11A4DE95B2}"/>
              </a:ext>
            </a:extLst>
          </p:cNvPr>
          <p:cNvPicPr>
            <a:picLocks noChangeAspect="1"/>
          </p:cNvPicPr>
          <p:nvPr/>
        </p:nvPicPr>
        <p:blipFill>
          <a:blip r:embed="rId2"/>
          <a:stretch>
            <a:fillRect/>
          </a:stretch>
        </p:blipFill>
        <p:spPr>
          <a:xfrm>
            <a:off x="0" y="2878750"/>
            <a:ext cx="9144000" cy="1100501"/>
          </a:xfrm>
          <a:prstGeom prst="rect">
            <a:avLst/>
          </a:prstGeom>
        </p:spPr>
      </p:pic>
    </p:spTree>
    <p:extLst>
      <p:ext uri="{BB962C8B-B14F-4D97-AF65-F5344CB8AC3E}">
        <p14:creationId xmlns:p14="http://schemas.microsoft.com/office/powerpoint/2010/main" val="16565965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4" name="Textplatzhalter 3"/>
          <p:cNvSpPr>
            <a:spLocks noGrp="1"/>
          </p:cNvSpPr>
          <p:nvPr>
            <p:ph type="body" sz="quarter" idx="13"/>
          </p:nvPr>
        </p:nvSpPr>
        <p:spPr/>
        <p:txBody>
          <a:bodyPr/>
          <a:lstStyle/>
          <a:p>
            <a:r>
              <a:rPr lang="de-DE"/>
              <a:t>Picture title </a:t>
            </a:r>
            <a:r>
              <a:rPr lang="de-DE" err="1"/>
              <a:t>or</a:t>
            </a:r>
            <a:r>
              <a:rPr lang="de-DE"/>
              <a:t> </a:t>
            </a:r>
            <a:r>
              <a:rPr lang="de-DE" err="1"/>
              <a:t>description</a:t>
            </a:r>
            <a:endParaRPr lang="de-DE"/>
          </a:p>
        </p:txBody>
      </p:sp>
      <p:sp>
        <p:nvSpPr>
          <p:cNvPr id="5" name="Textplatzhalter 4"/>
          <p:cNvSpPr>
            <a:spLocks noGrp="1"/>
          </p:cNvSpPr>
          <p:nvPr>
            <p:ph type="body" sz="quarter" idx="16"/>
          </p:nvPr>
        </p:nvSpPr>
        <p:spPr/>
        <p:txBody>
          <a:bodyPr/>
          <a:lstStyle/>
          <a:p>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p:txBody>
      </p:sp>
      <p:sp>
        <p:nvSpPr>
          <p:cNvPr id="3" name="Bildplatzhalter 2"/>
          <p:cNvSpPr>
            <a:spLocks noGrp="1"/>
          </p:cNvSpPr>
          <p:nvPr>
            <p:ph type="pic" sz="quarter" idx="15"/>
          </p:nvPr>
        </p:nvSpPr>
        <p:spPr/>
      </p:sp>
    </p:spTree>
    <p:extLst>
      <p:ext uri="{BB962C8B-B14F-4D97-AF65-F5344CB8AC3E}">
        <p14:creationId xmlns:p14="http://schemas.microsoft.com/office/powerpoint/2010/main" val="25477171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4" name="Textplatzhalter 3"/>
          <p:cNvSpPr>
            <a:spLocks noGrp="1"/>
          </p:cNvSpPr>
          <p:nvPr>
            <p:ph type="body" sz="quarter" idx="13"/>
          </p:nvPr>
        </p:nvSpPr>
        <p:spPr/>
        <p:txBody>
          <a:bodyPr/>
          <a:lstStyle/>
          <a:p>
            <a:r>
              <a:rPr lang="de-DE"/>
              <a:t>Picture title </a:t>
            </a:r>
            <a:r>
              <a:rPr lang="de-DE" err="1"/>
              <a:t>or</a:t>
            </a:r>
            <a:r>
              <a:rPr lang="de-DE"/>
              <a:t> </a:t>
            </a:r>
            <a:r>
              <a:rPr lang="de-DE" err="1"/>
              <a:t>description</a:t>
            </a:r>
            <a:endParaRPr lang="de-DE"/>
          </a:p>
        </p:txBody>
      </p:sp>
      <p:sp>
        <p:nvSpPr>
          <p:cNvPr id="5" name="Textplatzhalter 4"/>
          <p:cNvSpPr>
            <a:spLocks noGrp="1"/>
          </p:cNvSpPr>
          <p:nvPr>
            <p:ph type="body" sz="quarter" idx="16"/>
          </p:nvPr>
        </p:nvSpPr>
        <p:spPr/>
        <p:txBody>
          <a:bodyPr/>
          <a:lstStyle/>
          <a:p>
            <a:r>
              <a:rPr lang="de-DE"/>
              <a:t>First Level</a:t>
            </a:r>
          </a:p>
          <a:p>
            <a:pPr lvl="1"/>
            <a:r>
              <a:rPr lang="de-DE"/>
              <a:t>Second Level</a:t>
            </a:r>
          </a:p>
          <a:p>
            <a:pPr lvl="2"/>
            <a:r>
              <a:rPr lang="de-DE"/>
              <a:t>Third Level</a:t>
            </a:r>
          </a:p>
          <a:p>
            <a:pPr lvl="3"/>
            <a:r>
              <a:rPr lang="de-DE" err="1"/>
              <a:t>Fourth</a:t>
            </a:r>
            <a:r>
              <a:rPr lang="de-DE"/>
              <a:t> Level</a:t>
            </a:r>
          </a:p>
          <a:p>
            <a:pPr lvl="4"/>
            <a:r>
              <a:rPr lang="de-DE" err="1"/>
              <a:t>Fifth</a:t>
            </a:r>
            <a:r>
              <a:rPr lang="de-DE"/>
              <a:t> Level</a:t>
            </a:r>
          </a:p>
        </p:txBody>
      </p:sp>
      <p:sp>
        <p:nvSpPr>
          <p:cNvPr id="3" name="Bildplatzhalter 2"/>
          <p:cNvSpPr>
            <a:spLocks noGrp="1"/>
          </p:cNvSpPr>
          <p:nvPr>
            <p:ph type="pic" sz="quarter" idx="15"/>
          </p:nvPr>
        </p:nvSpPr>
        <p:spPr/>
      </p:sp>
    </p:spTree>
    <p:extLst>
      <p:ext uri="{BB962C8B-B14F-4D97-AF65-F5344CB8AC3E}">
        <p14:creationId xmlns:p14="http://schemas.microsoft.com/office/powerpoint/2010/main" val="31558108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3" name="Textplatzhalter 2"/>
          <p:cNvSpPr>
            <a:spLocks noGrp="1"/>
          </p:cNvSpPr>
          <p:nvPr>
            <p:ph type="body" sz="quarter" idx="13"/>
          </p:nvPr>
        </p:nvSpPr>
        <p:spPr/>
        <p:txBody>
          <a:bodyPr/>
          <a:lstStyle/>
          <a:p>
            <a:r>
              <a:rPr lang="de-DE"/>
              <a:t>Picture title </a:t>
            </a:r>
            <a:r>
              <a:rPr lang="de-DE" err="1"/>
              <a:t>or</a:t>
            </a:r>
            <a:r>
              <a:rPr lang="de-DE"/>
              <a:t> </a:t>
            </a:r>
            <a:r>
              <a:rPr lang="de-DE" err="1"/>
              <a:t>description</a:t>
            </a:r>
            <a:endParaRPr lang="de-DE"/>
          </a:p>
        </p:txBody>
      </p:sp>
      <p:sp>
        <p:nvSpPr>
          <p:cNvPr id="4" name="Bildplatzhalter 3"/>
          <p:cNvSpPr>
            <a:spLocks noGrp="1"/>
          </p:cNvSpPr>
          <p:nvPr>
            <p:ph type="pic" sz="quarter" idx="14"/>
          </p:nvPr>
        </p:nvSpPr>
        <p:spPr/>
      </p:sp>
    </p:spTree>
    <p:extLst>
      <p:ext uri="{BB962C8B-B14F-4D97-AF65-F5344CB8AC3E}">
        <p14:creationId xmlns:p14="http://schemas.microsoft.com/office/powerpoint/2010/main" val="9413470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sp>
        <p:nvSpPr>
          <p:cNvPr id="3" name="Diagrammplatzhalter 2"/>
          <p:cNvSpPr>
            <a:spLocks noGrp="1"/>
          </p:cNvSpPr>
          <p:nvPr>
            <p:ph type="chart" sz="quarter" idx="13"/>
          </p:nvPr>
        </p:nvSpPr>
        <p:spPr/>
      </p:sp>
    </p:spTree>
    <p:extLst>
      <p:ext uri="{BB962C8B-B14F-4D97-AF65-F5344CB8AC3E}">
        <p14:creationId xmlns:p14="http://schemas.microsoft.com/office/powerpoint/2010/main" val="71446911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graphicFrame>
        <p:nvGraphicFramePr>
          <p:cNvPr id="4" name="Diagramm 7"/>
          <p:cNvGraphicFramePr>
            <a:graphicFrameLocks noGrp="1"/>
          </p:cNvGraphicFramePr>
          <p:nvPr>
            <p:ph type="chart" sz="quarter" idx="13"/>
            <p:extLst>
              <p:ext uri="{D42A27DB-BD31-4B8C-83A1-F6EECF244321}">
                <p14:modId xmlns:p14="http://schemas.microsoft.com/office/powerpoint/2010/main" val="4001439416"/>
              </p:ext>
            </p:extLst>
          </p:nvPr>
        </p:nvGraphicFramePr>
        <p:xfrm>
          <a:off x="287338" y="871538"/>
          <a:ext cx="8569325" cy="529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23051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graphicFrame>
        <p:nvGraphicFramePr>
          <p:cNvPr id="4" name="Diagramm 7"/>
          <p:cNvGraphicFramePr>
            <a:graphicFrameLocks noGrp="1"/>
          </p:cNvGraphicFramePr>
          <p:nvPr>
            <p:ph type="chart" sz="quarter" idx="13"/>
            <p:extLst>
              <p:ext uri="{D42A27DB-BD31-4B8C-83A1-F6EECF244321}">
                <p14:modId xmlns:p14="http://schemas.microsoft.com/office/powerpoint/2010/main" val="1942223346"/>
              </p:ext>
            </p:extLst>
          </p:nvPr>
        </p:nvGraphicFramePr>
        <p:xfrm>
          <a:off x="287338" y="871538"/>
          <a:ext cx="8569325" cy="52911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891850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de-DE"/>
              <a:t>Edit the </a:t>
            </a:r>
            <a:r>
              <a:rPr lang="en-US" altLang="de-DE" err="1"/>
              <a:t>mastertitle</a:t>
            </a:r>
            <a:r>
              <a:rPr lang="en-US" altLang="de-DE"/>
              <a:t> format by clicking</a:t>
            </a:r>
            <a:br>
              <a:rPr lang="en-US" altLang="de-DE"/>
            </a:br>
            <a:r>
              <a:rPr lang="en-US" altLang="de-DE"/>
              <a:t>Example for the use of a double-spaced title</a:t>
            </a:r>
            <a:endParaRPr lang="de-DE"/>
          </a:p>
        </p:txBody>
      </p:sp>
      <p:graphicFrame>
        <p:nvGraphicFramePr>
          <p:cNvPr id="4" name="Diagramm 7"/>
          <p:cNvGraphicFramePr>
            <a:graphicFrameLocks noGrp="1"/>
          </p:cNvGraphicFramePr>
          <p:nvPr>
            <p:ph type="chart" sz="quarter" idx="13"/>
            <p:extLst>
              <p:ext uri="{D42A27DB-BD31-4B8C-83A1-F6EECF244321}">
                <p14:modId xmlns:p14="http://schemas.microsoft.com/office/powerpoint/2010/main" val="1109342354"/>
              </p:ext>
            </p:extLst>
          </p:nvPr>
        </p:nvGraphicFramePr>
        <p:xfrm>
          <a:off x="287338" y="871538"/>
          <a:ext cx="8569325" cy="52911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592903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4"/>
          </p:nvPr>
        </p:nvSpPr>
        <p:spPr/>
        <p:txBody>
          <a:bodyPr/>
          <a:lstStyle/>
          <a:p>
            <a:r>
              <a:rPr lang="de-DE"/>
              <a:t>E.ON </a:t>
            </a:r>
            <a:r>
              <a:rPr lang="de-DE" err="1"/>
              <a:t>Energy</a:t>
            </a:r>
            <a:r>
              <a:rPr lang="de-DE"/>
              <a:t> Research Center</a:t>
            </a:r>
          </a:p>
          <a:p>
            <a:r>
              <a:rPr lang="de-DE" err="1"/>
              <a:t>Mathieustraße</a:t>
            </a:r>
            <a:r>
              <a:rPr lang="de-DE"/>
              <a:t> 10</a:t>
            </a:r>
          </a:p>
          <a:p>
            <a:r>
              <a:rPr lang="de-DE"/>
              <a:t>52074 Aachen</a:t>
            </a:r>
          </a:p>
          <a:p>
            <a:r>
              <a:rPr lang="de-DE"/>
              <a:t>Germany</a:t>
            </a:r>
          </a:p>
          <a:p>
            <a:endParaRPr lang="de-DE"/>
          </a:p>
          <a:p>
            <a:r>
              <a:rPr lang="de-DE"/>
              <a:t>FIRST NAME SURNAME</a:t>
            </a:r>
          </a:p>
          <a:p>
            <a:r>
              <a:rPr lang="de-DE"/>
              <a:t>T +49 241 80 49xxx</a:t>
            </a:r>
          </a:p>
          <a:p>
            <a:r>
              <a:rPr lang="de-DE"/>
              <a:t>F +49 241 80 49xxx</a:t>
            </a:r>
          </a:p>
          <a:p>
            <a:r>
              <a:rPr lang="de-DE"/>
              <a:t>xxx@eonerc.rwth-aachen.de</a:t>
            </a:r>
          </a:p>
          <a:p>
            <a:endParaRPr lang="de-DE"/>
          </a:p>
          <a:p>
            <a:r>
              <a:rPr lang="de-DE"/>
              <a:t>Further Information:</a:t>
            </a:r>
          </a:p>
          <a:p>
            <a:endParaRPr lang="de-DE"/>
          </a:p>
          <a:p>
            <a:r>
              <a:rPr lang="de-DE"/>
              <a:t>http://www.eonerc.rwth-aachen.de</a:t>
            </a:r>
          </a:p>
        </p:txBody>
      </p:sp>
      <p:sp>
        <p:nvSpPr>
          <p:cNvPr id="4" name="Textplatzhalter 3"/>
          <p:cNvSpPr>
            <a:spLocks noGrp="1"/>
          </p:cNvSpPr>
          <p:nvPr>
            <p:ph type="body" sz="quarter" idx="17"/>
          </p:nvPr>
        </p:nvSpPr>
        <p:spPr/>
        <p:txBody>
          <a:bodyPr/>
          <a:lstStyle/>
          <a:p>
            <a:r>
              <a:rPr lang="de-DE" err="1"/>
              <a:t>Contact</a:t>
            </a:r>
            <a:endParaRPr lang="de-DE"/>
          </a:p>
        </p:txBody>
      </p:sp>
      <p:sp>
        <p:nvSpPr>
          <p:cNvPr id="2" name="Bildplatzhalter 1"/>
          <p:cNvSpPr>
            <a:spLocks noGrp="1"/>
          </p:cNvSpPr>
          <p:nvPr>
            <p:ph type="pic" sz="quarter" idx="15"/>
          </p:nvPr>
        </p:nvSpPr>
        <p:spPr/>
      </p:sp>
    </p:spTree>
    <p:extLst>
      <p:ext uri="{BB962C8B-B14F-4D97-AF65-F5344CB8AC3E}">
        <p14:creationId xmlns:p14="http://schemas.microsoft.com/office/powerpoint/2010/main" val="22278157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4"/>
          </p:nvPr>
        </p:nvSpPr>
        <p:spPr/>
        <p:txBody>
          <a:bodyPr/>
          <a:lstStyle/>
          <a:p>
            <a:r>
              <a:rPr lang="de-DE"/>
              <a:t>E.ON </a:t>
            </a:r>
            <a:r>
              <a:rPr lang="de-DE" err="1"/>
              <a:t>Energy</a:t>
            </a:r>
            <a:r>
              <a:rPr lang="de-DE"/>
              <a:t> Research Center</a:t>
            </a:r>
          </a:p>
          <a:p>
            <a:r>
              <a:rPr lang="de-DE" err="1"/>
              <a:t>Mathieustraße</a:t>
            </a:r>
            <a:r>
              <a:rPr lang="de-DE"/>
              <a:t> 10</a:t>
            </a:r>
          </a:p>
          <a:p>
            <a:r>
              <a:rPr lang="de-DE"/>
              <a:t>52074 Aachen</a:t>
            </a:r>
          </a:p>
          <a:p>
            <a:r>
              <a:rPr lang="de-DE"/>
              <a:t>Germany</a:t>
            </a:r>
          </a:p>
        </p:txBody>
      </p:sp>
      <p:sp>
        <p:nvSpPr>
          <p:cNvPr id="4" name="Textplatzhalter 3"/>
          <p:cNvSpPr>
            <a:spLocks noGrp="1"/>
          </p:cNvSpPr>
          <p:nvPr>
            <p:ph type="body" sz="quarter" idx="16"/>
          </p:nvPr>
        </p:nvSpPr>
        <p:spPr/>
        <p:txBody>
          <a:bodyPr/>
          <a:lstStyle/>
          <a:p>
            <a:r>
              <a:rPr lang="de-DE"/>
              <a:t>FIRST NAME SURNAME</a:t>
            </a:r>
          </a:p>
          <a:p>
            <a:r>
              <a:rPr lang="de-DE"/>
              <a:t>T +49 241 80 49xxx</a:t>
            </a:r>
          </a:p>
          <a:p>
            <a:r>
              <a:rPr lang="de-DE"/>
              <a:t>F +49 241 80 49xxx</a:t>
            </a:r>
          </a:p>
          <a:p>
            <a:r>
              <a:rPr lang="de-DE"/>
              <a:t>xxx@eonerc.rwth-aachen.de</a:t>
            </a:r>
          </a:p>
          <a:p>
            <a:r>
              <a:rPr lang="de-DE"/>
              <a:t>http://www.eonerc.rwth-aachen.de</a:t>
            </a:r>
          </a:p>
          <a:p>
            <a:endParaRPr lang="de-DE"/>
          </a:p>
        </p:txBody>
      </p:sp>
      <p:sp>
        <p:nvSpPr>
          <p:cNvPr id="5" name="Textplatzhalter 4"/>
          <p:cNvSpPr>
            <a:spLocks noGrp="1"/>
          </p:cNvSpPr>
          <p:nvPr>
            <p:ph type="body" sz="quarter" idx="17"/>
          </p:nvPr>
        </p:nvSpPr>
        <p:spPr/>
        <p:txBody>
          <a:bodyPr/>
          <a:lstStyle/>
          <a:p>
            <a:r>
              <a:rPr lang="de-DE" err="1"/>
              <a:t>Contact</a:t>
            </a:r>
            <a:endParaRPr lang="de-DE"/>
          </a:p>
        </p:txBody>
      </p:sp>
      <p:pic>
        <p:nvPicPr>
          <p:cNvPr id="10" name="Bildplatzhalter 9"/>
          <p:cNvPicPr>
            <a:picLocks noGrp="1" noChangeAspect="1"/>
          </p:cNvPicPr>
          <p:nvPr>
            <p:ph type="pic" sz="quarter" idx="15"/>
          </p:nvPr>
        </p:nvPicPr>
        <p:blipFill>
          <a:blip r:embed="rId2">
            <a:extLst>
              <a:ext uri="{28A0092B-C50C-407E-A947-70E740481C1C}">
                <a14:useLocalDpi xmlns:a14="http://schemas.microsoft.com/office/drawing/2010/main" val="0"/>
              </a:ext>
            </a:extLst>
          </a:blip>
          <a:srcRect l="9" r="9"/>
          <a:stretch>
            <a:fillRect/>
          </a:stretch>
        </p:blipFill>
        <p:spPr/>
      </p:pic>
    </p:spTree>
    <p:extLst>
      <p:ext uri="{BB962C8B-B14F-4D97-AF65-F5344CB8AC3E}">
        <p14:creationId xmlns:p14="http://schemas.microsoft.com/office/powerpoint/2010/main" val="11392934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4"/>
          </p:nvPr>
        </p:nvSpPr>
        <p:spPr/>
        <p:txBody>
          <a:bodyPr/>
          <a:lstStyle/>
          <a:p>
            <a:r>
              <a:rPr lang="de-DE" sz="1600" b="1" err="1"/>
              <a:t>Contact</a:t>
            </a:r>
            <a:endParaRPr lang="de-DE" sz="1600" b="1"/>
          </a:p>
          <a:p>
            <a:endParaRPr lang="de-DE"/>
          </a:p>
          <a:p>
            <a:r>
              <a:rPr lang="de-DE"/>
              <a:t>E.ON </a:t>
            </a:r>
            <a:r>
              <a:rPr lang="de-DE" err="1"/>
              <a:t>Energy</a:t>
            </a:r>
            <a:r>
              <a:rPr lang="de-DE"/>
              <a:t> Research Center</a:t>
            </a:r>
          </a:p>
          <a:p>
            <a:r>
              <a:rPr lang="de-DE" err="1"/>
              <a:t>Mathieustraße</a:t>
            </a:r>
            <a:r>
              <a:rPr lang="de-DE"/>
              <a:t> 10</a:t>
            </a:r>
          </a:p>
          <a:p>
            <a:r>
              <a:rPr lang="de-DE"/>
              <a:t>52074 Aachen</a:t>
            </a:r>
          </a:p>
          <a:p>
            <a:r>
              <a:rPr lang="de-DE"/>
              <a:t>Germany</a:t>
            </a:r>
          </a:p>
          <a:p>
            <a:endParaRPr lang="de-DE"/>
          </a:p>
          <a:p>
            <a:r>
              <a:rPr lang="de-DE"/>
              <a:t>FIRST NAME SURNAME</a:t>
            </a:r>
          </a:p>
          <a:p>
            <a:r>
              <a:rPr lang="de-DE"/>
              <a:t>T +49 241 80 49xxx</a:t>
            </a:r>
          </a:p>
          <a:p>
            <a:r>
              <a:rPr lang="de-DE"/>
              <a:t>F +49 241 80 49xxx</a:t>
            </a:r>
          </a:p>
          <a:p>
            <a:r>
              <a:rPr lang="de-DE"/>
              <a:t>xxx@eonerc.rwth-aachen.de</a:t>
            </a:r>
          </a:p>
          <a:p>
            <a:endParaRPr lang="de-DE"/>
          </a:p>
          <a:p>
            <a:r>
              <a:rPr lang="de-DE"/>
              <a:t>Further Information:</a:t>
            </a:r>
          </a:p>
          <a:p>
            <a:endParaRPr lang="de-DE"/>
          </a:p>
          <a:p>
            <a:r>
              <a:rPr lang="de-DE"/>
              <a:t>http://www.eonerc.rwth-aachen.de</a:t>
            </a:r>
          </a:p>
        </p:txBody>
      </p:sp>
    </p:spTree>
    <p:extLst>
      <p:ext uri="{BB962C8B-B14F-4D97-AF65-F5344CB8AC3E}">
        <p14:creationId xmlns:p14="http://schemas.microsoft.com/office/powerpoint/2010/main" val="15180889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p:cNvSpPr>
            <a:spLocks noGrp="1"/>
          </p:cNvSpPr>
          <p:nvPr>
            <p:ph type="pic" sz="quarter" idx="19"/>
          </p:nvPr>
        </p:nvSpPr>
        <p:spPr/>
      </p:sp>
      <p:sp>
        <p:nvSpPr>
          <p:cNvPr id="3" name="Textplatzhalter 2"/>
          <p:cNvSpPr>
            <a:spLocks noGrp="1"/>
          </p:cNvSpPr>
          <p:nvPr>
            <p:ph type="body" sz="quarter" idx="20"/>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4" name="Bildplatzhalter 3"/>
          <p:cNvSpPr>
            <a:spLocks noGrp="1"/>
          </p:cNvSpPr>
          <p:nvPr>
            <p:ph type="pic" sz="quarter" idx="21"/>
          </p:nvPr>
        </p:nvSpPr>
        <p:spPr/>
      </p:sp>
      <p:sp>
        <p:nvSpPr>
          <p:cNvPr id="5" name="Textplatzhalter 4"/>
          <p:cNvSpPr>
            <a:spLocks noGrp="1"/>
          </p:cNvSpPr>
          <p:nvPr>
            <p:ph type="body" sz="quarter" idx="22"/>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6" name="Bildplatzhalter 5"/>
          <p:cNvSpPr>
            <a:spLocks noGrp="1"/>
          </p:cNvSpPr>
          <p:nvPr>
            <p:ph type="pic" sz="quarter" idx="23"/>
          </p:nvPr>
        </p:nvSpPr>
        <p:spPr/>
      </p:sp>
      <p:sp>
        <p:nvSpPr>
          <p:cNvPr id="7" name="Textplatzhalter 6"/>
          <p:cNvSpPr>
            <a:spLocks noGrp="1"/>
          </p:cNvSpPr>
          <p:nvPr>
            <p:ph type="body" sz="quarter" idx="24"/>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8" name="Bildplatzhalter 7"/>
          <p:cNvSpPr>
            <a:spLocks noGrp="1"/>
          </p:cNvSpPr>
          <p:nvPr>
            <p:ph type="pic" sz="quarter" idx="25"/>
          </p:nvPr>
        </p:nvSpPr>
        <p:spPr/>
      </p:sp>
      <p:sp>
        <p:nvSpPr>
          <p:cNvPr id="9" name="Textplatzhalter 8"/>
          <p:cNvSpPr>
            <a:spLocks noGrp="1"/>
          </p:cNvSpPr>
          <p:nvPr>
            <p:ph type="body" sz="quarter" idx="26"/>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10" name="Bildplatzhalter 9"/>
          <p:cNvSpPr>
            <a:spLocks noGrp="1"/>
          </p:cNvSpPr>
          <p:nvPr>
            <p:ph type="pic" sz="quarter" idx="27"/>
          </p:nvPr>
        </p:nvSpPr>
        <p:spPr/>
      </p:sp>
      <p:sp>
        <p:nvSpPr>
          <p:cNvPr id="11" name="Textplatzhalter 10"/>
          <p:cNvSpPr>
            <a:spLocks noGrp="1"/>
          </p:cNvSpPr>
          <p:nvPr>
            <p:ph type="body" sz="quarter" idx="28"/>
          </p:nvPr>
        </p:nvSpPr>
        <p:spPr/>
        <p:txBody>
          <a:bodyPr/>
          <a:lstStyle/>
          <a:p>
            <a:r>
              <a:rPr lang="de-DE" err="1"/>
              <a:t>Thanks</a:t>
            </a:r>
            <a:r>
              <a:rPr lang="de-DE"/>
              <a:t> </a:t>
            </a:r>
            <a:r>
              <a:rPr lang="de-DE" err="1"/>
              <a:t>to</a:t>
            </a:r>
            <a:r>
              <a:rPr lang="de-DE"/>
              <a:t> </a:t>
            </a:r>
            <a:r>
              <a:rPr lang="de-DE" err="1"/>
              <a:t>our</a:t>
            </a:r>
            <a:r>
              <a:rPr lang="de-DE"/>
              <a:t> </a:t>
            </a:r>
            <a:r>
              <a:rPr lang="de-DE" err="1"/>
              <a:t>partner</a:t>
            </a:r>
            <a:r>
              <a:rPr lang="de-DE"/>
              <a:t>.</a:t>
            </a:r>
          </a:p>
        </p:txBody>
      </p:sp>
    </p:spTree>
    <p:extLst>
      <p:ext uri="{BB962C8B-B14F-4D97-AF65-F5344CB8AC3E}">
        <p14:creationId xmlns:p14="http://schemas.microsoft.com/office/powerpoint/2010/main" val="15809272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p:cNvSpPr>
            <a:spLocks noGrp="1"/>
          </p:cNvSpPr>
          <p:nvPr>
            <p:ph type="pic" sz="quarter" idx="12"/>
          </p:nvPr>
        </p:nvSpPr>
        <p:spPr/>
      </p:sp>
      <p:sp>
        <p:nvSpPr>
          <p:cNvPr id="3" name="Textplatzhalter 2"/>
          <p:cNvSpPr>
            <a:spLocks noGrp="1"/>
          </p:cNvSpPr>
          <p:nvPr>
            <p:ph type="body" sz="quarter" idx="18"/>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4" name="Bildplatzhalter 3"/>
          <p:cNvSpPr>
            <a:spLocks noGrp="1"/>
          </p:cNvSpPr>
          <p:nvPr>
            <p:ph type="pic" sz="quarter" idx="19"/>
          </p:nvPr>
        </p:nvSpPr>
        <p:spPr/>
      </p:sp>
      <p:sp>
        <p:nvSpPr>
          <p:cNvPr id="5" name="Textplatzhalter 4"/>
          <p:cNvSpPr>
            <a:spLocks noGrp="1"/>
          </p:cNvSpPr>
          <p:nvPr>
            <p:ph type="body" sz="quarter" idx="20"/>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6" name="Bildplatzhalter 5"/>
          <p:cNvSpPr>
            <a:spLocks noGrp="1"/>
          </p:cNvSpPr>
          <p:nvPr>
            <p:ph type="pic" sz="quarter" idx="21"/>
          </p:nvPr>
        </p:nvSpPr>
        <p:spPr/>
      </p:sp>
      <p:sp>
        <p:nvSpPr>
          <p:cNvPr id="7" name="Textplatzhalter 6"/>
          <p:cNvSpPr>
            <a:spLocks noGrp="1"/>
          </p:cNvSpPr>
          <p:nvPr>
            <p:ph type="body" sz="quarter" idx="22"/>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8" name="Bildplatzhalter 7"/>
          <p:cNvSpPr>
            <a:spLocks noGrp="1"/>
          </p:cNvSpPr>
          <p:nvPr>
            <p:ph type="pic" sz="quarter" idx="23"/>
          </p:nvPr>
        </p:nvSpPr>
        <p:spPr/>
      </p:sp>
      <p:sp>
        <p:nvSpPr>
          <p:cNvPr id="9" name="Textplatzhalter 8"/>
          <p:cNvSpPr>
            <a:spLocks noGrp="1"/>
          </p:cNvSpPr>
          <p:nvPr>
            <p:ph type="body" sz="quarter" idx="24"/>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10" name="Bildplatzhalter 9"/>
          <p:cNvSpPr>
            <a:spLocks noGrp="1"/>
          </p:cNvSpPr>
          <p:nvPr>
            <p:ph type="pic" sz="quarter" idx="25"/>
          </p:nvPr>
        </p:nvSpPr>
        <p:spPr/>
      </p:sp>
      <p:sp>
        <p:nvSpPr>
          <p:cNvPr id="11" name="Textplatzhalter 10"/>
          <p:cNvSpPr>
            <a:spLocks noGrp="1"/>
          </p:cNvSpPr>
          <p:nvPr>
            <p:ph type="body" sz="quarter" idx="26"/>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
        <p:nvSpPr>
          <p:cNvPr id="12" name="Bildplatzhalter 11"/>
          <p:cNvSpPr>
            <a:spLocks noGrp="1"/>
          </p:cNvSpPr>
          <p:nvPr>
            <p:ph type="pic" sz="quarter" idx="27"/>
          </p:nvPr>
        </p:nvSpPr>
        <p:spPr/>
      </p:sp>
      <p:sp>
        <p:nvSpPr>
          <p:cNvPr id="13" name="Textplatzhalter 12"/>
          <p:cNvSpPr>
            <a:spLocks noGrp="1"/>
          </p:cNvSpPr>
          <p:nvPr>
            <p:ph type="body" sz="quarter" idx="28"/>
          </p:nvPr>
        </p:nvSpPr>
        <p:spPr/>
        <p:txBody>
          <a:bodyPr/>
          <a:lstStyle/>
          <a:p>
            <a:r>
              <a:rPr lang="de-DE" err="1"/>
              <a:t>Thanks</a:t>
            </a:r>
            <a:r>
              <a:rPr lang="de-DE"/>
              <a:t> </a:t>
            </a:r>
            <a:r>
              <a:rPr lang="de-DE" err="1"/>
              <a:t>to</a:t>
            </a:r>
            <a:r>
              <a:rPr lang="de-DE"/>
              <a:t> </a:t>
            </a:r>
            <a:r>
              <a:rPr lang="de-DE" err="1"/>
              <a:t>our</a:t>
            </a:r>
            <a:r>
              <a:rPr lang="de-DE"/>
              <a:t> </a:t>
            </a:r>
            <a:r>
              <a:rPr lang="de-DE" err="1"/>
              <a:t>partner</a:t>
            </a:r>
            <a:endParaRPr lang="de-DE"/>
          </a:p>
        </p:txBody>
      </p:sp>
    </p:spTree>
    <p:extLst>
      <p:ext uri="{BB962C8B-B14F-4D97-AF65-F5344CB8AC3E}">
        <p14:creationId xmlns:p14="http://schemas.microsoft.com/office/powerpoint/2010/main" val="3928621586"/>
      </p:ext>
    </p:extLst>
  </p:cSld>
  <p:clrMapOvr>
    <a:masterClrMapping/>
  </p:clrMapOvr>
</p:sld>
</file>

<file path=ppt/theme/theme1.xml><?xml version="1.0" encoding="utf-8"?>
<a:theme xmlns:a="http://schemas.openxmlformats.org/drawingml/2006/main" name="Folienmaster ACS | E.ON ERC - Content slides">
  <a:themeElements>
    <a:clrScheme name="RWTH E.ON">
      <a:dk1>
        <a:sysClr val="windowText" lastClr="000000"/>
      </a:dk1>
      <a:lt1>
        <a:sysClr val="window" lastClr="FFFFFF"/>
      </a:lt1>
      <a:dk2>
        <a:srgbClr val="DD402D"/>
      </a:dk2>
      <a:lt2>
        <a:srgbClr val="9D9EA0"/>
      </a:lt2>
      <a:accent1>
        <a:srgbClr val="DD402D"/>
      </a:accent1>
      <a:accent2>
        <a:srgbClr val="9D9EA0"/>
      </a:accent2>
      <a:accent3>
        <a:srgbClr val="000000"/>
      </a:accent3>
      <a:accent4>
        <a:srgbClr val="FFFFFF"/>
      </a:accent4>
      <a:accent5>
        <a:srgbClr val="DD402D"/>
      </a:accent5>
      <a:accent6>
        <a:srgbClr val="9D9EA0"/>
      </a:accent6>
      <a:hlink>
        <a:srgbClr val="000000"/>
      </a:hlink>
      <a:folHlink>
        <a:srgbClr val="9D9EA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rtlCol="0">
        <a:spAutoFit/>
      </a:bodyPr>
      <a:lstStyle>
        <a:defPPr>
          <a:defRPr sz="1400" dirty="0" smtClean="0"/>
        </a:defPPr>
      </a:lstStyle>
    </a:txDef>
  </a:objectDefaults>
  <a:extraClrSchemeLst/>
  <a:extLst>
    <a:ext uri="{05A4C25C-085E-4340-85A3-A5531E510DB2}">
      <thm15:themeFamily xmlns:thm15="http://schemas.microsoft.com/office/thememl/2012/main" name="2016-05-20-ACS-Folienmaster-en.pptx" id="{5DCF17E3-4A9B-4C69-878E-9851A02816EE}" vid="{A05249B5-ED44-4D6B-ADA1-8F406F3EDA75}"/>
    </a:ext>
  </a:extLst>
</a:theme>
</file>

<file path=ppt/theme/theme2.xml><?xml version="1.0" encoding="utf-8"?>
<a:theme xmlns:a="http://schemas.openxmlformats.org/drawingml/2006/main" name="Folienmaster ACS | E.ON ERC - Title-/Last-slides">
  <a:themeElements>
    <a:clrScheme name="RWTH E.ON">
      <a:dk1>
        <a:sysClr val="windowText" lastClr="000000"/>
      </a:dk1>
      <a:lt1>
        <a:sysClr val="window" lastClr="FFFFFF"/>
      </a:lt1>
      <a:dk2>
        <a:srgbClr val="DD402D"/>
      </a:dk2>
      <a:lt2>
        <a:srgbClr val="9D9EA0"/>
      </a:lt2>
      <a:accent1>
        <a:srgbClr val="DD402D"/>
      </a:accent1>
      <a:accent2>
        <a:srgbClr val="9D9EA0"/>
      </a:accent2>
      <a:accent3>
        <a:srgbClr val="000000"/>
      </a:accent3>
      <a:accent4>
        <a:srgbClr val="FFFFFF"/>
      </a:accent4>
      <a:accent5>
        <a:srgbClr val="DD402D"/>
      </a:accent5>
      <a:accent6>
        <a:srgbClr val="9D9EA0"/>
      </a:accent6>
      <a:hlink>
        <a:srgbClr val="000000"/>
      </a:hlink>
      <a:folHlink>
        <a:srgbClr val="9D9EA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rtlCol="0">
        <a:spAutoFit/>
      </a:bodyPr>
      <a:lstStyle>
        <a:defPPr>
          <a:defRPr sz="1400" dirty="0" smtClean="0"/>
        </a:defPPr>
      </a:lstStyle>
    </a:txDef>
  </a:objectDefaults>
  <a:extraClrSchemeLst/>
  <a:extLst>
    <a:ext uri="{05A4C25C-085E-4340-85A3-A5531E510DB2}">
      <thm15:themeFamily xmlns:thm15="http://schemas.microsoft.com/office/thememl/2012/main" name="2016-05-20-ACS-Folienmaster-en.pptx" id="{5DCF17E3-4A9B-4C69-878E-9851A02816EE}" vid="{D8D17469-2408-494F-BA4B-B64C8C58EA2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98</Slides>
  <Notes>0</Notes>
  <HiddenSlides>0</HiddenSlides>
  <ScaleCrop>false</ScaleCrop>
  <HeadingPairs>
    <vt:vector size="4" baseType="variant">
      <vt:variant>
        <vt:lpstr>Theme</vt:lpstr>
      </vt:variant>
      <vt:variant>
        <vt:i4>2</vt:i4>
      </vt:variant>
      <vt:variant>
        <vt:lpstr>Slide Titles</vt:lpstr>
      </vt:variant>
      <vt:variant>
        <vt:i4>98</vt:i4>
      </vt:variant>
    </vt:vector>
  </HeadingPairs>
  <TitlesOfParts>
    <vt:vector size="100" baseType="lpstr">
      <vt:lpstr>Folienmaster ACS | E.ON ERC - Content slides</vt:lpstr>
      <vt:lpstr>Folienmaster ACS | E.ON ERC - Title-/Last-slides</vt:lpstr>
      <vt:lpstr>HiWi Reports</vt:lpstr>
      <vt:lpstr>Date and timestamp do not match after anonymization</vt:lpstr>
      <vt:lpstr>Filtered Data has higher overall score </vt:lpstr>
      <vt:lpstr>Filtered Data has higher overall score </vt:lpstr>
      <vt:lpstr>PowerPoint Presentation</vt:lpstr>
      <vt:lpstr>SMX Table</vt:lpstr>
      <vt:lpstr>SMX Table</vt:lpstr>
      <vt:lpstr>SMX Table</vt:lpstr>
      <vt:lpstr>Sampledata</vt:lpstr>
      <vt:lpstr>Sampledata</vt:lpstr>
      <vt:lpstr>Sampledata</vt:lpstr>
      <vt:lpstr>Weather data</vt:lpstr>
      <vt:lpstr>Weather data</vt:lpstr>
      <vt:lpstr>Weather data</vt:lpstr>
      <vt:lpstr>Weather Data</vt:lpstr>
      <vt:lpstr>Weather data given PD</vt:lpstr>
      <vt:lpstr>Weather data given PD</vt:lpstr>
      <vt:lpstr>Weather data given LOC</vt:lpstr>
      <vt:lpstr>Weather data given LOC</vt:lpstr>
      <vt:lpstr>Weather data given TECH</vt:lpstr>
      <vt:lpstr>Weather data given TECH</vt:lpstr>
      <vt:lpstr>Feeder_metadata</vt:lpstr>
      <vt:lpstr>Feeder_metadata</vt:lpstr>
      <vt:lpstr>Feeder_metadata</vt:lpstr>
      <vt:lpstr>Feeder_metadata (Temperature = 0)  GPT-OSS:20b</vt:lpstr>
      <vt:lpstr>Feeder_metadata (Temperature = 0)  GPT-OSS:120b</vt:lpstr>
      <vt:lpstr>Feeder_metadata (Temperature = 0)  GPT-OSS:120b</vt:lpstr>
      <vt:lpstr>Feeder_metadata (Temperature = 0)  GPT-OSS:120b  rows=10</vt:lpstr>
      <vt:lpstr>Feeder_metadata (Temperature = 0)  GPT-OSS:120b  rows=10</vt:lpstr>
      <vt:lpstr>Feeder_metadata (Temperature = 0)  GPT-OSS:20b rows=10</vt:lpstr>
      <vt:lpstr>Feeder_metadata (Temperature = 0)  GPT-OSS:20b rows=10</vt:lpstr>
      <vt:lpstr>Feeder_metadata (Temperature = 0) mistral-small-4-119b-2603 rows=10</vt:lpstr>
      <vt:lpstr>Feeder_metadata (Temperature = 0) mistral-small-4-119b-2603 rows=10</vt:lpstr>
      <vt:lpstr>Feeder_metadata (Temperature = 0) gpt-5.4-mini rows=10</vt:lpstr>
      <vt:lpstr>Feeder_metadata (Temperature = 0) gpt-5.4-mini rows=10</vt:lpstr>
      <vt:lpstr>Feeder_metadata gpt-5.4-mini rows=10</vt:lpstr>
      <vt:lpstr>Feeder_metadata gpt-5.4-mini rows=10</vt:lpstr>
      <vt:lpstr>PowerPoint Presentation</vt:lpstr>
      <vt:lpstr>Feeder_metadata (Temperature = 0) gpt-5.2 rows=10</vt:lpstr>
      <vt:lpstr>Feeder_metadata (Temperature = 0) gpt-5.2 rows=10</vt:lpstr>
      <vt:lpstr>Feeder_metadata gpt-5.5 rows=10</vt:lpstr>
      <vt:lpstr>Feeder_metadata gpt-5.5 rows=10</vt:lpstr>
      <vt:lpstr>Feeder_metadata after given PD</vt:lpstr>
      <vt:lpstr>Feeder_metadata after given LOC</vt:lpstr>
      <vt:lpstr>Sdv able to learn correlation trend of two columns</vt:lpstr>
      <vt:lpstr>Sdv able to learn correlation trend of two columns</vt:lpstr>
      <vt:lpstr>Filtered Data has higher overall score </vt:lpstr>
      <vt:lpstr>Overall Score</vt:lpstr>
      <vt:lpstr>Overall score calculation</vt:lpstr>
      <vt:lpstr>Related columns LLM</vt:lpstr>
      <vt:lpstr>LLM anonymize column</vt:lpstr>
      <vt:lpstr>Confidence score different for same column</vt:lpstr>
      <vt:lpstr>Confidence score different for same column even with same data</vt:lpstr>
      <vt:lpstr>Data type false detected</vt:lpstr>
      <vt:lpstr>Data type false detected</vt:lpstr>
      <vt:lpstr>Data type false detected</vt:lpstr>
      <vt:lpstr>Date preprocessing</vt:lpstr>
      <vt:lpstr>GridFM-Datakit</vt:lpstr>
      <vt:lpstr>Errors</vt:lpstr>
      <vt:lpstr>Errors</vt:lpstr>
      <vt:lpstr>Errors</vt:lpstr>
      <vt:lpstr>Input data for GridFM-Datakit</vt:lpstr>
      <vt:lpstr>Bus data</vt:lpstr>
      <vt:lpstr>Generator Data</vt:lpstr>
      <vt:lpstr>Branch Data</vt:lpstr>
      <vt:lpstr>Ontology</vt:lpstr>
      <vt:lpstr>Ontology</vt:lpstr>
      <vt:lpstr>DAS 17.07</vt:lpstr>
      <vt:lpstr>DAS 17.07</vt:lpstr>
      <vt:lpstr>OWL</vt:lpstr>
      <vt:lpstr>Ontology</vt:lpstr>
      <vt:lpstr>BERT_Matching</vt:lpstr>
      <vt:lpstr>BERT_Matching</vt:lpstr>
      <vt:lpstr>BERT_Matching</vt:lpstr>
      <vt:lpstr>BERT_Matching</vt:lpstr>
      <vt:lpstr>Classes with same name</vt:lpstr>
      <vt:lpstr>Classes with same name</vt:lpstr>
      <vt:lpstr>Class?</vt:lpstr>
      <vt:lpstr>PowerPoint Presentation</vt:lpstr>
      <vt:lpstr>Ontology</vt:lpstr>
      <vt:lpstr>PowerPoint Presentation</vt:lpstr>
      <vt:lpstr>Sample Title, 4th Version</vt:lpstr>
      <vt:lpstr>Sample Title, 5th Version</vt:lpstr>
      <vt:lpstr>Sample Title, 6th Version</vt:lpstr>
      <vt:lpstr>Sample Title, 7th Version (logo of partner)</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Edit the mastertitle format by clicking Example for the use of a double-spaced title</vt:lpstr>
      <vt:lpstr>PowerPoint Presentation</vt:lpstr>
      <vt:lpstr>PowerPoint Presentation</vt:lpstr>
      <vt:lpstr>PowerPoint Presentation</vt:lpstr>
      <vt:lpstr>PowerPoint Presentation</vt:lpstr>
      <vt:lpstr>PowerPoint Presentation</vt:lpstr>
    </vt:vector>
  </TitlesOfParts>
  <Company>E.ON Energy Research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Beispiel-Titel, 1. Variante</dc:title>
  <dc:creator>Andre Trebels</dc:creator>
  <cp:revision>416</cp:revision>
  <cp:lastPrinted>2015-12-23T08:25:11Z</cp:lastPrinted>
  <dcterms:created xsi:type="dcterms:W3CDTF">2015-11-17T07:05:56Z</dcterms:created>
  <dcterms:modified xsi:type="dcterms:W3CDTF">2026-09-23T11:41:14Z</dcterms:modified>
</cp:coreProperties>
</file>