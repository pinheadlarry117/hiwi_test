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738" r:id="rId1"/>
    <p:sldMasterId id="2147483793" r:id="rId2"/>
  </p:sldMasterIdLst>
  <p:notesMasterIdLst>
    <p:notesMasterId r:id="rId28"/>
  </p:notesMasterIdLst>
  <p:handoutMasterIdLst>
    <p:handoutMasterId r:id="rId29"/>
  </p:handoutMasterIdLst>
  <p:sldIdLst>
    <p:sldId id="309" r:id="rId3"/>
    <p:sldId id="332" r:id="rId4"/>
    <p:sldId id="334" r:id="rId5"/>
    <p:sldId id="333" r:id="rId6"/>
    <p:sldId id="335" r:id="rId7"/>
    <p:sldId id="311" r:id="rId8"/>
    <p:sldId id="310" r:id="rId9"/>
    <p:sldId id="312" r:id="rId10"/>
    <p:sldId id="313" r:id="rId11"/>
    <p:sldId id="314" r:id="rId12"/>
    <p:sldId id="321" r:id="rId13"/>
    <p:sldId id="277" r:id="rId14"/>
    <p:sldId id="278" r:id="rId15"/>
    <p:sldId id="300" r:id="rId16"/>
    <p:sldId id="301" r:id="rId17"/>
    <p:sldId id="302" r:id="rId18"/>
    <p:sldId id="331" r:id="rId19"/>
    <p:sldId id="296" r:id="rId20"/>
    <p:sldId id="297" r:id="rId21"/>
    <p:sldId id="298" r:id="rId22"/>
    <p:sldId id="326" r:id="rId23"/>
    <p:sldId id="327" r:id="rId24"/>
    <p:sldId id="328" r:id="rId25"/>
    <p:sldId id="329" r:id="rId26"/>
    <p:sldId id="330" r:id="rId27"/>
  </p:sldIdLst>
  <p:sldSz cx="9144000" cy="6858000" type="screen4x3"/>
  <p:notesSz cx="6797675" cy="9856788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726">
          <p15:clr>
            <a:srgbClr val="A4A3A4"/>
          </p15:clr>
        </p15:guide>
        <p15:guide id="4" orient="horz" pos="4194">
          <p15:clr>
            <a:srgbClr val="A4A3A4"/>
          </p15:clr>
        </p15:guide>
        <p15:guide id="5" orient="horz" pos="3306">
          <p15:clr>
            <a:srgbClr val="A4A3A4"/>
          </p15:clr>
        </p15:guide>
        <p15:guide id="6" pos="5580">
          <p15:clr>
            <a:srgbClr val="A4A3A4"/>
          </p15:clr>
        </p15:guide>
        <p15:guide id="7" pos="186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3" userDrawn="1">
          <p15:clr>
            <a:srgbClr val="A4A3A4"/>
          </p15:clr>
        </p15:guide>
        <p15:guide id="2" pos="2235" userDrawn="1">
          <p15:clr>
            <a:srgbClr val="A4A3A4"/>
          </p15:clr>
        </p15:guide>
        <p15:guide id="3" orient="horz" pos="3104" userDrawn="1">
          <p15:clr>
            <a:srgbClr val="A4A3A4"/>
          </p15:clr>
        </p15:guide>
        <p15:guide id="4" pos="214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D9EA0"/>
    <a:srgbClr val="DD402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FFE378C-EF65-2251-4D8A-523C48FFDC62}" v="523" dt="2026-05-11T11:46:30.75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30" autoAdjust="0"/>
    <p:restoredTop sz="96404" autoAdjust="0"/>
  </p:normalViewPr>
  <p:slideViewPr>
    <p:cSldViewPr snapToGrid="0" showGuides="1">
      <p:cViewPr varScale="1">
        <p:scale>
          <a:sx n="111" d="100"/>
          <a:sy n="111" d="100"/>
        </p:scale>
        <p:origin x="2004" y="102"/>
      </p:cViewPr>
      <p:guideLst>
        <p:guide orient="horz" pos="2160"/>
        <p:guide pos="2880"/>
        <p:guide orient="horz" pos="726"/>
        <p:guide orient="horz" pos="4194"/>
        <p:guide orient="horz" pos="3306"/>
        <p:guide pos="5580"/>
        <p:guide pos="18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3996" y="114"/>
      </p:cViewPr>
      <p:guideLst>
        <p:guide orient="horz" pos="3223"/>
        <p:guide pos="2235"/>
        <p:guide orient="horz" pos="3104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34" Type="http://schemas.microsoft.com/office/2016/11/relationships/changesInfo" Target="changesInfos/changesInfo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aochen Zhang" userId="S::f3xsbp3g2wxfahuw@students.rwth-aachen.de::4bf405b4-1359-4b94-9fe1-872599356d5c" providerId="AD" clId="Web-{CFFE378C-EF65-2251-4D8A-523C48FFDC62}"/>
    <pc:docChg chg="addSld modSld sldOrd">
      <pc:chgData name="Haochen Zhang" userId="S::f3xsbp3g2wxfahuw@students.rwth-aachen.de::4bf405b4-1359-4b94-9fe1-872599356d5c" providerId="AD" clId="Web-{CFFE378C-EF65-2251-4D8A-523C48FFDC62}" dt="2026-05-11T11:46:30.755" v="508" actId="1076"/>
      <pc:docMkLst>
        <pc:docMk/>
      </pc:docMkLst>
      <pc:sldChg chg="addSp modSp">
        <pc:chgData name="Haochen Zhang" userId="S::f3xsbp3g2wxfahuw@students.rwth-aachen.de::4bf405b4-1359-4b94-9fe1-872599356d5c" providerId="AD" clId="Web-{CFFE378C-EF65-2251-4D8A-523C48FFDC62}" dt="2026-05-11T11:42:25.694" v="465"/>
        <pc:sldMkLst>
          <pc:docMk/>
          <pc:sldMk cId="1656596550" sldId="278"/>
        </pc:sldMkLst>
        <pc:spChg chg="mod">
          <ac:chgData name="Haochen Zhang" userId="S::f3xsbp3g2wxfahuw@students.rwth-aachen.de::4bf405b4-1359-4b94-9fe1-872599356d5c" providerId="AD" clId="Web-{CFFE378C-EF65-2251-4D8A-523C48FFDC62}" dt="2026-05-11T11:42:25.445" v="464" actId="20577"/>
          <ac:spMkLst>
            <pc:docMk/>
            <pc:sldMk cId="1656596550" sldId="278"/>
            <ac:spMk id="3" creationId="{00000000-0000-0000-0000-000000000000}"/>
          </ac:spMkLst>
        </pc:spChg>
        <pc:picChg chg="add mod">
          <ac:chgData name="Haochen Zhang" userId="S::f3xsbp3g2wxfahuw@students.rwth-aachen.de::4bf405b4-1359-4b94-9fe1-872599356d5c" providerId="AD" clId="Web-{CFFE378C-EF65-2251-4D8A-523C48FFDC62}" dt="2026-05-11T11:42:25.694" v="465"/>
          <ac:picMkLst>
            <pc:docMk/>
            <pc:sldMk cId="1656596550" sldId="278"/>
            <ac:picMk id="4" creationId="{F7619254-036D-E8FA-5422-2B11A4DE95B2}"/>
          </ac:picMkLst>
        </pc:picChg>
      </pc:sldChg>
      <pc:sldChg chg="addSp delSp modSp">
        <pc:chgData name="Haochen Zhang" userId="S::f3xsbp3g2wxfahuw@students.rwth-aachen.de::4bf405b4-1359-4b94-9fe1-872599356d5c" providerId="AD" clId="Web-{CFFE378C-EF65-2251-4D8A-523C48FFDC62}" dt="2026-05-11T11:11:38.180" v="73"/>
        <pc:sldMkLst>
          <pc:docMk/>
          <pc:sldMk cId="3813640886" sldId="309"/>
        </pc:sldMkLst>
        <pc:spChg chg="del">
          <ac:chgData name="Haochen Zhang" userId="S::f3xsbp3g2wxfahuw@students.rwth-aachen.de::4bf405b4-1359-4b94-9fe1-872599356d5c" providerId="AD" clId="Web-{CFFE378C-EF65-2251-4D8A-523C48FFDC62}" dt="2026-05-11T11:06:12.916" v="0"/>
          <ac:spMkLst>
            <pc:docMk/>
            <pc:sldMk cId="3813640886" sldId="309"/>
            <ac:spMk id="2" creationId="{00000000-0000-0000-0000-000000000000}"/>
          </ac:spMkLst>
        </pc:spChg>
        <pc:spChg chg="mod">
          <ac:chgData name="Haochen Zhang" userId="S::f3xsbp3g2wxfahuw@students.rwth-aachen.de::4bf405b4-1359-4b94-9fe1-872599356d5c" providerId="AD" clId="Web-{CFFE378C-EF65-2251-4D8A-523C48FFDC62}" dt="2026-05-11T11:06:37.947" v="17" actId="20577"/>
          <ac:spMkLst>
            <pc:docMk/>
            <pc:sldMk cId="3813640886" sldId="309"/>
            <ac:spMk id="3" creationId="{00000000-0000-0000-0000-000000000000}"/>
          </ac:spMkLst>
        </pc:spChg>
        <pc:spChg chg="del">
          <ac:chgData name="Haochen Zhang" userId="S::f3xsbp3g2wxfahuw@students.rwth-aachen.de::4bf405b4-1359-4b94-9fe1-872599356d5c" providerId="AD" clId="Web-{CFFE378C-EF65-2251-4D8A-523C48FFDC62}" dt="2026-05-11T11:06:39.275" v="18"/>
          <ac:spMkLst>
            <pc:docMk/>
            <pc:sldMk cId="3813640886" sldId="309"/>
            <ac:spMk id="4" creationId="{00000000-0000-0000-0000-000000000000}"/>
          </ac:spMkLst>
        </pc:spChg>
        <pc:spChg chg="add del mod">
          <ac:chgData name="Haochen Zhang" userId="S::f3xsbp3g2wxfahuw@students.rwth-aachen.de::4bf405b4-1359-4b94-9fe1-872599356d5c" providerId="AD" clId="Web-{CFFE378C-EF65-2251-4D8A-523C48FFDC62}" dt="2026-05-11T11:06:15.697" v="1"/>
          <ac:spMkLst>
            <pc:docMk/>
            <pc:sldMk cId="3813640886" sldId="309"/>
            <ac:spMk id="6" creationId="{2D958DC8-6602-5019-F680-98F09C12FC4C}"/>
          </ac:spMkLst>
        </pc:spChg>
        <pc:spChg chg="add mod">
          <ac:chgData name="Haochen Zhang" userId="S::f3xsbp3g2wxfahuw@students.rwth-aachen.de::4bf405b4-1359-4b94-9fe1-872599356d5c" providerId="AD" clId="Web-{CFFE378C-EF65-2251-4D8A-523C48FFDC62}" dt="2026-05-11T11:06:31.963" v="9" actId="20577"/>
          <ac:spMkLst>
            <pc:docMk/>
            <pc:sldMk cId="3813640886" sldId="309"/>
            <ac:spMk id="7" creationId="{6BA05AAE-8562-898A-1516-7983ED9FAB00}"/>
          </ac:spMkLst>
        </pc:spChg>
        <pc:spChg chg="add del mod">
          <ac:chgData name="Haochen Zhang" userId="S::f3xsbp3g2wxfahuw@students.rwth-aachen.de::4bf405b4-1359-4b94-9fe1-872599356d5c" providerId="AD" clId="Web-{CFFE378C-EF65-2251-4D8A-523C48FFDC62}" dt="2026-05-11T11:11:38.180" v="73"/>
          <ac:spMkLst>
            <pc:docMk/>
            <pc:sldMk cId="3813640886" sldId="309"/>
            <ac:spMk id="9" creationId="{448F62AC-71AD-FFBA-7C80-1475FCF4876A}"/>
          </ac:spMkLst>
        </pc:spChg>
      </pc:sldChg>
      <pc:sldChg chg="ord">
        <pc:chgData name="Haochen Zhang" userId="S::f3xsbp3g2wxfahuw@students.rwth-aachen.de::4bf405b4-1359-4b94-9fe1-872599356d5c" providerId="AD" clId="Web-{CFFE378C-EF65-2251-4D8A-523C48FFDC62}" dt="2026-05-11T11:06:49.494" v="19"/>
        <pc:sldMkLst>
          <pc:docMk/>
          <pc:sldMk cId="1336581455" sldId="311"/>
        </pc:sldMkLst>
      </pc:sldChg>
      <pc:sldChg chg="addSp modSp add replId">
        <pc:chgData name="Haochen Zhang" userId="S::f3xsbp3g2wxfahuw@students.rwth-aachen.de::4bf405b4-1359-4b94-9fe1-872599356d5c" providerId="AD" clId="Web-{CFFE378C-EF65-2251-4D8A-523C48FFDC62}" dt="2026-05-11T11:11:15.461" v="71" actId="20577"/>
        <pc:sldMkLst>
          <pc:docMk/>
          <pc:sldMk cId="598759695" sldId="332"/>
        </pc:sldMkLst>
        <pc:spChg chg="mod">
          <ac:chgData name="Haochen Zhang" userId="S::f3xsbp3g2wxfahuw@students.rwth-aachen.de::4bf405b4-1359-4b94-9fe1-872599356d5c" providerId="AD" clId="Web-{CFFE378C-EF65-2251-4D8A-523C48FFDC62}" dt="2026-05-11T11:07:58.871" v="48" actId="20577"/>
          <ac:spMkLst>
            <pc:docMk/>
            <pc:sldMk cId="598759695" sldId="332"/>
            <ac:spMk id="2" creationId="{68D8A96F-4E2D-CB5E-353A-DC351F4E1E6D}"/>
          </ac:spMkLst>
        </pc:spChg>
        <pc:spChg chg="mod">
          <ac:chgData name="Haochen Zhang" userId="S::f3xsbp3g2wxfahuw@students.rwth-aachen.de::4bf405b4-1359-4b94-9fe1-872599356d5c" providerId="AD" clId="Web-{CFFE378C-EF65-2251-4D8A-523C48FFDC62}" dt="2026-05-11T11:11:15.461" v="71" actId="20577"/>
          <ac:spMkLst>
            <pc:docMk/>
            <pc:sldMk cId="598759695" sldId="332"/>
            <ac:spMk id="3" creationId="{70E08C6D-4F35-807E-67BE-9DDEB9FF9916}"/>
          </ac:spMkLst>
        </pc:spChg>
        <pc:spChg chg="add mod">
          <ac:chgData name="Haochen Zhang" userId="S::f3xsbp3g2wxfahuw@students.rwth-aachen.de::4bf405b4-1359-4b94-9fe1-872599356d5c" providerId="AD" clId="Web-{CFFE378C-EF65-2251-4D8A-523C48FFDC62}" dt="2026-05-11T11:10:32.693" v="64" actId="1076"/>
          <ac:spMkLst>
            <pc:docMk/>
            <pc:sldMk cId="598759695" sldId="332"/>
            <ac:spMk id="6" creationId="{0C5278FA-3951-3990-B89A-D0C384591604}"/>
          </ac:spMkLst>
        </pc:spChg>
        <pc:picChg chg="add mod">
          <ac:chgData name="Haochen Zhang" userId="S::f3xsbp3g2wxfahuw@students.rwth-aachen.de::4bf405b4-1359-4b94-9fe1-872599356d5c" providerId="AD" clId="Web-{CFFE378C-EF65-2251-4D8A-523C48FFDC62}" dt="2026-05-11T11:09:22.580" v="54" actId="1076"/>
          <ac:picMkLst>
            <pc:docMk/>
            <pc:sldMk cId="598759695" sldId="332"/>
            <ac:picMk id="4" creationId="{10E3810A-535F-CAAA-16D4-8024F14E2F25}"/>
          </ac:picMkLst>
        </pc:picChg>
      </pc:sldChg>
      <pc:sldChg chg="addSp modSp add replId">
        <pc:chgData name="Haochen Zhang" userId="S::f3xsbp3g2wxfahuw@students.rwth-aachen.de::4bf405b4-1359-4b94-9fe1-872599356d5c" providerId="AD" clId="Web-{CFFE378C-EF65-2251-4D8A-523C48FFDC62}" dt="2026-05-11T11:26:34.599" v="235" actId="20577"/>
        <pc:sldMkLst>
          <pc:docMk/>
          <pc:sldMk cId="3701282862" sldId="333"/>
        </pc:sldMkLst>
        <pc:spChg chg="mod">
          <ac:chgData name="Haochen Zhang" userId="S::f3xsbp3g2wxfahuw@students.rwth-aachen.de::4bf405b4-1359-4b94-9fe1-872599356d5c" providerId="AD" clId="Web-{CFFE378C-EF65-2251-4D8A-523C48FFDC62}" dt="2026-05-11T11:12:07.510" v="92" actId="20577"/>
          <ac:spMkLst>
            <pc:docMk/>
            <pc:sldMk cId="3701282862" sldId="333"/>
            <ac:spMk id="2" creationId="{7E22A303-E35F-76A5-6E3A-A98F8D2F3018}"/>
          </ac:spMkLst>
        </pc:spChg>
        <pc:spChg chg="mod">
          <ac:chgData name="Haochen Zhang" userId="S::f3xsbp3g2wxfahuw@students.rwth-aachen.de::4bf405b4-1359-4b94-9fe1-872599356d5c" providerId="AD" clId="Web-{CFFE378C-EF65-2251-4D8A-523C48FFDC62}" dt="2026-05-11T11:26:34.599" v="235" actId="20577"/>
          <ac:spMkLst>
            <pc:docMk/>
            <pc:sldMk cId="3701282862" sldId="333"/>
            <ac:spMk id="3" creationId="{785C5D0C-9D38-6572-E8C3-35611ABFAA5A}"/>
          </ac:spMkLst>
        </pc:spChg>
        <pc:spChg chg="add">
          <ac:chgData name="Haochen Zhang" userId="S::f3xsbp3g2wxfahuw@students.rwth-aachen.de::4bf405b4-1359-4b94-9fe1-872599356d5c" providerId="AD" clId="Web-{CFFE378C-EF65-2251-4D8A-523C48FFDC62}" dt="2026-05-11T11:22:22.666" v="154"/>
          <ac:spMkLst>
            <pc:docMk/>
            <pc:sldMk cId="3701282862" sldId="333"/>
            <ac:spMk id="5" creationId="{4005DA06-0B5C-F243-9DAF-EFE18D50C6F4}"/>
          </ac:spMkLst>
        </pc:spChg>
      </pc:sldChg>
      <pc:sldChg chg="addSp modSp add replId">
        <pc:chgData name="Haochen Zhang" userId="S::f3xsbp3g2wxfahuw@students.rwth-aachen.de::4bf405b4-1359-4b94-9fe1-872599356d5c" providerId="AD" clId="Web-{CFFE378C-EF65-2251-4D8A-523C48FFDC62}" dt="2026-05-11T11:34:19.463" v="462" actId="20577"/>
        <pc:sldMkLst>
          <pc:docMk/>
          <pc:sldMk cId="3435330118" sldId="334"/>
        </pc:sldMkLst>
        <pc:spChg chg="mod">
          <ac:chgData name="Haochen Zhang" userId="S::f3xsbp3g2wxfahuw@students.rwth-aachen.de::4bf405b4-1359-4b94-9fe1-872599356d5c" providerId="AD" clId="Web-{CFFE378C-EF65-2251-4D8A-523C48FFDC62}" dt="2026-05-11T11:27:22.509" v="250" actId="20577"/>
          <ac:spMkLst>
            <pc:docMk/>
            <pc:sldMk cId="3435330118" sldId="334"/>
            <ac:spMk id="2" creationId="{0F48678A-D15F-E114-F893-1DD1C5339E2D}"/>
          </ac:spMkLst>
        </pc:spChg>
        <pc:spChg chg="mod">
          <ac:chgData name="Haochen Zhang" userId="S::f3xsbp3g2wxfahuw@students.rwth-aachen.de::4bf405b4-1359-4b94-9fe1-872599356d5c" providerId="AD" clId="Web-{CFFE378C-EF65-2251-4D8A-523C48FFDC62}" dt="2026-05-11T11:34:19.463" v="462" actId="20577"/>
          <ac:spMkLst>
            <pc:docMk/>
            <pc:sldMk cId="3435330118" sldId="334"/>
            <ac:spMk id="3" creationId="{2F72B4BD-E8B2-2D24-965A-E219F08B71F1}"/>
          </ac:spMkLst>
        </pc:spChg>
        <pc:spChg chg="add">
          <ac:chgData name="Haochen Zhang" userId="S::f3xsbp3g2wxfahuw@students.rwth-aachen.de::4bf405b4-1359-4b94-9fe1-872599356d5c" providerId="AD" clId="Web-{CFFE378C-EF65-2251-4D8A-523C48FFDC62}" dt="2026-05-11T11:27:27.118" v="251"/>
          <ac:spMkLst>
            <pc:docMk/>
            <pc:sldMk cId="3435330118" sldId="334"/>
            <ac:spMk id="5" creationId="{FD1CA2F4-6F98-76A7-54A9-61814B64FFDD}"/>
          </ac:spMkLst>
        </pc:spChg>
      </pc:sldChg>
      <pc:sldChg chg="addSp delSp modSp add replId">
        <pc:chgData name="Haochen Zhang" userId="S::f3xsbp3g2wxfahuw@students.rwth-aachen.de::4bf405b4-1359-4b94-9fe1-872599356d5c" providerId="AD" clId="Web-{CFFE378C-EF65-2251-4D8A-523C48FFDC62}" dt="2026-05-11T11:46:30.755" v="508" actId="1076"/>
        <pc:sldMkLst>
          <pc:docMk/>
          <pc:sldMk cId="2697773938" sldId="335"/>
        </pc:sldMkLst>
        <pc:spChg chg="mod">
          <ac:chgData name="Haochen Zhang" userId="S::f3xsbp3g2wxfahuw@students.rwth-aachen.de::4bf405b4-1359-4b94-9fe1-872599356d5c" providerId="AD" clId="Web-{CFFE378C-EF65-2251-4D8A-523C48FFDC62}" dt="2026-05-11T11:42:41.570" v="468" actId="20577"/>
          <ac:spMkLst>
            <pc:docMk/>
            <pc:sldMk cId="2697773938" sldId="335"/>
            <ac:spMk id="2" creationId="{7D7BC15B-7277-FA7E-60EA-59B785E8FB63}"/>
          </ac:spMkLst>
        </pc:spChg>
        <pc:spChg chg="mod">
          <ac:chgData name="Haochen Zhang" userId="S::f3xsbp3g2wxfahuw@students.rwth-aachen.de::4bf405b4-1359-4b94-9fe1-872599356d5c" providerId="AD" clId="Web-{CFFE378C-EF65-2251-4D8A-523C48FFDC62}" dt="2026-05-11T11:46:27.552" v="507" actId="20577"/>
          <ac:spMkLst>
            <pc:docMk/>
            <pc:sldMk cId="2697773938" sldId="335"/>
            <ac:spMk id="3" creationId="{B4692C31-5AD5-2EFB-9613-DD87C54F6A63}"/>
          </ac:spMkLst>
        </pc:spChg>
        <pc:picChg chg="del mod">
          <ac:chgData name="Haochen Zhang" userId="S::f3xsbp3g2wxfahuw@students.rwth-aachen.de::4bf405b4-1359-4b94-9fe1-872599356d5c" providerId="AD" clId="Web-{CFFE378C-EF65-2251-4D8A-523C48FFDC62}" dt="2026-05-11T11:44:14.717" v="483"/>
          <ac:picMkLst>
            <pc:docMk/>
            <pc:sldMk cId="2697773938" sldId="335"/>
            <ac:picMk id="4" creationId="{9535D062-F63D-ECF2-C68A-0F0635080A99}"/>
          </ac:picMkLst>
        </pc:picChg>
        <pc:picChg chg="add del mod">
          <ac:chgData name="Haochen Zhang" userId="S::f3xsbp3g2wxfahuw@students.rwth-aachen.de::4bf405b4-1359-4b94-9fe1-872599356d5c" providerId="AD" clId="Web-{CFFE378C-EF65-2251-4D8A-523C48FFDC62}" dt="2026-05-11T11:44:13.420" v="482"/>
          <ac:picMkLst>
            <pc:docMk/>
            <pc:sldMk cId="2697773938" sldId="335"/>
            <ac:picMk id="5" creationId="{4F80AC6C-5E4A-F743-28F4-797B811D701A}"/>
          </ac:picMkLst>
        </pc:picChg>
        <pc:picChg chg="add mod">
          <ac:chgData name="Haochen Zhang" userId="S::f3xsbp3g2wxfahuw@students.rwth-aachen.de::4bf405b4-1359-4b94-9fe1-872599356d5c" providerId="AD" clId="Web-{CFFE378C-EF65-2251-4D8A-523C48FFDC62}" dt="2026-05-11T11:46:30.755" v="508" actId="1076"/>
          <ac:picMkLst>
            <pc:docMk/>
            <pc:sldMk cId="2697773938" sldId="335"/>
            <ac:picMk id="6" creationId="{58FDEDD0-CFA5-E4CC-9D51-5A67B523A36A}"/>
          </ac:picMkLst>
        </pc:pic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.11475139523824805"/>
          <c:y val="7.4400793650793648E-2"/>
          <c:w val="0.86894627056390084"/>
          <c:h val="0.83858767951625091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Data Series 1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8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526-4A62-850B-D52557CF2F1F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Data Series 2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8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A526-4A62-850B-D52557CF2F1F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Data 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8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</c:numCache>
            </c:numRef>
          </c:val>
          <c:extLst>
            <c:ext xmlns:c16="http://schemas.microsoft.com/office/drawing/2014/chart" uri="{C3380CC4-5D6E-409C-BE32-E72D297353CC}">
              <c16:uniqueId val="{00000002-A526-4A62-850B-D52557CF2F1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axId val="5937792"/>
        <c:axId val="5833088"/>
      </c:barChart>
      <c:catAx>
        <c:axId val="5937792"/>
        <c:scaling>
          <c:orientation val="minMax"/>
        </c:scaling>
        <c:delete val="0"/>
        <c:axPos val="l"/>
        <c:numFmt formatCode="@" sourceLinked="0"/>
        <c:majorTickMark val="none"/>
        <c:minorTickMark val="none"/>
        <c:tickLblPos val="nextTo"/>
        <c:spPr>
          <a:noFill/>
          <a:ln w="6341" cap="flat" cmpd="sng" algn="ctr">
            <a:solidFill>
              <a:schemeClr val="tx1"/>
            </a:solidFill>
            <a:round/>
          </a:ln>
          <a:effectLst/>
        </c:spPr>
        <c:txPr>
          <a:bodyPr rot="0" spcFirstLastPara="1" vertOverflow="ellipsis" wrap="square" anchor="ctr" anchorCtr="0"/>
          <a:lstStyle/>
          <a:p>
            <a:pPr algn="just">
              <a:defRPr sz="1198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5833088"/>
        <c:crosses val="autoZero"/>
        <c:auto val="1"/>
        <c:lblAlgn val="ctr"/>
        <c:lblOffset val="80"/>
        <c:tickLblSkip val="1"/>
        <c:noMultiLvlLbl val="0"/>
      </c:catAx>
      <c:valAx>
        <c:axId val="5833088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one"/>
        <c:crossAx val="5937792"/>
        <c:crosses val="autoZero"/>
        <c:crossBetween val="between"/>
      </c:valAx>
      <c:spPr>
        <a:noFill/>
        <a:ln w="25365">
          <a:noFill/>
        </a:ln>
      </c:spPr>
    </c:plotArea>
    <c:legend>
      <c:legendPos val="b"/>
      <c:legendEntry>
        <c:idx val="0"/>
        <c:delete val="1"/>
      </c:legendEntry>
      <c:layout>
        <c:manualLayout>
          <c:xMode val="edge"/>
          <c:yMode val="edge"/>
          <c:x val="3.7609542176962683E-2"/>
          <c:y val="0.92101274225967655"/>
          <c:w val="0.30105988511347159"/>
          <c:h val="4.6199924414210121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just">
            <a:defRPr sz="1198" b="0" i="0" u="none" strike="noStrike" kern="12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198" b="1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3.4756179745779277E-2"/>
          <c:y val="7.6051706844861511E-2"/>
          <c:w val="0.94894148605636963"/>
          <c:h val="0.79834428781564337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Data Series 1</c:v>
                </c:pt>
              </c:strCache>
            </c:strRef>
          </c:tx>
          <c:spPr>
            <a:solidFill>
              <a:schemeClr val="tx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26B-4511-87D1-2455F49D260D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Data Series 2</c:v>
                </c:pt>
              </c:strCache>
            </c:strRef>
          </c:tx>
          <c:spPr>
            <a:solidFill>
              <a:schemeClr val="bg2">
                <a:lumMod val="5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26B-4511-87D1-2455F49D260D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Data Series 3</c:v>
                </c:pt>
              </c:strCache>
            </c:strRef>
          </c:tx>
          <c:spPr>
            <a:solidFill>
              <a:schemeClr val="bg2"/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3.4</c:v>
                </c:pt>
                <c:pt idx="1">
                  <c:v>5.4</c:v>
                </c:pt>
                <c:pt idx="2">
                  <c:v>0.5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126B-4511-87D1-2455F49D260D}"/>
            </c:ext>
          </c:extLst>
        </c:ser>
        <c:ser>
          <c:idx val="3"/>
          <c:order val="3"/>
          <c:tx>
            <c:strRef>
              <c:f>Tabelle1!$E$1</c:f>
              <c:strCache>
                <c:ptCount val="1"/>
                <c:pt idx="0">
                  <c:v>Data Series 4</c:v>
                </c:pt>
              </c:strCache>
            </c:strRef>
          </c:tx>
          <c:spPr>
            <a:solidFill>
              <a:schemeClr val="bg2">
                <a:lumMod val="60000"/>
                <a:lumOff val="40000"/>
              </a:schemeClr>
            </a:solidFill>
            <a:ln>
              <a:noFill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Tabelle1!$E$2:$E$5</c:f>
              <c:numCache>
                <c:formatCode>General</c:formatCode>
                <c:ptCount val="4"/>
                <c:pt idx="0">
                  <c:v>4.2</c:v>
                </c:pt>
                <c:pt idx="1">
                  <c:v>2.2000000000000002</c:v>
                </c:pt>
                <c:pt idx="2">
                  <c:v>1.5</c:v>
                </c:pt>
                <c:pt idx="3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126B-4511-87D1-2455F49D260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axId val="7180672"/>
        <c:axId val="7182208"/>
      </c:barChart>
      <c:catAx>
        <c:axId val="718067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6334" cap="flat" cmpd="sng" algn="ctr">
            <a:solidFill>
              <a:schemeClr val="tx1">
                <a:lumMod val="75000"/>
                <a:lumOff val="2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 algn="just">
              <a:defRPr sz="1197" b="0" i="0" u="none" strike="noStrike" kern="1200" baseline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182208"/>
        <c:crosses val="autoZero"/>
        <c:auto val="1"/>
        <c:lblAlgn val="ctr"/>
        <c:lblOffset val="100"/>
        <c:noMultiLvlLbl val="0"/>
      </c:catAx>
      <c:valAx>
        <c:axId val="7182208"/>
        <c:scaling>
          <c:orientation val="minMax"/>
        </c:scaling>
        <c:delete val="0"/>
        <c:axPos val="l"/>
        <c:majorGridlines>
          <c:spPr>
            <a:ln w="6334" cap="flat" cmpd="sng" algn="ctr">
              <a:solidFill>
                <a:schemeClr val="tx1">
                  <a:lumMod val="50000"/>
                  <a:lumOff val="50000"/>
                </a:schemeClr>
              </a:solidFill>
              <a:prstDash val="sysDot"/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1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7180672"/>
        <c:crosses val="autoZero"/>
        <c:crossBetween val="between"/>
      </c:valAx>
      <c:spPr>
        <a:noFill/>
        <a:ln w="25336">
          <a:noFill/>
        </a:ln>
      </c:spPr>
    </c:plotArea>
    <c:legend>
      <c:legendPos val="b"/>
      <c:legendEntry>
        <c:idx val="2"/>
        <c:delete val="1"/>
      </c:legendEntry>
      <c:layout>
        <c:manualLayout>
          <c:xMode val="edge"/>
          <c:yMode val="edge"/>
          <c:x val="6.7872459780280975E-2"/>
          <c:y val="0.92101274225967655"/>
          <c:w val="0.88508801454420383"/>
          <c:h val="6.023714248833655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just">
            <a:defRPr sz="1197" b="0" i="0" u="none" strike="noStrike" kern="12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1197" b="1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pieChart>
        <c:varyColors val="1"/>
        <c:ser>
          <c:idx val="0"/>
          <c:order val="0"/>
          <c:tx>
            <c:strRef>
              <c:f>Tabelle1!$B$1</c:f>
              <c:strCache>
                <c:ptCount val="1"/>
                <c:pt idx="0">
                  <c:v>Data Series 1</c:v>
                </c:pt>
              </c:strCache>
            </c:strRef>
          </c:tx>
          <c:spPr>
            <a:solidFill>
              <a:schemeClr val="tx2"/>
            </a:solidFill>
          </c:spPr>
          <c:dPt>
            <c:idx val="0"/>
            <c:bubble3D val="0"/>
            <c:spPr>
              <a:solidFill>
                <a:schemeClr val="tx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DFB0-4EF3-956E-204E24ADBC0F}"/>
              </c:ext>
            </c:extLst>
          </c:dPt>
          <c:dPt>
            <c:idx val="1"/>
            <c:bubble3D val="0"/>
            <c:spPr>
              <a:solidFill>
                <a:schemeClr val="bg2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DFB0-4EF3-956E-204E24ADBC0F}"/>
              </c:ext>
            </c:extLst>
          </c:dPt>
          <c:dPt>
            <c:idx val="2"/>
            <c:bubble3D val="0"/>
            <c:spPr>
              <a:solidFill>
                <a:schemeClr val="bg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DFB0-4EF3-956E-204E24ADBC0F}"/>
              </c:ext>
            </c:extLst>
          </c:dPt>
          <c:dPt>
            <c:idx val="3"/>
            <c:bubble3D val="0"/>
            <c:spPr>
              <a:solidFill>
                <a:schemeClr val="bg2">
                  <a:lumMod val="40000"/>
                  <a:lumOff val="6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7-DFB0-4EF3-956E-204E24ADBC0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8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12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DFB0-4EF3-956E-204E24ADBC0F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Data Series 2</c:v>
                </c:pt>
              </c:strCache>
            </c:strRef>
          </c:tx>
          <c:spPr>
            <a:solidFill>
              <a:schemeClr val="bg2">
                <a:lumMod val="50000"/>
              </a:schemeClr>
            </a:solidFill>
            <a:effectLst/>
          </c:spPr>
          <c:dPt>
            <c:idx val="0"/>
            <c:bubble3D val="0"/>
            <c:spPr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A-DFB0-4EF3-956E-204E24ADBC0F}"/>
              </c:ext>
            </c:extLst>
          </c:dPt>
          <c:dPt>
            <c:idx val="1"/>
            <c:bubble3D val="0"/>
            <c:spPr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C-DFB0-4EF3-956E-204E24ADBC0F}"/>
              </c:ext>
            </c:extLst>
          </c:dPt>
          <c:dPt>
            <c:idx val="2"/>
            <c:bubble3D val="0"/>
            <c:spPr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E-DFB0-4EF3-956E-204E24ADBC0F}"/>
              </c:ext>
            </c:extLst>
          </c:dPt>
          <c:dPt>
            <c:idx val="3"/>
            <c:bubble3D val="0"/>
            <c:spPr>
              <a:solidFill>
                <a:schemeClr val="bg2">
                  <a:lumMod val="5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0-DFB0-4EF3-956E-204E24ADBC0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8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12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1-DFB0-4EF3-956E-204E24ADBC0F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Data Series 3</c:v>
                </c:pt>
              </c:strCache>
            </c:strRef>
          </c:tx>
          <c:spPr>
            <a:solidFill>
              <a:schemeClr val="bg2"/>
            </a:solidFill>
          </c:spPr>
          <c:dPt>
            <c:idx val="0"/>
            <c:bubble3D val="0"/>
            <c:spPr>
              <a:solidFill>
                <a:schemeClr val="bg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3-DFB0-4EF3-956E-204E24ADBC0F}"/>
              </c:ext>
            </c:extLst>
          </c:dPt>
          <c:dPt>
            <c:idx val="1"/>
            <c:bubble3D val="0"/>
            <c:spPr>
              <a:solidFill>
                <a:schemeClr val="bg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5-DFB0-4EF3-956E-204E24ADBC0F}"/>
              </c:ext>
            </c:extLst>
          </c:dPt>
          <c:dPt>
            <c:idx val="2"/>
            <c:bubble3D val="0"/>
            <c:spPr>
              <a:solidFill>
                <a:schemeClr val="bg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7-DFB0-4EF3-956E-204E24ADBC0F}"/>
              </c:ext>
            </c:extLst>
          </c:dPt>
          <c:dPt>
            <c:idx val="3"/>
            <c:bubble3D val="0"/>
            <c:spPr>
              <a:solidFill>
                <a:schemeClr val="bg2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9-DFB0-4EF3-956E-204E24ADBC0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8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12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Tabelle1!$D$2:$D$5</c:f>
              <c:numCache>
                <c:formatCode>General</c:formatCode>
                <c:ptCount val="4"/>
                <c:pt idx="0">
                  <c:v>3.4</c:v>
                </c:pt>
                <c:pt idx="1">
                  <c:v>5.4</c:v>
                </c:pt>
                <c:pt idx="2">
                  <c:v>0.5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A-DFB0-4EF3-956E-204E24ADBC0F}"/>
            </c:ext>
          </c:extLst>
        </c:ser>
        <c:ser>
          <c:idx val="3"/>
          <c:order val="3"/>
          <c:tx>
            <c:strRef>
              <c:f>Tabelle1!$E$1</c:f>
              <c:strCache>
                <c:ptCount val="1"/>
                <c:pt idx="0">
                  <c:v>Data Series 4</c:v>
                </c:pt>
              </c:strCache>
            </c:strRef>
          </c:tx>
          <c:spPr>
            <a:solidFill>
              <a:schemeClr val="bg2">
                <a:lumMod val="60000"/>
                <a:lumOff val="40000"/>
              </a:schemeClr>
            </a:solidFill>
          </c:spPr>
          <c:dPt>
            <c:idx val="0"/>
            <c:bubble3D val="0"/>
            <c:spPr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C-DFB0-4EF3-956E-204E24ADBC0F}"/>
              </c:ext>
            </c:extLst>
          </c:dPt>
          <c:dPt>
            <c:idx val="1"/>
            <c:bubble3D val="0"/>
            <c:spPr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1E-DFB0-4EF3-956E-204E24ADBC0F}"/>
              </c:ext>
            </c:extLst>
          </c:dPt>
          <c:dPt>
            <c:idx val="2"/>
            <c:bubble3D val="0"/>
            <c:spPr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0-DFB0-4EF3-956E-204E24ADBC0F}"/>
              </c:ext>
            </c:extLst>
          </c:dPt>
          <c:dPt>
            <c:idx val="3"/>
            <c:bubble3D val="0"/>
            <c:spPr>
              <a:solidFill>
                <a:schemeClr val="bg2">
                  <a:lumMod val="60000"/>
                  <a:lumOff val="40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22-DFB0-4EF3-956E-204E24ADBC0F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8" b="1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12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Tabelle1!$A$2:$A$5</c:f>
              <c:strCache>
                <c:ptCount val="4"/>
                <c:pt idx="0">
                  <c:v>Class 1</c:v>
                </c:pt>
                <c:pt idx="1">
                  <c:v>Class 2</c:v>
                </c:pt>
                <c:pt idx="2">
                  <c:v>Class 3</c:v>
                </c:pt>
                <c:pt idx="3">
                  <c:v>Class 4</c:v>
                </c:pt>
              </c:strCache>
            </c:strRef>
          </c:cat>
          <c:val>
            <c:numRef>
              <c:f>Tabelle1!$E$2:$E$5</c:f>
              <c:numCache>
                <c:formatCode>General</c:formatCode>
                <c:ptCount val="4"/>
                <c:pt idx="0">
                  <c:v>4.2</c:v>
                </c:pt>
                <c:pt idx="1">
                  <c:v>2.2000000000000002</c:v>
                </c:pt>
                <c:pt idx="2">
                  <c:v>1.5</c:v>
                </c:pt>
                <c:pt idx="3">
                  <c:v>3.5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23-DFB0-4EF3-956E-204E24ADBC0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 w="25365">
          <a:noFill/>
        </a:ln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 algn="just">
            <a:defRPr sz="1198" b="0" i="0" u="none" strike="noStrike" kern="1200" baseline="0">
              <a:solidFill>
                <a:schemeClr val="tx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zero"/>
    <c:showDLblsOverMax val="0"/>
  </c:chart>
  <c:spPr>
    <a:noFill/>
    <a:ln>
      <a:noFill/>
    </a:ln>
    <a:effectLst/>
  </c:spPr>
  <c:txPr>
    <a:bodyPr/>
    <a:lstStyle/>
    <a:p>
      <a:pPr>
        <a:defRPr sz="1198" b="1"/>
      </a:pPr>
      <a:endParaRPr lang="en-US"/>
    </a:p>
  </c:txPr>
  <c:externalData r:id="rId1">
    <c:autoUpdate val="0"/>
  </c:externalData>
</c:chartSpac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2945862" cy="493833"/>
          </a:xfrm>
          <a:prstGeom prst="rect">
            <a:avLst/>
          </a:prstGeom>
        </p:spPr>
        <p:txBody>
          <a:bodyPr vert="horz" lIns="87525" tIns="43763" rIns="87525" bIns="4376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100">
                <a:latin typeface="+mn-lt"/>
              </a:defRPr>
            </a:lvl1pPr>
          </a:lstStyle>
          <a:p>
            <a:pPr>
              <a:defRPr/>
            </a:pPr>
            <a:endParaRPr lang="de-DE" sz="1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50296" y="3"/>
            <a:ext cx="2945862" cy="493833"/>
          </a:xfrm>
          <a:prstGeom prst="rect">
            <a:avLst/>
          </a:prstGeom>
        </p:spPr>
        <p:txBody>
          <a:bodyPr vert="horz" lIns="87525" tIns="43763" rIns="87525" bIns="4376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100" smtClean="0">
                <a:latin typeface="+mn-lt"/>
              </a:defRPr>
            </a:lvl1pPr>
          </a:lstStyle>
          <a:p>
            <a:pPr>
              <a:defRPr/>
            </a:pPr>
            <a:fld id="{A989147A-E99F-426E-8428-4F7A2B762C1A}" type="datetimeFigureOut">
              <a:rPr lang="de-DE" sz="1000">
                <a:latin typeface="Arial" pitchFamily="34" charset="0"/>
                <a:cs typeface="Arial" pitchFamily="34" charset="0"/>
              </a:rPr>
              <a:pPr>
                <a:defRPr/>
              </a:pPr>
              <a:t>11.05.2026</a:t>
            </a:fld>
            <a:endParaRPr lang="de-DE" sz="1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1" y="9362957"/>
            <a:ext cx="2945862" cy="493833"/>
          </a:xfrm>
          <a:prstGeom prst="rect">
            <a:avLst/>
          </a:prstGeom>
        </p:spPr>
        <p:txBody>
          <a:bodyPr vert="horz" lIns="87525" tIns="43763" rIns="87525" bIns="4376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100">
                <a:latin typeface="+mn-lt"/>
              </a:defRPr>
            </a:lvl1pPr>
          </a:lstStyle>
          <a:p>
            <a:pPr>
              <a:defRPr/>
            </a:pPr>
            <a:endParaRPr lang="de-DE" sz="1000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50296" y="9362957"/>
            <a:ext cx="2945862" cy="493833"/>
          </a:xfrm>
          <a:prstGeom prst="rect">
            <a:avLst/>
          </a:prstGeom>
        </p:spPr>
        <p:txBody>
          <a:bodyPr vert="horz" lIns="87525" tIns="43763" rIns="87525" bIns="4376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100" smtClean="0">
                <a:latin typeface="+mn-lt"/>
              </a:defRPr>
            </a:lvl1pPr>
          </a:lstStyle>
          <a:p>
            <a:pPr>
              <a:defRPr/>
            </a:pPr>
            <a:fld id="{1FEB8BDD-D483-4F2A-8149-5CAA22251911}" type="slidenum">
              <a:rPr lang="de-DE" sz="1000">
                <a:latin typeface="Arial" pitchFamily="34" charset="0"/>
                <a:cs typeface="Arial" pitchFamily="34" charset="0"/>
              </a:rPr>
              <a:pPr>
                <a:defRPr/>
              </a:pPr>
              <a:t>‹Nr.›</a:t>
            </a:fld>
            <a:endParaRPr lang="de-DE" sz="1000" dirty="0">
              <a:latin typeface="Arial" pitchFamily="34" charset="0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0627854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1" y="3"/>
            <a:ext cx="2945862" cy="493833"/>
          </a:xfrm>
          <a:prstGeom prst="rect">
            <a:avLst/>
          </a:prstGeom>
        </p:spPr>
        <p:txBody>
          <a:bodyPr vert="horz" lIns="87525" tIns="43763" rIns="87525" bIns="43763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50296" y="3"/>
            <a:ext cx="2945862" cy="493833"/>
          </a:xfrm>
          <a:prstGeom prst="rect">
            <a:avLst/>
          </a:prstGeom>
        </p:spPr>
        <p:txBody>
          <a:bodyPr vert="horz" lIns="87525" tIns="43763" rIns="87525" bIns="43763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000" smtClean="0">
                <a:latin typeface="+mn-lt"/>
              </a:defRPr>
            </a:lvl1pPr>
          </a:lstStyle>
          <a:p>
            <a:pPr>
              <a:defRPr/>
            </a:pPr>
            <a:fld id="{E619EF57-6584-4C28-9DE9-68C51C925951}" type="datetimeFigureOut">
              <a:rPr lang="de-DE" smtClean="0"/>
              <a:pPr>
                <a:defRPr/>
              </a:pPr>
              <a:t>11.05.2026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81100" y="1231900"/>
            <a:ext cx="4435475" cy="3327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525" tIns="43763" rIns="87525" bIns="43763" rtlCol="0" anchor="ctr"/>
          <a:lstStyle/>
          <a:p>
            <a:pPr lvl="0"/>
            <a:endParaRPr lang="de-DE" noProof="0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79465" y="4744165"/>
            <a:ext cx="5438748" cy="3880336"/>
          </a:xfrm>
          <a:prstGeom prst="rect">
            <a:avLst/>
          </a:prstGeom>
        </p:spPr>
        <p:txBody>
          <a:bodyPr vert="horz" lIns="87525" tIns="43763" rIns="87525" bIns="43763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1" y="9362957"/>
            <a:ext cx="2945862" cy="493833"/>
          </a:xfrm>
          <a:prstGeom prst="rect">
            <a:avLst/>
          </a:prstGeom>
        </p:spPr>
        <p:txBody>
          <a:bodyPr vert="horz" lIns="87525" tIns="43763" rIns="87525" bIns="43763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00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50296" y="9362957"/>
            <a:ext cx="2945862" cy="493833"/>
          </a:xfrm>
          <a:prstGeom prst="rect">
            <a:avLst/>
          </a:prstGeom>
        </p:spPr>
        <p:txBody>
          <a:bodyPr vert="horz" lIns="87525" tIns="43763" rIns="87525" bIns="43763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000" smtClean="0">
                <a:latin typeface="Arial" pitchFamily="34" charset="0"/>
                <a:cs typeface="Arial" pitchFamily="34" charset="0"/>
              </a:defRPr>
            </a:lvl1pPr>
          </a:lstStyle>
          <a:p>
            <a:pPr>
              <a:defRPr/>
            </a:pPr>
            <a:fld id="{6DB79B9A-35EE-4156-AEAA-A71D25E1C590}" type="slidenum">
              <a:rPr lang="de-DE" smtClean="0"/>
              <a:pPr>
                <a:defRPr/>
              </a:pPr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0410523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1pPr>
    <a:lvl2pPr marL="4572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2pPr>
    <a:lvl3pPr marL="9144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3pPr>
    <a:lvl4pPr marL="13716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4pPr>
    <a:lvl5pPr marL="1828800" algn="l" rtl="0" fontAlgn="base">
      <a:spcBef>
        <a:spcPct val="30000"/>
      </a:spcBef>
      <a:spcAft>
        <a:spcPct val="0"/>
      </a:spcAft>
      <a:defRPr sz="1000" kern="1200">
        <a:solidFill>
          <a:schemeClr val="tx1"/>
        </a:solidFill>
        <a:latin typeface="Arial" pitchFamily="34" charset="0"/>
        <a:ea typeface="+mn-ea"/>
        <a:cs typeface="Arial" pitchFamily="34" charset="0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8000" y="144000"/>
            <a:ext cx="8568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rgbClr val="9D9EA0"/>
                </a:solidFill>
              </a:defRPr>
            </a:lvl1pPr>
          </a:lstStyle>
          <a:p>
            <a:r>
              <a:rPr lang="en-US" dirty="0"/>
              <a:t>Edit the </a:t>
            </a:r>
            <a:r>
              <a:rPr lang="en-US" dirty="0" err="1"/>
              <a:t>mastertitle</a:t>
            </a:r>
            <a:r>
              <a:rPr lang="en-US" dirty="0"/>
              <a:t> format by clicking</a:t>
            </a:r>
            <a:br>
              <a:rPr lang="en-US" dirty="0"/>
            </a:br>
            <a:r>
              <a:rPr lang="en-US" dirty="0"/>
              <a:t>Example for the use of a double-spaced title</a:t>
            </a:r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13" hasCustomPrompt="1"/>
          </p:nvPr>
        </p:nvSpPr>
        <p:spPr>
          <a:xfrm>
            <a:off x="287338" y="871200"/>
            <a:ext cx="8569325" cy="5292000"/>
          </a:xfrm>
          <a:prstGeom prst="rect">
            <a:avLst/>
          </a:prstGeom>
        </p:spPr>
        <p:txBody>
          <a:bodyPr lIns="0" tIns="0" rIns="0" bIns="0"/>
          <a:lstStyle>
            <a:lvl1pPr marL="216000" indent="-21600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Char char="■"/>
              <a:defRPr lang="de-DE" dirty="0" smtClean="0"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baseline="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de-DE" dirty="0"/>
              <a:t>First Level</a:t>
            </a:r>
          </a:p>
          <a:p>
            <a:pPr lvl="1"/>
            <a:r>
              <a:rPr lang="de-DE" dirty="0"/>
              <a:t>Second Level</a:t>
            </a:r>
          </a:p>
          <a:p>
            <a:pPr lvl="2"/>
            <a:r>
              <a:rPr lang="de-DE" dirty="0"/>
              <a:t>Third Level</a:t>
            </a:r>
          </a:p>
          <a:p>
            <a:pPr lvl="3"/>
            <a:r>
              <a:rPr lang="de-DE" dirty="0" err="1"/>
              <a:t>Fourth</a:t>
            </a:r>
            <a:r>
              <a:rPr lang="de-DE" dirty="0"/>
              <a:t> Level</a:t>
            </a:r>
          </a:p>
          <a:p>
            <a:pPr lvl="4"/>
            <a:r>
              <a:rPr lang="de-DE" dirty="0" err="1"/>
              <a:t>Fifth</a:t>
            </a:r>
            <a:r>
              <a:rPr lang="de-DE" dirty="0"/>
              <a:t> Level</a:t>
            </a:r>
          </a:p>
          <a:p>
            <a:pPr lvl="5"/>
            <a:r>
              <a:rPr lang="de-DE" dirty="0" err="1"/>
              <a:t>Sixth</a:t>
            </a:r>
            <a:r>
              <a:rPr lang="de-DE" dirty="0"/>
              <a:t> Level</a:t>
            </a:r>
          </a:p>
          <a:p>
            <a:pPr lvl="6"/>
            <a:r>
              <a:rPr lang="de-DE" dirty="0" err="1"/>
              <a:t>Seventh</a:t>
            </a:r>
            <a:r>
              <a:rPr lang="de-DE" dirty="0"/>
              <a:t> Level</a:t>
            </a:r>
          </a:p>
          <a:p>
            <a:pPr lvl="7"/>
            <a:r>
              <a:rPr lang="de-DE" dirty="0" err="1"/>
              <a:t>Eighth</a:t>
            </a:r>
            <a:r>
              <a:rPr lang="de-DE" dirty="0"/>
              <a:t> Level</a:t>
            </a:r>
          </a:p>
        </p:txBody>
      </p:sp>
    </p:spTree>
    <p:extLst>
      <p:ext uri="{BB962C8B-B14F-4D97-AF65-F5344CB8AC3E}">
        <p14:creationId xmlns:p14="http://schemas.microsoft.com/office/powerpoint/2010/main" val="38149701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8000" y="144000"/>
            <a:ext cx="8568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rgbClr val="9D9EA0"/>
                </a:solidFill>
              </a:defRPr>
            </a:lvl1pPr>
          </a:lstStyle>
          <a:p>
            <a:r>
              <a:rPr lang="en-US" dirty="0"/>
              <a:t>Edit the </a:t>
            </a:r>
            <a:r>
              <a:rPr lang="en-US" dirty="0" err="1"/>
              <a:t>mastertitle</a:t>
            </a:r>
            <a:r>
              <a:rPr lang="en-US" dirty="0"/>
              <a:t> format by clicking</a:t>
            </a:r>
            <a:br>
              <a:rPr lang="en-US" dirty="0"/>
            </a:br>
            <a:r>
              <a:rPr lang="en-US" dirty="0"/>
              <a:t>Example for the use of a double-spaced title</a:t>
            </a:r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2" hasCustomPrompt="1"/>
          </p:nvPr>
        </p:nvSpPr>
        <p:spPr>
          <a:xfrm>
            <a:off x="287338" y="871200"/>
            <a:ext cx="8569325" cy="52920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/>
            </a:lvl1pPr>
          </a:lstStyle>
          <a:p>
            <a:pPr lvl="0"/>
            <a:r>
              <a:rPr lang="de-DE" dirty="0"/>
              <a:t>Text Area</a:t>
            </a:r>
          </a:p>
        </p:txBody>
      </p:sp>
    </p:spTree>
    <p:extLst>
      <p:ext uri="{BB962C8B-B14F-4D97-AF65-F5344CB8AC3E}">
        <p14:creationId xmlns:p14="http://schemas.microsoft.com/office/powerpoint/2010/main" val="1301205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Picture (66:3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8000" y="144000"/>
            <a:ext cx="8568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rgbClr val="9D9EA0"/>
                </a:solidFill>
              </a:defRPr>
            </a:lvl1pPr>
          </a:lstStyle>
          <a:p>
            <a:r>
              <a:rPr lang="en-US" dirty="0"/>
              <a:t>Edit the </a:t>
            </a:r>
            <a:r>
              <a:rPr lang="en-US" dirty="0" err="1"/>
              <a:t>mastertitle</a:t>
            </a:r>
            <a:r>
              <a:rPr lang="en-US" dirty="0"/>
              <a:t> format by clicking</a:t>
            </a:r>
            <a:br>
              <a:rPr lang="en-US" dirty="0"/>
            </a:br>
            <a:r>
              <a:rPr lang="en-US" dirty="0"/>
              <a:t>Example for the use of a double-spaced title</a:t>
            </a:r>
          </a:p>
        </p:txBody>
      </p:sp>
      <p:sp>
        <p:nvSpPr>
          <p:cNvPr id="6" name="Bildplatzhalter 3"/>
          <p:cNvSpPr>
            <a:spLocks noGrp="1"/>
          </p:cNvSpPr>
          <p:nvPr>
            <p:ph type="pic" sz="quarter" idx="15" hasCustomPrompt="1"/>
          </p:nvPr>
        </p:nvSpPr>
        <p:spPr>
          <a:xfrm>
            <a:off x="6192000" y="1094400"/>
            <a:ext cx="2664000" cy="445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Add picture by clicking the icon</a:t>
            </a:r>
            <a:endParaRPr lang="de-DE" dirty="0"/>
          </a:p>
        </p:txBody>
      </p:sp>
      <p:sp>
        <p:nvSpPr>
          <p:cNvPr id="11" name="Textplatzhalter 9"/>
          <p:cNvSpPr>
            <a:spLocks noGrp="1"/>
          </p:cNvSpPr>
          <p:nvPr>
            <p:ph type="body" sz="quarter" idx="13" hasCustomPrompt="1"/>
          </p:nvPr>
        </p:nvSpPr>
        <p:spPr>
          <a:xfrm>
            <a:off x="6192000" y="5662800"/>
            <a:ext cx="2664000" cy="500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900"/>
            </a:lvl1pPr>
          </a:lstStyle>
          <a:p>
            <a:pPr lvl="0"/>
            <a:r>
              <a:rPr lang="de-DE" dirty="0"/>
              <a:t>Picture title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endParaRPr lang="de-DE" dirty="0"/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287338" y="871200"/>
            <a:ext cx="5648400" cy="5292000"/>
          </a:xfrm>
          <a:prstGeom prst="rect">
            <a:avLst/>
          </a:prstGeom>
        </p:spPr>
        <p:txBody>
          <a:bodyPr lIns="0" tIns="0" rIns="0" bIns="0"/>
          <a:lstStyle>
            <a:lvl1pPr marL="216000" indent="-21600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Char char="■"/>
              <a:defRPr lang="de-DE" dirty="0" smtClean="0"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de-DE" dirty="0"/>
              <a:t>First Level</a:t>
            </a:r>
          </a:p>
          <a:p>
            <a:pPr lvl="1"/>
            <a:r>
              <a:rPr lang="de-DE" dirty="0"/>
              <a:t>Second Level</a:t>
            </a:r>
          </a:p>
          <a:p>
            <a:pPr lvl="2"/>
            <a:r>
              <a:rPr lang="de-DE" dirty="0"/>
              <a:t>Third Level</a:t>
            </a:r>
          </a:p>
          <a:p>
            <a:pPr lvl="3"/>
            <a:r>
              <a:rPr lang="de-DE" dirty="0" err="1"/>
              <a:t>Fourth</a:t>
            </a:r>
            <a:r>
              <a:rPr lang="de-DE" dirty="0"/>
              <a:t> Level</a:t>
            </a:r>
          </a:p>
          <a:p>
            <a:pPr lvl="4"/>
            <a:r>
              <a:rPr lang="de-DE" dirty="0" err="1"/>
              <a:t>Fifth</a:t>
            </a:r>
            <a:r>
              <a:rPr lang="de-DE" dirty="0"/>
              <a:t> Level</a:t>
            </a:r>
          </a:p>
          <a:p>
            <a:pPr lvl="5"/>
            <a:r>
              <a:rPr lang="de-DE" dirty="0" err="1"/>
              <a:t>Sixth</a:t>
            </a:r>
            <a:r>
              <a:rPr lang="de-DE" dirty="0"/>
              <a:t> Level</a:t>
            </a:r>
          </a:p>
          <a:p>
            <a:pPr lvl="6"/>
            <a:r>
              <a:rPr lang="de-DE" dirty="0" err="1"/>
              <a:t>Seventh</a:t>
            </a:r>
            <a:r>
              <a:rPr lang="de-DE" dirty="0"/>
              <a:t> Level</a:t>
            </a:r>
          </a:p>
          <a:p>
            <a:pPr lvl="7"/>
            <a:r>
              <a:rPr lang="de-DE" dirty="0" err="1"/>
              <a:t>Eighth</a:t>
            </a:r>
            <a:r>
              <a:rPr lang="de-DE" dirty="0"/>
              <a:t> Level</a:t>
            </a:r>
          </a:p>
        </p:txBody>
      </p:sp>
    </p:spTree>
    <p:extLst>
      <p:ext uri="{BB962C8B-B14F-4D97-AF65-F5344CB8AC3E}">
        <p14:creationId xmlns:p14="http://schemas.microsoft.com/office/powerpoint/2010/main" val="35608350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Picture (50:50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8000" y="144000"/>
            <a:ext cx="8568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rgbClr val="9D9EA0"/>
                </a:solidFill>
              </a:defRPr>
            </a:lvl1pPr>
          </a:lstStyle>
          <a:p>
            <a:r>
              <a:rPr lang="en-US" dirty="0"/>
              <a:t>Edit the </a:t>
            </a:r>
            <a:r>
              <a:rPr lang="en-US" dirty="0" err="1"/>
              <a:t>mastertitle</a:t>
            </a:r>
            <a:r>
              <a:rPr lang="en-US" dirty="0"/>
              <a:t> format by clicking</a:t>
            </a:r>
            <a:br>
              <a:rPr lang="en-US" dirty="0"/>
            </a:br>
            <a:r>
              <a:rPr lang="en-US" dirty="0"/>
              <a:t>Example for the use of a double-spaced title</a:t>
            </a:r>
          </a:p>
        </p:txBody>
      </p:sp>
      <p:sp>
        <p:nvSpPr>
          <p:cNvPr id="6" name="Bildplatzhalter 3"/>
          <p:cNvSpPr>
            <a:spLocks noGrp="1"/>
          </p:cNvSpPr>
          <p:nvPr>
            <p:ph type="pic" sz="quarter" idx="15" hasCustomPrompt="1"/>
          </p:nvPr>
        </p:nvSpPr>
        <p:spPr>
          <a:xfrm>
            <a:off x="4701600" y="1094400"/>
            <a:ext cx="4154400" cy="445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Add picture by clicking the icon</a:t>
            </a:r>
            <a:endParaRPr lang="de-DE" dirty="0"/>
          </a:p>
        </p:txBody>
      </p:sp>
      <p:sp>
        <p:nvSpPr>
          <p:cNvPr id="11" name="Textplatzhalter 9"/>
          <p:cNvSpPr>
            <a:spLocks noGrp="1"/>
          </p:cNvSpPr>
          <p:nvPr>
            <p:ph type="body" sz="quarter" idx="13" hasCustomPrompt="1"/>
          </p:nvPr>
        </p:nvSpPr>
        <p:spPr>
          <a:xfrm>
            <a:off x="4701600" y="5662800"/>
            <a:ext cx="4154400" cy="500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900"/>
            </a:lvl1pPr>
          </a:lstStyle>
          <a:p>
            <a:pPr lvl="0"/>
            <a:r>
              <a:rPr lang="de-DE" dirty="0"/>
              <a:t>Picture title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endParaRPr lang="de-DE" dirty="0"/>
          </a:p>
        </p:txBody>
      </p:sp>
      <p:sp>
        <p:nvSpPr>
          <p:cNvPr id="8" name="Textplatzhalter 11"/>
          <p:cNvSpPr>
            <a:spLocks noGrp="1"/>
          </p:cNvSpPr>
          <p:nvPr>
            <p:ph type="body" sz="quarter" idx="16" hasCustomPrompt="1"/>
          </p:nvPr>
        </p:nvSpPr>
        <p:spPr>
          <a:xfrm>
            <a:off x="287338" y="871200"/>
            <a:ext cx="4154400" cy="5292000"/>
          </a:xfrm>
          <a:prstGeom prst="rect">
            <a:avLst/>
          </a:prstGeom>
        </p:spPr>
        <p:txBody>
          <a:bodyPr lIns="0" tIns="0" rIns="0" bIns="0"/>
          <a:lstStyle>
            <a:lvl1pPr marL="216000" indent="-21600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Char char="■"/>
              <a:defRPr lang="de-DE" dirty="0" smtClean="0"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de-DE" dirty="0"/>
              <a:t>First Level</a:t>
            </a:r>
          </a:p>
          <a:p>
            <a:pPr lvl="1"/>
            <a:r>
              <a:rPr lang="de-DE" dirty="0"/>
              <a:t>Second Level</a:t>
            </a:r>
          </a:p>
          <a:p>
            <a:pPr lvl="2"/>
            <a:r>
              <a:rPr lang="de-DE" dirty="0"/>
              <a:t>Third Level</a:t>
            </a:r>
          </a:p>
          <a:p>
            <a:pPr lvl="3"/>
            <a:r>
              <a:rPr lang="de-DE" dirty="0" err="1"/>
              <a:t>Fourth</a:t>
            </a:r>
            <a:r>
              <a:rPr lang="de-DE" dirty="0"/>
              <a:t> Level</a:t>
            </a:r>
          </a:p>
          <a:p>
            <a:pPr lvl="4"/>
            <a:r>
              <a:rPr lang="de-DE" dirty="0" err="1"/>
              <a:t>Fifth</a:t>
            </a:r>
            <a:r>
              <a:rPr lang="de-DE" dirty="0"/>
              <a:t> Level</a:t>
            </a:r>
          </a:p>
          <a:p>
            <a:pPr lvl="5"/>
            <a:r>
              <a:rPr lang="de-DE" dirty="0" err="1"/>
              <a:t>Sixth</a:t>
            </a:r>
            <a:r>
              <a:rPr lang="de-DE" dirty="0"/>
              <a:t> Level</a:t>
            </a:r>
          </a:p>
          <a:p>
            <a:pPr lvl="6"/>
            <a:r>
              <a:rPr lang="de-DE" dirty="0" err="1"/>
              <a:t>Seventh</a:t>
            </a:r>
            <a:r>
              <a:rPr lang="de-DE" dirty="0"/>
              <a:t> Level</a:t>
            </a:r>
          </a:p>
          <a:p>
            <a:pPr lvl="7"/>
            <a:r>
              <a:rPr lang="de-DE" dirty="0" err="1"/>
              <a:t>Eighth</a:t>
            </a:r>
            <a:r>
              <a:rPr lang="de-DE" dirty="0"/>
              <a:t> Level</a:t>
            </a:r>
          </a:p>
        </p:txBody>
      </p:sp>
    </p:spTree>
    <p:extLst>
      <p:ext uri="{BB962C8B-B14F-4D97-AF65-F5344CB8AC3E}">
        <p14:creationId xmlns:p14="http://schemas.microsoft.com/office/powerpoint/2010/main" val="21592118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8000" y="144000"/>
            <a:ext cx="8568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rgbClr val="9D9EA0"/>
                </a:solidFill>
              </a:defRPr>
            </a:lvl1pPr>
          </a:lstStyle>
          <a:p>
            <a:r>
              <a:rPr lang="en-US" dirty="0"/>
              <a:t>Edit the </a:t>
            </a:r>
            <a:r>
              <a:rPr lang="en-US" dirty="0" err="1"/>
              <a:t>mastertitle</a:t>
            </a:r>
            <a:r>
              <a:rPr lang="en-US" dirty="0"/>
              <a:t> format by clicking</a:t>
            </a:r>
            <a:br>
              <a:rPr lang="en-US" dirty="0"/>
            </a:br>
            <a:r>
              <a:rPr lang="en-US" dirty="0"/>
              <a:t>Example for the use of a double-spaced title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3" hasCustomPrompt="1"/>
          </p:nvPr>
        </p:nvSpPr>
        <p:spPr>
          <a:xfrm>
            <a:off x="287337" y="5662800"/>
            <a:ext cx="8568000" cy="499533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r">
              <a:buNone/>
              <a:defRPr sz="900"/>
            </a:lvl1pPr>
          </a:lstStyle>
          <a:p>
            <a:pPr lvl="0"/>
            <a:r>
              <a:rPr lang="de-DE" dirty="0"/>
              <a:t>Picture title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endParaRPr lang="de-DE" dirty="0"/>
          </a:p>
        </p:txBody>
      </p:sp>
      <p:sp>
        <p:nvSpPr>
          <p:cNvPr id="5" name="Bildplatzhalter 3"/>
          <p:cNvSpPr>
            <a:spLocks noGrp="1"/>
          </p:cNvSpPr>
          <p:nvPr>
            <p:ph type="pic" sz="quarter" idx="14" hasCustomPrompt="1"/>
          </p:nvPr>
        </p:nvSpPr>
        <p:spPr>
          <a:xfrm>
            <a:off x="288000" y="1094400"/>
            <a:ext cx="8568000" cy="445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Add picture by clicking the icon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0631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88000" y="144000"/>
            <a:ext cx="8568000" cy="543600"/>
          </a:xfrm>
          <a:prstGeom prst="rect">
            <a:avLst/>
          </a:prstGeom>
        </p:spPr>
        <p:txBody>
          <a:bodyPr lIns="0" tIns="0" rIns="0" bIns="0" anchor="b" anchorCtr="0"/>
          <a:lstStyle>
            <a:lvl1pPr algn="l">
              <a:defRPr sz="2000" b="1">
                <a:solidFill>
                  <a:srgbClr val="9D9EA0"/>
                </a:solidFill>
              </a:defRPr>
            </a:lvl1pPr>
          </a:lstStyle>
          <a:p>
            <a:r>
              <a:rPr lang="en-US" dirty="0"/>
              <a:t>Edit the </a:t>
            </a:r>
            <a:r>
              <a:rPr lang="en-US" dirty="0" err="1"/>
              <a:t>mastertitle</a:t>
            </a:r>
            <a:r>
              <a:rPr lang="en-US" dirty="0"/>
              <a:t> format by clicking</a:t>
            </a:r>
            <a:br>
              <a:rPr lang="en-US" dirty="0"/>
            </a:br>
            <a:r>
              <a:rPr lang="en-US" dirty="0"/>
              <a:t>Example for the use of a double-spaced title</a:t>
            </a:r>
          </a:p>
        </p:txBody>
      </p:sp>
      <p:sp>
        <p:nvSpPr>
          <p:cNvPr id="9" name="Diagrammplatzhalter 8"/>
          <p:cNvSpPr>
            <a:spLocks noGrp="1"/>
          </p:cNvSpPr>
          <p:nvPr>
            <p:ph type="chart" sz="quarter" idx="13" hasCustomPrompt="1"/>
          </p:nvPr>
        </p:nvSpPr>
        <p:spPr>
          <a:xfrm>
            <a:off x="287338" y="871200"/>
            <a:ext cx="8569325" cy="5292000"/>
          </a:xfrm>
          <a:prstGeom prst="rect">
            <a:avLst/>
          </a:prstGeom>
        </p:spPr>
        <p:txBody>
          <a:bodyPr lIns="90000" tIns="46800" rIns="90000" bIns="46800"/>
          <a:lstStyle>
            <a:lvl1pPr marL="0" indent="0">
              <a:buNone/>
              <a:defRPr/>
            </a:lvl1pPr>
          </a:lstStyle>
          <a:p>
            <a:r>
              <a:rPr lang="en-US" dirty="0"/>
              <a:t>Add chart by clicking the icon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28485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mple Title, 1st Ver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88000" y="6339600"/>
            <a:ext cx="3240000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lang="de-DE" sz="140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sz="1400" dirty="0"/>
              <a:t>Name </a:t>
            </a:r>
            <a:r>
              <a:rPr lang="de-DE" sz="1400" dirty="0" err="1"/>
              <a:t>of</a:t>
            </a:r>
            <a:r>
              <a:rPr lang="de-DE" sz="1400" dirty="0"/>
              <a:t> Speaker</a:t>
            </a:r>
            <a:endParaRPr lang="de-DE" dirty="0"/>
          </a:p>
        </p:txBody>
      </p:sp>
      <p:sp>
        <p:nvSpPr>
          <p:cNvPr id="4" name="Rechteck 3"/>
          <p:cNvSpPr/>
          <p:nvPr userDrawn="1"/>
        </p:nvSpPr>
        <p:spPr>
          <a:xfrm>
            <a:off x="0" y="0"/>
            <a:ext cx="9144000" cy="2312988"/>
          </a:xfrm>
          <a:prstGeom prst="rect">
            <a:avLst/>
          </a:prstGeom>
          <a:solidFill>
            <a:srgbClr val="DD402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288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Title 1"/>
          <p:cNvSpPr>
            <a:spLocks noGrp="1"/>
          </p:cNvSpPr>
          <p:nvPr>
            <p:ph type="ctrTitle" hasCustomPrompt="1"/>
          </p:nvPr>
        </p:nvSpPr>
        <p:spPr>
          <a:xfrm>
            <a:off x="288000" y="2487600"/>
            <a:ext cx="8568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rgbClr val="DD402D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Sample Title, 1st Version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88000" y="2980800"/>
            <a:ext cx="8568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Subtitle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24559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mple Title, 2nd Ver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 userDrawn="1"/>
        </p:nvSpPr>
        <p:spPr>
          <a:xfrm>
            <a:off x="0" y="0"/>
            <a:ext cx="9144000" cy="2312988"/>
          </a:xfrm>
          <a:prstGeom prst="rect">
            <a:avLst/>
          </a:prstGeom>
          <a:solidFill>
            <a:srgbClr val="9D9E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88000" tIns="0" rIns="288000" bIns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de-DE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itle 1"/>
          <p:cNvSpPr>
            <a:spLocks noGrp="1"/>
          </p:cNvSpPr>
          <p:nvPr>
            <p:ph type="ctrTitle" hasCustomPrompt="1"/>
          </p:nvPr>
        </p:nvSpPr>
        <p:spPr>
          <a:xfrm>
            <a:off x="288000" y="2487600"/>
            <a:ext cx="8568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rgbClr val="9D9EA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Sample Title, 2nd Version</a:t>
            </a:r>
          </a:p>
        </p:txBody>
      </p:sp>
      <p:sp>
        <p:nvSpPr>
          <p:cNvPr id="5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88000" y="2980800"/>
            <a:ext cx="8568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Subtitle</a:t>
            </a:r>
            <a:endParaRPr lang="en-US" dirty="0"/>
          </a:p>
        </p:txBody>
      </p:sp>
      <p:sp>
        <p:nvSpPr>
          <p:cNvPr id="6" name="Textplatzhalt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88000" y="6339600"/>
            <a:ext cx="3240000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lang="de-DE" sz="140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sz="1400" dirty="0"/>
              <a:t>Name </a:t>
            </a:r>
            <a:r>
              <a:rPr lang="de-DE" sz="1400" dirty="0" err="1"/>
              <a:t>of</a:t>
            </a:r>
            <a:r>
              <a:rPr lang="de-DE" sz="1400" dirty="0"/>
              <a:t> Speaker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52324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mple Title, 3rd Ver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8000" y="2487600"/>
            <a:ext cx="8568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rgbClr val="9D9EA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Sample Title, 3rd Version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88000" y="2980800"/>
            <a:ext cx="8568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Subtitle</a:t>
            </a:r>
            <a:endParaRPr lang="en-US" dirty="0"/>
          </a:p>
        </p:txBody>
      </p:sp>
      <p:sp>
        <p:nvSpPr>
          <p:cNvPr id="4" name="Bildplatzhalter 2"/>
          <p:cNvSpPr>
            <a:spLocks noGrp="1"/>
          </p:cNvSpPr>
          <p:nvPr>
            <p:ph type="pic" sz="quarter" idx="10" hasCustomPrompt="1"/>
          </p:nvPr>
        </p:nvSpPr>
        <p:spPr>
          <a:xfrm>
            <a:off x="-1275" y="0"/>
            <a:ext cx="9144000" cy="23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Add picture by clicking the icon</a:t>
            </a:r>
            <a:endParaRPr lang="de-DE" dirty="0"/>
          </a:p>
        </p:txBody>
      </p:sp>
      <p:sp>
        <p:nvSpPr>
          <p:cNvPr id="6" name="Textplatzhalt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88000" y="6339600"/>
            <a:ext cx="3240000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lang="de-DE" sz="140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sz="1400" dirty="0"/>
              <a:t>Name </a:t>
            </a:r>
            <a:r>
              <a:rPr lang="de-DE" sz="1400" dirty="0" err="1"/>
              <a:t>of</a:t>
            </a:r>
            <a:r>
              <a:rPr lang="de-DE" sz="1400" dirty="0"/>
              <a:t> Speaker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756466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mple Title, 4th Ver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8000" y="4737600"/>
            <a:ext cx="8568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rgbClr val="9D9EA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Sample Title, 4th Version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88000" y="5230800"/>
            <a:ext cx="8568000" cy="812813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Subtitle</a:t>
            </a:r>
            <a:endParaRPr lang="en-US" dirty="0"/>
          </a:p>
        </p:txBody>
      </p:sp>
      <p:sp>
        <p:nvSpPr>
          <p:cNvPr id="4" name="Bildplatzhalter 2"/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9144000" cy="4554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Add picture by clicking the icon</a:t>
            </a:r>
            <a:endParaRPr lang="de-DE" dirty="0"/>
          </a:p>
        </p:txBody>
      </p:sp>
      <p:sp>
        <p:nvSpPr>
          <p:cNvPr id="6" name="Textplatzhalter 9"/>
          <p:cNvSpPr>
            <a:spLocks noGrp="1"/>
          </p:cNvSpPr>
          <p:nvPr>
            <p:ph type="body" sz="quarter" idx="11" hasCustomPrompt="1"/>
          </p:nvPr>
        </p:nvSpPr>
        <p:spPr>
          <a:xfrm>
            <a:off x="288000" y="6339600"/>
            <a:ext cx="3240000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lang="de-DE" sz="140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sz="1400" dirty="0"/>
              <a:t>Name </a:t>
            </a:r>
            <a:r>
              <a:rPr lang="de-DE" sz="1400" dirty="0" err="1"/>
              <a:t>of</a:t>
            </a:r>
            <a:r>
              <a:rPr lang="de-DE" sz="1400" dirty="0"/>
              <a:t> Speaker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05364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mple Title, 5th Ver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8000" y="2487600"/>
            <a:ext cx="8568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rgbClr val="9D9EA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Sample Title, 5th Version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88000" y="2980800"/>
            <a:ext cx="8568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Subtitle</a:t>
            </a:r>
            <a:endParaRPr lang="en-US" dirty="0"/>
          </a:p>
        </p:txBody>
      </p:sp>
      <p:cxnSp>
        <p:nvCxnSpPr>
          <p:cNvPr id="4" name="Gerader Verbinder 11"/>
          <p:cNvCxnSpPr/>
          <p:nvPr userDrawn="1"/>
        </p:nvCxnSpPr>
        <p:spPr>
          <a:xfrm>
            <a:off x="287338" y="6300000"/>
            <a:ext cx="8569325" cy="0"/>
          </a:xfrm>
          <a:prstGeom prst="line">
            <a:avLst/>
          </a:prstGeom>
          <a:ln>
            <a:solidFill>
              <a:srgbClr val="9D9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platzhalt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88000" y="6339600"/>
            <a:ext cx="3240000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lang="de-DE" sz="140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sz="1400" dirty="0"/>
              <a:t>Name </a:t>
            </a:r>
            <a:r>
              <a:rPr lang="de-DE" sz="1400" dirty="0" err="1"/>
              <a:t>of</a:t>
            </a:r>
            <a:r>
              <a:rPr lang="de-DE" sz="1400" dirty="0"/>
              <a:t> Speaker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9377373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mple Title, 6th Ver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8000" y="2487600"/>
            <a:ext cx="8568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>
                <a:solidFill>
                  <a:srgbClr val="9D9EA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Sample Title, 6th Version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88000" y="3196800"/>
            <a:ext cx="8568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Subtitle</a:t>
            </a:r>
            <a:endParaRPr lang="en-US" dirty="0"/>
          </a:p>
        </p:txBody>
      </p:sp>
      <p:cxnSp>
        <p:nvCxnSpPr>
          <p:cNvPr id="4" name="Gerader Verbinder 3"/>
          <p:cNvCxnSpPr/>
          <p:nvPr userDrawn="1"/>
        </p:nvCxnSpPr>
        <p:spPr>
          <a:xfrm>
            <a:off x="287338" y="3036888"/>
            <a:ext cx="8569325" cy="0"/>
          </a:xfrm>
          <a:prstGeom prst="line">
            <a:avLst/>
          </a:prstGeom>
          <a:ln>
            <a:solidFill>
              <a:srgbClr val="9D9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platzhalter 9"/>
          <p:cNvSpPr>
            <a:spLocks noGrp="1"/>
          </p:cNvSpPr>
          <p:nvPr>
            <p:ph type="body" sz="quarter" idx="10" hasCustomPrompt="1"/>
          </p:nvPr>
        </p:nvSpPr>
        <p:spPr>
          <a:xfrm>
            <a:off x="288000" y="6339600"/>
            <a:ext cx="3240000" cy="215444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buNone/>
              <a:defRPr lang="de-DE" sz="140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sz="1400" dirty="0"/>
              <a:t>Name </a:t>
            </a:r>
            <a:r>
              <a:rPr lang="de-DE" sz="1400" dirty="0" err="1"/>
              <a:t>of</a:t>
            </a:r>
            <a:r>
              <a:rPr lang="de-DE" sz="1400" dirty="0"/>
              <a:t> Speaker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680633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ample Title, 7th Version (logo of partner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 hasCustomPrompt="1"/>
          </p:nvPr>
        </p:nvSpPr>
        <p:spPr>
          <a:xfrm>
            <a:off x="288000" y="2487600"/>
            <a:ext cx="8568000" cy="5400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l">
              <a:defRPr sz="3200" b="1" baseline="0">
                <a:solidFill>
                  <a:srgbClr val="9D9EA0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Sample Title, 7th Version </a:t>
            </a:r>
            <a:r>
              <a:rPr lang="de-DE" dirty="0"/>
              <a:t>(logo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partner</a:t>
            </a:r>
            <a:r>
              <a:rPr lang="de-DE" dirty="0"/>
              <a:t>)</a:t>
            </a:r>
            <a:endParaRPr lang="en-US" dirty="0"/>
          </a:p>
        </p:txBody>
      </p:sp>
      <p:sp>
        <p:nvSpPr>
          <p:cNvPr id="5" name="Bildplatzhalter 2"/>
          <p:cNvSpPr>
            <a:spLocks noGrp="1"/>
          </p:cNvSpPr>
          <p:nvPr>
            <p:ph type="pic" sz="quarter" idx="10" hasCustomPrompt="1"/>
          </p:nvPr>
        </p:nvSpPr>
        <p:spPr>
          <a:xfrm>
            <a:off x="-1275" y="0"/>
            <a:ext cx="9144000" cy="23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Add picture by clicking the icon</a:t>
            </a:r>
            <a:endParaRPr lang="de-DE" dirty="0"/>
          </a:p>
        </p:txBody>
      </p:sp>
      <p:sp>
        <p:nvSpPr>
          <p:cNvPr id="8" name="Bildplatzhalter 12"/>
          <p:cNvSpPr>
            <a:spLocks noGrp="1"/>
          </p:cNvSpPr>
          <p:nvPr>
            <p:ph type="pic" sz="quarter" idx="12" hasCustomPrompt="1"/>
          </p:nvPr>
        </p:nvSpPr>
        <p:spPr>
          <a:xfrm>
            <a:off x="2224800" y="6351373"/>
            <a:ext cx="1620000" cy="406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900" b="1" baseline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Add logo of partner by clicking the icon</a:t>
            </a:r>
            <a:endParaRPr lang="de-DE" dirty="0"/>
          </a:p>
        </p:txBody>
      </p:sp>
      <p:sp>
        <p:nvSpPr>
          <p:cNvPr id="9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88000" y="2980800"/>
            <a:ext cx="8568000" cy="1655762"/>
          </a:xfrm>
          <a:prstGeom prst="rect">
            <a:avLst/>
          </a:prstGeom>
        </p:spPr>
        <p:txBody>
          <a:bodyPr lIns="0" tIns="0" rIns="0" bIns="0"/>
          <a:lstStyle>
            <a:lvl1pPr marL="0" indent="0" algn="l">
              <a:lnSpc>
                <a:spcPct val="100000"/>
              </a:lnSpc>
              <a:buNone/>
              <a:defRPr sz="200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 dirty="0" err="1"/>
              <a:t>Subtitle</a:t>
            </a:r>
            <a:endParaRPr lang="en-US" dirty="0"/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>
          <a:xfrm>
            <a:off x="3654000" y="5731200"/>
            <a:ext cx="5209200" cy="432000"/>
          </a:xfrm>
          <a:prstGeom prst="rect">
            <a:avLst/>
          </a:prstGeom>
        </p:spPr>
        <p:txBody>
          <a:bodyPr wrap="square" lIns="0" tIns="0" rIns="0" bIns="0" anchor="b">
            <a:noAutofit/>
          </a:bodyPr>
          <a:lstStyle>
            <a:lvl1pPr marL="0" indent="0" algn="r">
              <a:buNone/>
              <a:defRPr lang="de-DE" sz="140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de-DE" sz="1400" dirty="0"/>
              <a:t>Name </a:t>
            </a:r>
            <a:r>
              <a:rPr lang="de-DE" sz="1400" dirty="0" err="1"/>
              <a:t>of</a:t>
            </a:r>
            <a:r>
              <a:rPr lang="de-DE" sz="1400" dirty="0"/>
              <a:t> Speaker</a:t>
            </a:r>
            <a:endParaRPr lang="de-DE" dirty="0"/>
          </a:p>
        </p:txBody>
      </p:sp>
      <p:sp>
        <p:nvSpPr>
          <p:cNvPr id="11" name="Rechteck 10"/>
          <p:cNvSpPr/>
          <p:nvPr userDrawn="1"/>
        </p:nvSpPr>
        <p:spPr>
          <a:xfrm>
            <a:off x="3970800" y="6375600"/>
            <a:ext cx="0" cy="38338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8020657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 Contact, 1st Ver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9144000" cy="2314800"/>
          </a:xfrm>
          <a:prstGeom prst="rect">
            <a:avLst/>
          </a:prstGeom>
        </p:spPr>
        <p:txBody>
          <a:bodyPr/>
          <a:lstStyle>
            <a:lvl1pPr marL="0" marR="0" indent="0" algn="l" defTabSz="2160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>
                <a:tab pos="216000" algn="l"/>
              </a:tabLst>
              <a:defRPr/>
            </a:lvl1pPr>
          </a:lstStyle>
          <a:p>
            <a:r>
              <a:rPr lang="en-US" dirty="0"/>
              <a:t>Add picture by clicking the icon</a:t>
            </a:r>
            <a:endParaRPr lang="de-DE" dirty="0"/>
          </a:p>
        </p:txBody>
      </p:sp>
      <p:sp>
        <p:nvSpPr>
          <p:cNvPr id="6" name="Textplatzhalter 1"/>
          <p:cNvSpPr>
            <a:spLocks noGrp="1"/>
          </p:cNvSpPr>
          <p:nvPr>
            <p:ph type="body" sz="quarter" idx="14" hasCustomPrompt="1"/>
          </p:nvPr>
        </p:nvSpPr>
        <p:spPr>
          <a:xfrm>
            <a:off x="288000" y="2847599"/>
            <a:ext cx="4154400" cy="33156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None/>
              <a:defRPr sz="1400"/>
            </a:lvl1pPr>
          </a:lstStyle>
          <a:p>
            <a:r>
              <a:rPr lang="de-DE" dirty="0" err="1"/>
              <a:t>Contact</a:t>
            </a:r>
            <a:r>
              <a:rPr lang="de-DE" dirty="0"/>
              <a:t> </a:t>
            </a:r>
            <a:r>
              <a:rPr lang="de-DE" dirty="0" err="1"/>
              <a:t>information</a:t>
            </a:r>
            <a:endParaRPr lang="de-DE" dirty="0"/>
          </a:p>
        </p:txBody>
      </p:sp>
      <p:sp>
        <p:nvSpPr>
          <p:cNvPr id="10" name="Textplatzhalter 12"/>
          <p:cNvSpPr>
            <a:spLocks noGrp="1"/>
          </p:cNvSpPr>
          <p:nvPr>
            <p:ph type="body" sz="quarter" idx="17" hasCustomPrompt="1"/>
          </p:nvPr>
        </p:nvSpPr>
        <p:spPr>
          <a:xfrm>
            <a:off x="288000" y="2487600"/>
            <a:ext cx="8568000" cy="230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1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 err="1"/>
              <a:t>Contact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2005808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 Contact, 2nd Ver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Bildplatzhalter 3"/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9144000" cy="4554000"/>
          </a:xfrm>
          <a:prstGeom prst="rect">
            <a:avLst/>
          </a:prstGeom>
        </p:spPr>
        <p:txBody>
          <a:bodyPr/>
          <a:lstStyle>
            <a:lvl1pPr marL="0" marR="0" indent="0" algn="l" defTabSz="2160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Tx/>
              <a:buFont typeface="Arial" panose="020B0604020202020204" pitchFamily="34" charset="0"/>
              <a:buNone/>
              <a:tabLst>
                <a:tab pos="216000" algn="l"/>
              </a:tabLst>
              <a:defRPr/>
            </a:lvl1pPr>
          </a:lstStyle>
          <a:p>
            <a:r>
              <a:rPr lang="en-US" dirty="0"/>
              <a:t>Add picture by clicking the icon</a:t>
            </a:r>
            <a:endParaRPr lang="de-DE" dirty="0"/>
          </a:p>
        </p:txBody>
      </p:sp>
      <p:sp>
        <p:nvSpPr>
          <p:cNvPr id="8" name="Textplatzhalter 1"/>
          <p:cNvSpPr>
            <a:spLocks noGrp="1"/>
          </p:cNvSpPr>
          <p:nvPr>
            <p:ph type="body" sz="quarter" idx="14" hasCustomPrompt="1"/>
          </p:nvPr>
        </p:nvSpPr>
        <p:spPr>
          <a:xfrm>
            <a:off x="287999" y="5086800"/>
            <a:ext cx="4154400" cy="107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None/>
              <a:defRPr sz="1400" baseline="0"/>
            </a:lvl1pPr>
          </a:lstStyle>
          <a:p>
            <a:r>
              <a:rPr lang="de-DE" dirty="0"/>
              <a:t>Business </a:t>
            </a:r>
            <a:r>
              <a:rPr lang="de-DE" dirty="0" err="1"/>
              <a:t>address</a:t>
            </a:r>
            <a:endParaRPr lang="de-DE" dirty="0"/>
          </a:p>
          <a:p>
            <a:endParaRPr lang="de-DE" dirty="0"/>
          </a:p>
        </p:txBody>
      </p:sp>
      <p:sp>
        <p:nvSpPr>
          <p:cNvPr id="11" name="Textplatzhalter 1"/>
          <p:cNvSpPr>
            <a:spLocks noGrp="1"/>
          </p:cNvSpPr>
          <p:nvPr>
            <p:ph type="body" sz="quarter" idx="16" hasCustomPrompt="1"/>
          </p:nvPr>
        </p:nvSpPr>
        <p:spPr>
          <a:xfrm>
            <a:off x="4701600" y="5086800"/>
            <a:ext cx="4154400" cy="1076400"/>
          </a:xfrm>
          <a:prstGeom prst="rect">
            <a:avLst/>
          </a:prstGeom>
        </p:spPr>
        <p:txBody>
          <a:bodyPr lIns="0" tIns="0" rIns="0" bIns="0" anchor="t"/>
          <a:lstStyle>
            <a:lvl1pPr marL="0" indent="0">
              <a:buNone/>
              <a:defRPr sz="1400" baseline="0"/>
            </a:lvl1pPr>
          </a:lstStyle>
          <a:p>
            <a:r>
              <a:rPr lang="de-DE" sz="1400" dirty="0" err="1"/>
              <a:t>Contact</a:t>
            </a:r>
            <a:r>
              <a:rPr lang="de-DE" sz="1400" dirty="0"/>
              <a:t> </a:t>
            </a:r>
            <a:r>
              <a:rPr lang="de-DE" sz="1400" dirty="0" err="1"/>
              <a:t>information</a:t>
            </a:r>
            <a:endParaRPr lang="de-DE" sz="1400" dirty="0"/>
          </a:p>
        </p:txBody>
      </p:sp>
      <p:sp>
        <p:nvSpPr>
          <p:cNvPr id="13" name="Textplatzhalter 12"/>
          <p:cNvSpPr>
            <a:spLocks noGrp="1"/>
          </p:cNvSpPr>
          <p:nvPr>
            <p:ph type="body" sz="quarter" idx="17" hasCustomPrompt="1"/>
          </p:nvPr>
        </p:nvSpPr>
        <p:spPr>
          <a:xfrm>
            <a:off x="288000" y="4726800"/>
            <a:ext cx="8568000" cy="230400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None/>
              <a:defRPr sz="1600" b="1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de-DE" dirty="0" err="1"/>
              <a:t>Contact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8369142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 Contact, 3rd Version">
    <p:bg>
      <p:bgPr>
        <a:blipFill dpi="0" rotWithShape="1">
          <a:blip r:embed="rId2">
            <a:alphaModFix amt="20000"/>
            <a:lum/>
          </a:blip>
          <a:srcRect/>
          <a:stretch>
            <a:fillRect l="-9000" r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platzhalter 6"/>
          <p:cNvSpPr>
            <a:spLocks noGrp="1"/>
          </p:cNvSpPr>
          <p:nvPr>
            <p:ph type="body" sz="quarter" idx="14" hasCustomPrompt="1"/>
          </p:nvPr>
        </p:nvSpPr>
        <p:spPr>
          <a:xfrm>
            <a:off x="288000" y="2563200"/>
            <a:ext cx="4154400" cy="3600000"/>
          </a:xfrm>
          <a:prstGeom prst="rect">
            <a:avLst/>
          </a:prstGeom>
        </p:spPr>
        <p:txBody>
          <a:bodyPr lIns="0" tIns="0" rIns="0" bIns="0" anchor="b"/>
          <a:lstStyle>
            <a:lvl1pPr marL="0" marR="0" indent="0" algn="l" defTabSz="2160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>
                <a:tab pos="216000" algn="l"/>
              </a:tabLst>
              <a:defRPr sz="1400"/>
            </a:lvl1pPr>
          </a:lstStyle>
          <a:p>
            <a:pPr marL="0" marR="0" lvl="0" indent="0" algn="l" defTabSz="2160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ct val="0"/>
              </a:spcAft>
              <a:buClr>
                <a:schemeClr val="tx2"/>
              </a:buClr>
              <a:buSzTx/>
              <a:buFontTx/>
              <a:buNone/>
              <a:tabLst>
                <a:tab pos="216000" algn="l"/>
              </a:tabLst>
              <a:defRPr/>
            </a:pPr>
            <a:r>
              <a:rPr lang="de-DE" sz="1400" dirty="0" err="1"/>
              <a:t>Contact</a:t>
            </a:r>
            <a:r>
              <a:rPr lang="de-DE" sz="1400" dirty="0"/>
              <a:t> </a:t>
            </a:r>
            <a:r>
              <a:rPr lang="de-DE" sz="1400" dirty="0" err="1"/>
              <a:t>information</a:t>
            </a:r>
            <a:endParaRPr lang="de-DE" sz="1400" dirty="0"/>
          </a:p>
        </p:txBody>
      </p:sp>
      <p:sp>
        <p:nvSpPr>
          <p:cNvPr id="3" name="Textfeld 2"/>
          <p:cNvSpPr txBox="1"/>
          <p:nvPr userDrawn="1"/>
        </p:nvSpPr>
        <p:spPr>
          <a:xfrm>
            <a:off x="9258072" y="540456"/>
            <a:ext cx="1641475" cy="1323439"/>
          </a:xfrm>
          <a:prstGeom prst="rect">
            <a:avLst/>
          </a:prstGeom>
          <a:noFill/>
        </p:spPr>
        <p:txBody>
          <a:bodyPr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b="1" dirty="0">
                <a:latin typeface="Arial" panose="020B0604020202020204" pitchFamily="34" charset="0"/>
                <a:cs typeface="Arial" panose="020B0604020202020204" pitchFamily="34" charset="0"/>
              </a:rPr>
              <a:t>Change picture:</a:t>
            </a:r>
          </a:p>
          <a:p>
            <a:pPr marL="171450" indent="-171450" eaLnBrk="1" fontAlgn="auto" hangingPunct="1"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  <a:defRPr/>
            </a:pP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right click an empty space on the slide</a:t>
            </a:r>
          </a:p>
          <a:p>
            <a:pPr marL="171450" indent="-171450" eaLnBrk="1" fontAlgn="auto" hangingPunct="1"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  <a:defRPr/>
            </a:pP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click on "Format Background"</a:t>
            </a:r>
          </a:p>
          <a:p>
            <a:pPr marL="171450" indent="-171450" eaLnBrk="1" fontAlgn="auto" hangingPunct="1">
              <a:spcBef>
                <a:spcPts val="0"/>
              </a:spcBef>
              <a:spcAft>
                <a:spcPts val="0"/>
              </a:spcAft>
              <a:buFont typeface="Symbol" panose="05050102010706020507" pitchFamily="18" charset="2"/>
              <a:buChar char="-"/>
              <a:defRPr/>
            </a:pPr>
            <a:r>
              <a:rPr lang="en-US" sz="1000" b="0" dirty="0">
                <a:latin typeface="Arial" panose="020B0604020202020204" pitchFamily="34" charset="0"/>
                <a:cs typeface="Arial" panose="020B0604020202020204" pitchFamily="34" charset="0"/>
              </a:rPr>
              <a:t>On the Fill menu click "File..." and choose a picture</a:t>
            </a:r>
            <a:endParaRPr lang="de-DE" sz="1000" b="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42752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 Partner, 1st Ver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Bildplatzhalter 2"/>
          <p:cNvSpPr>
            <a:spLocks noGrp="1"/>
          </p:cNvSpPr>
          <p:nvPr>
            <p:ph type="pic" sz="quarter" idx="19" hasCustomPrompt="1"/>
          </p:nvPr>
        </p:nvSpPr>
        <p:spPr>
          <a:xfrm>
            <a:off x="7585200" y="45936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7" name="Textplatzhalter 11"/>
          <p:cNvSpPr>
            <a:spLocks noGrp="1"/>
          </p:cNvSpPr>
          <p:nvPr>
            <p:ph type="body" sz="quarter" idx="20" hasCustomPrompt="1"/>
          </p:nvPr>
        </p:nvSpPr>
        <p:spPr>
          <a:xfrm>
            <a:off x="288000" y="45936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tx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  <p:sp>
        <p:nvSpPr>
          <p:cNvPr id="8" name="Bildplatzhalter 2"/>
          <p:cNvSpPr>
            <a:spLocks noGrp="1"/>
          </p:cNvSpPr>
          <p:nvPr>
            <p:ph type="pic" sz="quarter" idx="21" hasCustomPrompt="1"/>
          </p:nvPr>
        </p:nvSpPr>
        <p:spPr>
          <a:xfrm>
            <a:off x="7585200" y="34812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9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288000" y="34812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tx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  <p:sp>
        <p:nvSpPr>
          <p:cNvPr id="10" name="Bildplatzhalter 2"/>
          <p:cNvSpPr>
            <a:spLocks noGrp="1"/>
          </p:cNvSpPr>
          <p:nvPr>
            <p:ph type="pic" sz="quarter" idx="23" hasCustomPrompt="1"/>
          </p:nvPr>
        </p:nvSpPr>
        <p:spPr>
          <a:xfrm>
            <a:off x="7585200" y="23688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11" name="Textplatzhalter 11"/>
          <p:cNvSpPr>
            <a:spLocks noGrp="1"/>
          </p:cNvSpPr>
          <p:nvPr>
            <p:ph type="body" sz="quarter" idx="24" hasCustomPrompt="1"/>
          </p:nvPr>
        </p:nvSpPr>
        <p:spPr>
          <a:xfrm>
            <a:off x="288000" y="23688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tx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  <p:sp>
        <p:nvSpPr>
          <p:cNvPr id="12" name="Bildplatzhalter 2"/>
          <p:cNvSpPr>
            <a:spLocks noGrp="1"/>
          </p:cNvSpPr>
          <p:nvPr>
            <p:ph type="pic" sz="quarter" idx="25" hasCustomPrompt="1"/>
          </p:nvPr>
        </p:nvSpPr>
        <p:spPr>
          <a:xfrm>
            <a:off x="7585200" y="12564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13" name="Textplatzhalter 11"/>
          <p:cNvSpPr>
            <a:spLocks noGrp="1"/>
          </p:cNvSpPr>
          <p:nvPr>
            <p:ph type="body" sz="quarter" idx="26" hasCustomPrompt="1"/>
          </p:nvPr>
        </p:nvSpPr>
        <p:spPr>
          <a:xfrm>
            <a:off x="288000" y="12564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tx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  <p:sp>
        <p:nvSpPr>
          <p:cNvPr id="14" name="Bildplatzhalter 2"/>
          <p:cNvSpPr>
            <a:spLocks noGrp="1"/>
          </p:cNvSpPr>
          <p:nvPr>
            <p:ph type="pic" sz="quarter" idx="27" hasCustomPrompt="1"/>
          </p:nvPr>
        </p:nvSpPr>
        <p:spPr>
          <a:xfrm>
            <a:off x="7585200" y="1440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15" name="Textplatzhalter 11"/>
          <p:cNvSpPr>
            <a:spLocks noGrp="1"/>
          </p:cNvSpPr>
          <p:nvPr>
            <p:ph type="body" sz="quarter" idx="28" hasCustomPrompt="1"/>
          </p:nvPr>
        </p:nvSpPr>
        <p:spPr>
          <a:xfrm>
            <a:off x="288000" y="1440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tx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</p:spTree>
    <p:extLst>
      <p:ext uri="{BB962C8B-B14F-4D97-AF65-F5344CB8AC3E}">
        <p14:creationId xmlns:p14="http://schemas.microsoft.com/office/powerpoint/2010/main" val="41848908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slide Partner, 2nd Versio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2"/>
          <p:cNvSpPr>
            <a:spLocks noGrp="1"/>
          </p:cNvSpPr>
          <p:nvPr>
            <p:ph type="pic" sz="quarter" idx="12" hasCustomPrompt="1"/>
          </p:nvPr>
        </p:nvSpPr>
        <p:spPr>
          <a:xfrm>
            <a:off x="7585200" y="57060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15" name="Textplatzhalter 11"/>
          <p:cNvSpPr>
            <a:spLocks noGrp="1"/>
          </p:cNvSpPr>
          <p:nvPr>
            <p:ph type="body" sz="quarter" idx="18" hasCustomPrompt="1"/>
          </p:nvPr>
        </p:nvSpPr>
        <p:spPr>
          <a:xfrm>
            <a:off x="288000" y="57060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bg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  <p:sp>
        <p:nvSpPr>
          <p:cNvPr id="9" name="Bildplatzhalter 2"/>
          <p:cNvSpPr>
            <a:spLocks noGrp="1"/>
          </p:cNvSpPr>
          <p:nvPr>
            <p:ph type="pic" sz="quarter" idx="19" hasCustomPrompt="1"/>
          </p:nvPr>
        </p:nvSpPr>
        <p:spPr>
          <a:xfrm>
            <a:off x="7585200" y="45936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10" name="Textplatzhalter 11"/>
          <p:cNvSpPr>
            <a:spLocks noGrp="1"/>
          </p:cNvSpPr>
          <p:nvPr>
            <p:ph type="body" sz="quarter" idx="20" hasCustomPrompt="1"/>
          </p:nvPr>
        </p:nvSpPr>
        <p:spPr>
          <a:xfrm>
            <a:off x="288000" y="45936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bg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  <p:sp>
        <p:nvSpPr>
          <p:cNvPr id="17" name="Bildplatzhalter 2"/>
          <p:cNvSpPr>
            <a:spLocks noGrp="1"/>
          </p:cNvSpPr>
          <p:nvPr>
            <p:ph type="pic" sz="quarter" idx="21" hasCustomPrompt="1"/>
          </p:nvPr>
        </p:nvSpPr>
        <p:spPr>
          <a:xfrm>
            <a:off x="7585200" y="34812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22" hasCustomPrompt="1"/>
          </p:nvPr>
        </p:nvSpPr>
        <p:spPr>
          <a:xfrm>
            <a:off x="288000" y="34812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bg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  <p:sp>
        <p:nvSpPr>
          <p:cNvPr id="19" name="Bildplatzhalter 2"/>
          <p:cNvSpPr>
            <a:spLocks noGrp="1"/>
          </p:cNvSpPr>
          <p:nvPr>
            <p:ph type="pic" sz="quarter" idx="23" hasCustomPrompt="1"/>
          </p:nvPr>
        </p:nvSpPr>
        <p:spPr>
          <a:xfrm>
            <a:off x="7585200" y="23688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20" name="Textplatzhalter 11"/>
          <p:cNvSpPr>
            <a:spLocks noGrp="1"/>
          </p:cNvSpPr>
          <p:nvPr>
            <p:ph type="body" sz="quarter" idx="24" hasCustomPrompt="1"/>
          </p:nvPr>
        </p:nvSpPr>
        <p:spPr>
          <a:xfrm>
            <a:off x="288000" y="23688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bg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  <p:sp>
        <p:nvSpPr>
          <p:cNvPr id="21" name="Bildplatzhalter 2"/>
          <p:cNvSpPr>
            <a:spLocks noGrp="1"/>
          </p:cNvSpPr>
          <p:nvPr>
            <p:ph type="pic" sz="quarter" idx="25" hasCustomPrompt="1"/>
          </p:nvPr>
        </p:nvSpPr>
        <p:spPr>
          <a:xfrm>
            <a:off x="7585200" y="12564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22" name="Textplatzhalter 11"/>
          <p:cNvSpPr>
            <a:spLocks noGrp="1"/>
          </p:cNvSpPr>
          <p:nvPr>
            <p:ph type="body" sz="quarter" idx="26" hasCustomPrompt="1"/>
          </p:nvPr>
        </p:nvSpPr>
        <p:spPr>
          <a:xfrm>
            <a:off x="288000" y="12564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bg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  <p:sp>
        <p:nvSpPr>
          <p:cNvPr id="23" name="Bildplatzhalter 2"/>
          <p:cNvSpPr>
            <a:spLocks noGrp="1"/>
          </p:cNvSpPr>
          <p:nvPr>
            <p:ph type="pic" sz="quarter" idx="27" hasCustomPrompt="1"/>
          </p:nvPr>
        </p:nvSpPr>
        <p:spPr>
          <a:xfrm>
            <a:off x="7585200" y="144000"/>
            <a:ext cx="1270800" cy="100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 baseline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 dirty="0"/>
              <a:t>Add logo by clicking the icon</a:t>
            </a:r>
            <a:endParaRPr lang="de-DE" dirty="0"/>
          </a:p>
        </p:txBody>
      </p:sp>
      <p:sp>
        <p:nvSpPr>
          <p:cNvPr id="24" name="Textplatzhalter 11"/>
          <p:cNvSpPr>
            <a:spLocks noGrp="1"/>
          </p:cNvSpPr>
          <p:nvPr>
            <p:ph type="body" sz="quarter" idx="28" hasCustomPrompt="1"/>
          </p:nvPr>
        </p:nvSpPr>
        <p:spPr>
          <a:xfrm>
            <a:off x="288000" y="144000"/>
            <a:ext cx="7041600" cy="1008000"/>
          </a:xfrm>
          <a:prstGeom prst="rect">
            <a:avLst/>
          </a:prstGeom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600"/>
              </a:spcBef>
              <a:buSzPct val="115000"/>
              <a:buFont typeface="Arial" panose="020B0604020202020204" pitchFamily="34" charset="0"/>
              <a:buNone/>
              <a:defRPr lang="de-DE" sz="1400" baseline="0" dirty="0" smtClean="0">
                <a:solidFill>
                  <a:schemeClr val="bg1"/>
                </a:solidFill>
                <a:latin typeface="+mj-lt"/>
              </a:defRPr>
            </a:lvl1pPr>
            <a:lvl2pPr marL="432000" indent="-215900">
              <a:lnSpc>
                <a:spcPct val="100000"/>
              </a:lnSpc>
              <a:spcBef>
                <a:spcPts val="600"/>
              </a:spcBef>
              <a:buFont typeface="Arial" panose="020B0604020202020204" pitchFamily="34" charset="0"/>
              <a:buChar char="≡"/>
              <a:defRPr lang="de-DE" sz="1600" dirty="0" smtClean="0">
                <a:latin typeface="+mj-lt"/>
              </a:defRPr>
            </a:lvl2pPr>
            <a:lvl3pPr marL="648000" indent="-215900">
              <a:lnSpc>
                <a:spcPct val="10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="/>
              <a:defRPr lang="de-DE" sz="1600" dirty="0" smtClean="0">
                <a:latin typeface="+mj-lt"/>
              </a:defRPr>
            </a:lvl3pPr>
            <a:lvl4pPr marL="864000" indent="-216000">
              <a:lnSpc>
                <a:spcPct val="100000"/>
              </a:lnSpc>
              <a:spcBef>
                <a:spcPts val="600"/>
              </a:spcBef>
              <a:buSzPct val="100000"/>
              <a:buFontTx/>
              <a:buChar char="□"/>
              <a:defRPr lang="de-DE" sz="1600" dirty="0" smtClean="0">
                <a:latin typeface="+mj-lt"/>
              </a:defRPr>
            </a:lvl4pPr>
            <a:lvl5pPr marL="1080000" indent="-216000">
              <a:lnSpc>
                <a:spcPct val="100000"/>
              </a:lnSpc>
              <a:spcBef>
                <a:spcPts val="600"/>
              </a:spcBef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5pPr>
            <a:lvl6pPr marL="1296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6pPr>
            <a:lvl7pPr marL="1512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7pPr>
            <a:lvl8pPr marL="1728000" indent="-216000">
              <a:lnSpc>
                <a:spcPct val="100000"/>
              </a:lnSpc>
              <a:spcBef>
                <a:spcPts val="600"/>
              </a:spcBef>
              <a:buClr>
                <a:srgbClr val="DD402D"/>
              </a:buClr>
              <a:buSzPct val="130000"/>
              <a:buFont typeface="Symbol" panose="05050102010706020507" pitchFamily="18" charset="2"/>
              <a:buChar char="-"/>
              <a:defRPr lang="de-DE" sz="1600" dirty="0" smtClean="0">
                <a:latin typeface="+mj-lt"/>
              </a:defRPr>
            </a:lvl8pPr>
            <a:lvl9pPr marL="3657600" indent="0">
              <a:buNone/>
              <a:defRPr baseline="0"/>
            </a:lvl9pPr>
          </a:lstStyle>
          <a:p>
            <a:pPr lvl="0"/>
            <a:r>
              <a:rPr lang="en-US" dirty="0"/>
              <a:t>Text Area</a:t>
            </a:r>
          </a:p>
        </p:txBody>
      </p:sp>
    </p:spTree>
    <p:extLst>
      <p:ext uri="{BB962C8B-B14F-4D97-AF65-F5344CB8AC3E}">
        <p14:creationId xmlns:p14="http://schemas.microsoft.com/office/powerpoint/2010/main" val="8168009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.xml"/><Relationship Id="rId13" Type="http://schemas.openxmlformats.org/officeDocument/2006/relationships/theme" Target="../theme/theme2.xml"/><Relationship Id="rId3" Type="http://schemas.openxmlformats.org/officeDocument/2006/relationships/slideLayout" Target="../slideLayouts/slideLayout9.xml"/><Relationship Id="rId7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8.xml"/><Relationship Id="rId2" Type="http://schemas.openxmlformats.org/officeDocument/2006/relationships/slideLayout" Target="../slideLayouts/slideLayout8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1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5.xml"/><Relationship Id="rId1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" name="Gerader Verbinder 10"/>
          <p:cNvCxnSpPr/>
          <p:nvPr/>
        </p:nvCxnSpPr>
        <p:spPr>
          <a:xfrm>
            <a:off x="287338" y="741600"/>
            <a:ext cx="8569325" cy="0"/>
          </a:xfrm>
          <a:prstGeom prst="line">
            <a:avLst/>
          </a:prstGeom>
          <a:ln>
            <a:solidFill>
              <a:srgbClr val="9D9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feld 6"/>
          <p:cNvSpPr txBox="1"/>
          <p:nvPr/>
        </p:nvSpPr>
        <p:spPr>
          <a:xfrm>
            <a:off x="-2151063" y="525225"/>
            <a:ext cx="2033134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00" b="1" dirty="0">
                <a:latin typeface="+mn-lt"/>
              </a:rPr>
              <a:t>Edit footer:</a:t>
            </a:r>
          </a:p>
          <a:p>
            <a:pPr marL="228600" indent="-228600" eaLnBrk="1" fontAlgn="auto" hangingPunct="1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sz="1000" b="0" dirty="0">
                <a:latin typeface="+mn-lt"/>
              </a:rPr>
              <a:t>On the View menu, click Slide Master</a:t>
            </a:r>
          </a:p>
          <a:p>
            <a:pPr marL="228600" indent="-228600" eaLnBrk="1" fontAlgn="auto" hangingPunct="1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sz="1000" b="0" dirty="0">
                <a:latin typeface="+mn-lt"/>
              </a:rPr>
              <a:t>Scroll to the first slide in the overview on the left hand side</a:t>
            </a:r>
          </a:p>
          <a:p>
            <a:pPr marL="228600" indent="-228600" eaLnBrk="1" fontAlgn="auto" hangingPunct="1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  <a:defRPr/>
            </a:pPr>
            <a:r>
              <a:rPr lang="en-US" sz="1000" b="0" dirty="0">
                <a:latin typeface="+mn-lt"/>
              </a:rPr>
              <a:t>On the first slide you can select the footer check box. There you can add the text which will automatically appear on all other slides. </a:t>
            </a:r>
          </a:p>
        </p:txBody>
      </p:sp>
      <p:sp>
        <p:nvSpPr>
          <p:cNvPr id="9" name="Slide Number Placeholder 5"/>
          <p:cNvSpPr txBox="1">
            <a:spLocks/>
          </p:cNvSpPr>
          <p:nvPr/>
        </p:nvSpPr>
        <p:spPr>
          <a:xfrm>
            <a:off x="1116000" y="6372000"/>
            <a:ext cx="2700000" cy="430212"/>
          </a:xfrm>
          <a:prstGeom prst="rect">
            <a:avLst/>
          </a:prstGeom>
          <a:noFill/>
          <a:ln>
            <a:noFill/>
          </a:ln>
        </p:spPr>
        <p:txBody>
          <a:bodyPr lIns="0" tIns="0" rIns="0" bIns="0"/>
          <a:lstStyle>
            <a:defPPr>
              <a:defRPr lang="de-DE"/>
            </a:defPPr>
            <a:lvl1pPr marL="0" algn="l" defTabSz="914400" rtl="0" eaLnBrk="1" latinLnBrk="0" hangingPunct="1">
              <a:defRPr sz="9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900" dirty="0">
                <a:solidFill>
                  <a:srgbClr val="9D9EA0"/>
                </a:solidFill>
              </a:rPr>
              <a:t>Title of Presentation  |  Name of Speaker  |  Organizational Unit  |  </a:t>
            </a:r>
            <a:r>
              <a:rPr lang="de-DE" sz="900" dirty="0">
                <a:solidFill>
                  <a:srgbClr val="9D9EA0"/>
                </a:solidFill>
              </a:rPr>
              <a:t>20.05.2016</a:t>
            </a:r>
            <a:endParaRPr lang="de-DE" dirty="0"/>
          </a:p>
        </p:txBody>
      </p:sp>
      <p:cxnSp>
        <p:nvCxnSpPr>
          <p:cNvPr id="12" name="Gerader Verbinder 11"/>
          <p:cNvCxnSpPr/>
          <p:nvPr/>
        </p:nvCxnSpPr>
        <p:spPr>
          <a:xfrm>
            <a:off x="287338" y="6300000"/>
            <a:ext cx="8569325" cy="0"/>
          </a:xfrm>
          <a:prstGeom prst="line">
            <a:avLst/>
          </a:prstGeom>
          <a:ln>
            <a:solidFill>
              <a:srgbClr val="9D9E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feld 1"/>
          <p:cNvSpPr txBox="1"/>
          <p:nvPr userDrawn="1"/>
        </p:nvSpPr>
        <p:spPr>
          <a:xfrm>
            <a:off x="288000" y="6372000"/>
            <a:ext cx="655637" cy="138499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fld id="{ABEDA6A0-9FCC-47AA-99A4-88E72C69C2BF}" type="slidenum">
              <a:rPr lang="de-DE" sz="900" smtClean="0">
                <a:solidFill>
                  <a:srgbClr val="9D9EA0"/>
                </a:solidFill>
              </a:rPr>
              <a:t>‹Nr.›</a:t>
            </a:fld>
            <a:endParaRPr lang="de-DE" sz="900" dirty="0">
              <a:solidFill>
                <a:srgbClr val="9D9EA0"/>
              </a:solidFill>
            </a:endParaRPr>
          </a:p>
        </p:txBody>
      </p:sp>
      <p:pic>
        <p:nvPicPr>
          <p:cNvPr id="15" name="Grafik 14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1200" y="6372000"/>
            <a:ext cx="1011600" cy="407267"/>
          </a:xfrm>
          <a:prstGeom prst="rect">
            <a:avLst/>
          </a:prstGeom>
        </p:spPr>
      </p:pic>
      <p:pic>
        <p:nvPicPr>
          <p:cNvPr id="16" name="Grafik 15"/>
          <p:cNvPicPr>
            <a:picLocks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6800" y="6379200"/>
            <a:ext cx="1429200" cy="392400"/>
          </a:xfrm>
          <a:prstGeom prst="rect">
            <a:avLst/>
          </a:prstGeom>
        </p:spPr>
      </p:pic>
      <p:sp>
        <p:nvSpPr>
          <p:cNvPr id="10" name="Rechteck 9"/>
          <p:cNvSpPr/>
          <p:nvPr userDrawn="1"/>
        </p:nvSpPr>
        <p:spPr>
          <a:xfrm>
            <a:off x="7306837" y="6373630"/>
            <a:ext cx="0" cy="38338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2" r:id="rId1"/>
    <p:sldLayoutId id="2147483753" r:id="rId2"/>
    <p:sldLayoutId id="2147483759" r:id="rId3"/>
    <p:sldLayoutId id="2147483772" r:id="rId4"/>
    <p:sldLayoutId id="2147483760" r:id="rId5"/>
    <p:sldLayoutId id="2147483761" r:id="rId6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6000" indent="-216000" algn="l" defTabSz="216000" rtl="0" eaLnBrk="1" fontAlgn="base" hangingPunct="1">
        <a:lnSpc>
          <a:spcPct val="10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6000" algn="l"/>
        </a:tabLst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32000" indent="-215900" algn="l" rtl="0" eaLnBrk="1" fontAlgn="base" hangingPunct="1">
        <a:lnSpc>
          <a:spcPct val="100000"/>
        </a:lnSpc>
        <a:spcBef>
          <a:spcPts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20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8000" indent="-215900" algn="l" defTabSz="216000" rtl="0" eaLnBrk="1" fontAlgn="base" hangingPunct="1">
        <a:lnSpc>
          <a:spcPct val="100000"/>
        </a:lnSpc>
        <a:spcBef>
          <a:spcPts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80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864000" indent="-216000" algn="l" defTabSz="216000" rtl="0" eaLnBrk="1" fontAlgn="base" hangingPunct="1">
        <a:lnSpc>
          <a:spcPct val="1000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40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864000" indent="-216000" algn="l" rtl="0" eaLnBrk="1" fontAlgn="base" hangingPunct="1">
        <a:lnSpc>
          <a:spcPct val="9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57" userDrawn="1">
          <p15:clr>
            <a:srgbClr val="F26B43"/>
          </p15:clr>
        </p15:guide>
        <p15:guide id="2" orient="horz" pos="2863" userDrawn="1">
          <p15:clr>
            <a:srgbClr val="F26B43"/>
          </p15:clr>
        </p15:guide>
        <p15:guide id="3" pos="181" userDrawn="1">
          <p15:clr>
            <a:srgbClr val="F26B43"/>
          </p15:clr>
        </p15:guide>
        <p15:guide id="4" pos="5579" userDrawn="1">
          <p15:clr>
            <a:srgbClr val="F26B43"/>
          </p15:clr>
        </p15:guide>
        <p15:guide id="5" pos="1950" userDrawn="1">
          <p15:clr>
            <a:srgbClr val="F26B43"/>
          </p15:clr>
        </p15:guide>
        <p15:guide id="6" pos="2064" userDrawn="1">
          <p15:clr>
            <a:srgbClr val="F26B43"/>
          </p15:clr>
        </p15:guide>
        <p15:guide id="7" pos="3696" userDrawn="1">
          <p15:clr>
            <a:srgbClr val="F26B43"/>
          </p15:clr>
        </p15:guide>
        <p15:guide id="8" pos="381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7306837" y="6373630"/>
            <a:ext cx="0" cy="38338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sp>
        <p:nvSpPr>
          <p:cNvPr id="13" name="Rechteck 12"/>
          <p:cNvSpPr/>
          <p:nvPr userDrawn="1"/>
        </p:nvSpPr>
        <p:spPr>
          <a:xfrm>
            <a:off x="6061446" y="6375600"/>
            <a:ext cx="0" cy="383381"/>
          </a:xfrm>
          <a:prstGeom prst="rect">
            <a:avLst/>
          </a:prstGeom>
          <a:solidFill>
            <a:schemeClr val="tx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dirty="0"/>
          </a:p>
        </p:txBody>
      </p:sp>
      <p:pic>
        <p:nvPicPr>
          <p:cNvPr id="18" name="Grafik 17"/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1200" y="6372000"/>
            <a:ext cx="1011600" cy="407267"/>
          </a:xfrm>
          <a:prstGeom prst="rect">
            <a:avLst/>
          </a:prstGeom>
        </p:spPr>
      </p:pic>
      <p:pic>
        <p:nvPicPr>
          <p:cNvPr id="19" name="Grafik 18"/>
          <p:cNvPicPr>
            <a:picLocks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6800" y="6379200"/>
            <a:ext cx="1429200" cy="392400"/>
          </a:xfrm>
          <a:prstGeom prst="rect">
            <a:avLst/>
          </a:prstGeom>
        </p:spPr>
      </p:pic>
      <p:pic>
        <p:nvPicPr>
          <p:cNvPr id="3" name="Grafik 2"/>
          <p:cNvPicPr>
            <a:picLocks noChangeAspect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78800" y="6350400"/>
            <a:ext cx="1881600" cy="40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3906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91" r:id="rId3"/>
    <p:sldLayoutId id="2147483792" r:id="rId4"/>
    <p:sldLayoutId id="2147483789" r:id="rId5"/>
    <p:sldLayoutId id="2147483790" r:id="rId6"/>
    <p:sldLayoutId id="2147483779" r:id="rId7"/>
    <p:sldLayoutId id="2147483796" r:id="rId8"/>
    <p:sldLayoutId id="2147483797" r:id="rId9"/>
    <p:sldLayoutId id="2147483773" r:id="rId10"/>
    <p:sldLayoutId id="2147483795" r:id="rId11"/>
    <p:sldLayoutId id="2147483794" r:id="rId12"/>
  </p:sldLayoutIdLst>
  <p:hf hdr="0" ftr="0" dt="0"/>
  <p:txStyles>
    <p:titleStyle>
      <a:lvl1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2pPr>
      <a:lvl3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3pPr>
      <a:lvl4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4pPr>
      <a:lvl5pPr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5pPr>
      <a:lvl6pPr marL="4572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6pPr>
      <a:lvl7pPr marL="9144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7pPr>
      <a:lvl8pPr marL="13716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8pPr>
      <a:lvl9pPr marL="1828800" algn="l" rtl="0" eaLnBrk="1" fontAlgn="base" hangingPunct="1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cs typeface="Arial" panose="020B0604020202020204" pitchFamily="34" charset="0"/>
        </a:defRPr>
      </a:lvl9pPr>
    </p:titleStyle>
    <p:bodyStyle>
      <a:lvl1pPr marL="216000" indent="-216000" algn="l" defTabSz="216000" rtl="0" eaLnBrk="1" fontAlgn="base" hangingPunct="1">
        <a:lnSpc>
          <a:spcPct val="10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•"/>
        <a:tabLst>
          <a:tab pos="216000" algn="l"/>
        </a:tabLst>
        <a:defRPr sz="18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32000" indent="-215900" algn="l" rtl="0" eaLnBrk="1" fontAlgn="base" hangingPunct="1">
        <a:lnSpc>
          <a:spcPct val="100000"/>
        </a:lnSpc>
        <a:spcBef>
          <a:spcPts val="0"/>
        </a:spcBef>
        <a:spcAft>
          <a:spcPct val="0"/>
        </a:spcAft>
        <a:buClr>
          <a:schemeClr val="tx2"/>
        </a:buClr>
        <a:buFont typeface="Symbol" panose="05050102010706020507" pitchFamily="18" charset="2"/>
        <a:buChar char="-"/>
        <a:tabLst>
          <a:tab pos="4320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648000" indent="-215900" algn="l" defTabSz="216000" rtl="0" eaLnBrk="1" fontAlgn="base" hangingPunct="1">
        <a:lnSpc>
          <a:spcPct val="100000"/>
        </a:lnSpc>
        <a:spcBef>
          <a:spcPts val="0"/>
        </a:spcBef>
        <a:spcAft>
          <a:spcPct val="0"/>
        </a:spcAft>
        <a:buClr>
          <a:schemeClr val="tx2"/>
        </a:buClr>
        <a:buSzPct val="80000"/>
        <a:buFont typeface="Wingdings" panose="05000000000000000000" pitchFamily="2" charset="2"/>
        <a:buChar char="§"/>
        <a:tabLst>
          <a:tab pos="6480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864000" indent="-216000" algn="l" defTabSz="216000" rtl="0" eaLnBrk="1" fontAlgn="base" hangingPunct="1">
        <a:lnSpc>
          <a:spcPct val="100000"/>
        </a:lnSpc>
        <a:spcBef>
          <a:spcPts val="0"/>
        </a:spcBef>
        <a:spcAft>
          <a:spcPct val="0"/>
        </a:spcAft>
        <a:buClr>
          <a:schemeClr val="tx2"/>
        </a:buClr>
        <a:buSzPct val="100000"/>
        <a:buFont typeface="Arial" panose="020B0604020202020204" pitchFamily="34" charset="0"/>
        <a:buChar char="-"/>
        <a:tabLst>
          <a:tab pos="86400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864000" indent="-216000" algn="l" rtl="0" eaLnBrk="1" fontAlgn="base" hangingPunct="1">
        <a:lnSpc>
          <a:spcPct val="90000"/>
        </a:lnSpc>
        <a:spcBef>
          <a:spcPts val="0"/>
        </a:spcBef>
        <a:spcAft>
          <a:spcPct val="0"/>
        </a:spcAft>
        <a:buClr>
          <a:schemeClr val="tx2"/>
        </a:buClr>
        <a:buFont typeface="Arial" panose="020B0604020202020204" pitchFamily="34" charset="0"/>
        <a:buChar char="-"/>
        <a:tabLst>
          <a:tab pos="895350" algn="l"/>
        </a:tabLst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457">
          <p15:clr>
            <a:srgbClr val="F26B43"/>
          </p15:clr>
        </p15:guide>
        <p15:guide id="2" orient="horz" pos="2863">
          <p15:clr>
            <a:srgbClr val="F26B43"/>
          </p15:clr>
        </p15:guide>
        <p15:guide id="3" pos="181">
          <p15:clr>
            <a:srgbClr val="F26B43"/>
          </p15:clr>
        </p15:guide>
        <p15:guide id="4" pos="5579">
          <p15:clr>
            <a:srgbClr val="F26B43"/>
          </p15:clr>
        </p15:guide>
        <p15:guide id="5" pos="1950">
          <p15:clr>
            <a:srgbClr val="F26B43"/>
          </p15:clr>
        </p15:guide>
        <p15:guide id="6" pos="2064">
          <p15:clr>
            <a:srgbClr val="F26B43"/>
          </p15:clr>
        </p15:guide>
        <p15:guide id="7" pos="3696">
          <p15:clr>
            <a:srgbClr val="F26B43"/>
          </p15:clr>
        </p15:guide>
        <p15:guide id="8" pos="38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>
                <a:latin typeface="Arial"/>
                <a:cs typeface="Arial"/>
              </a:rPr>
              <a:t>HiWi</a:t>
            </a:r>
            <a:r>
              <a:rPr lang="de-DE" dirty="0">
                <a:latin typeface="Arial"/>
                <a:cs typeface="Arial"/>
              </a:rPr>
              <a:t> Reports</a:t>
            </a:r>
            <a:endParaRPr lang="de-DE" dirty="0"/>
          </a:p>
        </p:txBody>
      </p:sp>
      <p:sp>
        <p:nvSpPr>
          <p:cNvPr id="7" name="Textfeld 7">
            <a:extLst>
              <a:ext uri="{FF2B5EF4-FFF2-40B4-BE49-F238E27FC236}">
                <a16:creationId xmlns:a16="http://schemas.microsoft.com/office/drawing/2014/main" id="{6BA05AAE-8562-898A-1516-7983ED9FAB00}"/>
              </a:ext>
            </a:extLst>
          </p:cNvPr>
          <p:cNvSpPr txBox="1"/>
          <p:nvPr/>
        </p:nvSpPr>
        <p:spPr>
          <a:xfrm>
            <a:off x="437966" y="6309956"/>
            <a:ext cx="2923877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="horz" wrap="non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sz="1000" dirty="0">
                <a:latin typeface="Arial"/>
                <a:cs typeface="Arial"/>
              </a:rPr>
              <a:t>Application of synthetic data in energy management</a:t>
            </a:r>
          </a:p>
          <a:p>
            <a:endParaRPr lang="en-US" sz="1000" dirty="0">
              <a:latin typeface="Arial"/>
              <a:cs typeface="Arial"/>
            </a:endParaRPr>
          </a:p>
          <a:p>
            <a:r>
              <a:rPr lang="en-US" sz="1000">
                <a:latin typeface="Arial"/>
                <a:cs typeface="Arial"/>
              </a:rPr>
              <a:t>| Haochen Zhang | 11.05.2026</a:t>
            </a:r>
            <a:endParaRPr lang="en-US" sz="1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36408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54C65-B2CA-9C0B-9069-71EBF55B81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D8A96F-4E2D-CB5E-353A-DC351F4E1E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>
                <a:latin typeface="Arial"/>
                <a:cs typeface="Arial"/>
              </a:rPr>
              <a:t>Date and timestamp do not match after anonymiz</a:t>
            </a:r>
            <a:r>
              <a:rPr lang="en-US" altLang="de-DE">
                <a:latin typeface="Arial"/>
                <a:cs typeface="Arial"/>
              </a:rPr>
              <a:t>ation</a:t>
            </a:r>
            <a:endParaRPr lang="en-US" alt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0E08C6D-4F35-807E-67BE-9DDEB9FF991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338" y="3289280"/>
            <a:ext cx="8569325" cy="1796960"/>
          </a:xfrm>
        </p:spPr>
        <p:txBody>
          <a:bodyPr lIns="0" tIns="0" rIns="0" bIns="0" anchor="t"/>
          <a:lstStyle/>
          <a:p>
            <a:r>
              <a:rPr lang="en-US" dirty="0">
                <a:latin typeface="Arial"/>
                <a:ea typeface="Calibri"/>
                <a:cs typeface="Arial"/>
              </a:rPr>
              <a:t>Row 146 _</a:t>
            </a:r>
            <a:r>
              <a:rPr lang="en-US" dirty="0" err="1">
                <a:latin typeface="Arial"/>
                <a:ea typeface="Calibri"/>
                <a:cs typeface="Arial"/>
              </a:rPr>
              <a:t>get_numerical_distributions</a:t>
            </a:r>
            <a:r>
              <a:rPr lang="en-US" dirty="0">
                <a:latin typeface="Arial"/>
                <a:ea typeface="Calibri"/>
                <a:cs typeface="Arial"/>
              </a:rPr>
              <a:t>(self, </a:t>
            </a:r>
            <a:r>
              <a:rPr lang="en-US" dirty="0" err="1">
                <a:latin typeface="Arial"/>
                <a:ea typeface="Calibri"/>
                <a:cs typeface="Arial"/>
              </a:rPr>
              <a:t>processed_data</a:t>
            </a:r>
            <a:r>
              <a:rPr lang="en-US" dirty="0">
                <a:latin typeface="Arial"/>
                <a:ea typeface="Calibri"/>
                <a:cs typeface="Arial"/>
              </a:rPr>
              <a:t>): Column-wise distribution choice. it decides which univariate distribution each column will use when the Gaussian copula model is fitted.</a:t>
            </a:r>
          </a:p>
          <a:p>
            <a:endParaRPr lang="en-US" dirty="0">
              <a:latin typeface="Arial"/>
              <a:ea typeface="Calibri"/>
              <a:cs typeface="Arial"/>
            </a:endParaRPr>
          </a:p>
          <a:p>
            <a:r>
              <a:rPr lang="en-US">
                <a:latin typeface="Arial"/>
                <a:ea typeface="Calibri"/>
                <a:cs typeface="Arial"/>
              </a:rPr>
              <a:t>Date and timestamp columns as separate variables during preprocessing and synthesis.</a:t>
            </a:r>
            <a:endParaRPr lang="en-US"/>
          </a:p>
        </p:txBody>
      </p:sp>
      <p:pic>
        <p:nvPicPr>
          <p:cNvPr id="4" name="Grafik 3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10E3810A-535F-CAAA-16D4-8024F14E2F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94052"/>
            <a:ext cx="9144000" cy="2184457"/>
          </a:xfrm>
          <a:prstGeom prst="rect">
            <a:avLst/>
          </a:prstGeom>
        </p:spPr>
      </p:pic>
      <p:sp>
        <p:nvSpPr>
          <p:cNvPr id="6" name="Textfeld 7">
            <a:extLst>
              <a:ext uri="{FF2B5EF4-FFF2-40B4-BE49-F238E27FC236}">
                <a16:creationId xmlns:a16="http://schemas.microsoft.com/office/drawing/2014/main" id="{0C5278FA-3951-3990-B89A-D0C384591604}"/>
              </a:ext>
            </a:extLst>
          </p:cNvPr>
          <p:cNvSpPr txBox="1"/>
          <p:nvPr/>
        </p:nvSpPr>
        <p:spPr>
          <a:xfrm>
            <a:off x="448126" y="6330276"/>
            <a:ext cx="2923877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="horz" wrap="non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sz="1000" dirty="0">
                <a:latin typeface="Arial"/>
                <a:cs typeface="Arial"/>
              </a:rPr>
              <a:t>Application of synthetic data in energy management</a:t>
            </a:r>
          </a:p>
          <a:p>
            <a:endParaRPr lang="en-US" sz="1000" dirty="0">
              <a:latin typeface="Arial"/>
              <a:cs typeface="Arial"/>
            </a:endParaRPr>
          </a:p>
          <a:p>
            <a:r>
              <a:rPr lang="en-US" sz="1000">
                <a:latin typeface="Arial"/>
                <a:cs typeface="Arial"/>
              </a:rPr>
              <a:t>| Haochen Zhang | 11.05.2026</a:t>
            </a:r>
            <a:endParaRPr lang="en-US" sz="1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987596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924D60-8766-31D7-6EB1-6159D5FBC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48678A-D15F-E114-F893-1DD1C5339E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Filtered Data has higher overall score 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F72B4BD-E8B2-2D24-965A-E219F08B71F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sz="2000" dirty="0">
                <a:latin typeface="Arial"/>
                <a:cs typeface="Arial"/>
              </a:rPr>
              <a:t>Data </a:t>
            </a:r>
            <a:r>
              <a:rPr lang="en-US" sz="2000">
                <a:latin typeface="Arial"/>
                <a:cs typeface="Arial"/>
              </a:rPr>
              <a:t>comparison</a:t>
            </a:r>
            <a:r>
              <a:rPr lang="en-US" sz="2000" dirty="0">
                <a:latin typeface="Arial"/>
                <a:cs typeface="Arial"/>
              </a:rPr>
              <a:t> </a:t>
            </a:r>
          </a:p>
          <a:p>
            <a:pPr marL="717550" lvl="1" indent="-285750">
              <a:buFont typeface="Courier New"/>
              <a:buChar char="o"/>
            </a:pPr>
            <a:r>
              <a:rPr lang="en-US">
                <a:latin typeface="Arial"/>
                <a:cs typeface="Arial"/>
              </a:rPr>
              <a:t>Original Data:</a:t>
            </a:r>
          </a:p>
          <a:p>
            <a:pPr marL="933450" lvl="2">
              <a:buFont typeface="Wingdings"/>
              <a:buChar char="§"/>
            </a:pPr>
            <a:r>
              <a:rPr lang="en-US">
                <a:latin typeface="Arial"/>
                <a:cs typeface="Arial"/>
              </a:rPr>
              <a:t>Number of rows: 2871</a:t>
            </a:r>
            <a:endParaRPr lang="en-US" dirty="0">
              <a:latin typeface="Arial"/>
              <a:cs typeface="Arial"/>
            </a:endParaRPr>
          </a:p>
          <a:p>
            <a:pPr marL="933450" lvl="2">
              <a:buFont typeface="Wingdings"/>
              <a:buChar char="§"/>
            </a:pPr>
            <a:r>
              <a:rPr lang="en-US" dirty="0">
                <a:latin typeface="Arial"/>
                <a:cs typeface="Arial"/>
              </a:rPr>
              <a:t>Location: </a:t>
            </a:r>
            <a:r>
              <a:rPr lang="en-US" dirty="0">
                <a:solidFill>
                  <a:srgbClr val="000000"/>
                </a:solidFill>
                <a:latin typeface="Arial"/>
                <a:cs typeface="Arial"/>
              </a:rPr>
              <a:t>Logistic </a:t>
            </a:r>
            <a:r>
              <a:rPr lang="en-US" dirty="0" err="1">
                <a:solidFill>
                  <a:srgbClr val="000000"/>
                </a:solidFill>
                <a:latin typeface="Arial"/>
                <a:cs typeface="Arial"/>
              </a:rPr>
              <a:t>centre</a:t>
            </a:r>
            <a:r>
              <a:rPr lang="en-US" dirty="0">
                <a:solidFill>
                  <a:srgbClr val="000000"/>
                </a:solidFill>
                <a:latin typeface="Arial"/>
                <a:cs typeface="Arial"/>
              </a:rPr>
              <a:t>, Atlantis waterpark</a:t>
            </a:r>
          </a:p>
          <a:p>
            <a:pPr marL="933450" lvl="2">
              <a:buFont typeface="Wingdings"/>
              <a:buChar char="§"/>
            </a:pPr>
            <a:r>
              <a:rPr lang="en-US" dirty="0">
                <a:solidFill>
                  <a:srgbClr val="000000"/>
                </a:solidFill>
                <a:latin typeface="Arial"/>
                <a:cs typeface="Arial"/>
              </a:rPr>
              <a:t>Energy source: Electricity, </a:t>
            </a:r>
            <a:r>
              <a:rPr lang="en-US">
                <a:solidFill>
                  <a:srgbClr val="000000"/>
                </a:solidFill>
                <a:latin typeface="Arial"/>
                <a:cs typeface="Arial"/>
              </a:rPr>
              <a:t>District heating, Water supply (network), Water supply(well), Water supply </a:t>
            </a:r>
            <a:endParaRPr lang="en-US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651000" lvl="2" indent="-285750">
              <a:buFont typeface="Wingdings"/>
              <a:buChar char="§"/>
            </a:pPr>
            <a:endParaRPr lang="en-US" dirty="0">
              <a:latin typeface="Arial"/>
              <a:cs typeface="Arial"/>
            </a:endParaRPr>
          </a:p>
          <a:p>
            <a:pPr marL="933450" lvl="2">
              <a:buFont typeface="Wingdings"/>
              <a:buChar char="§"/>
            </a:pPr>
            <a:endParaRPr lang="en-US" dirty="0">
              <a:latin typeface="Arial"/>
              <a:cs typeface="Arial"/>
            </a:endParaRPr>
          </a:p>
          <a:p>
            <a:pPr marL="717550" lvl="1" indent="-285750">
              <a:buFont typeface="Courier New"/>
              <a:buChar char="o"/>
            </a:pPr>
            <a:endParaRPr lang="en-US" dirty="0">
              <a:latin typeface="Arial"/>
              <a:cs typeface="Arial"/>
            </a:endParaRPr>
          </a:p>
          <a:p>
            <a:pPr marL="717550" lvl="1" indent="-285750">
              <a:buFont typeface="Courier New"/>
              <a:buChar char="o"/>
            </a:pPr>
            <a:endParaRPr lang="en-US" dirty="0">
              <a:latin typeface="Arial"/>
              <a:cs typeface="Arial"/>
            </a:endParaRPr>
          </a:p>
          <a:p>
            <a:pPr marL="717550" lvl="1" indent="-285750">
              <a:buFont typeface="Courier New"/>
              <a:buChar char="o"/>
            </a:pPr>
            <a:endParaRPr lang="en-US" dirty="0">
              <a:latin typeface="Arial"/>
              <a:cs typeface="Arial"/>
            </a:endParaRPr>
          </a:p>
          <a:p>
            <a:pPr marL="717550" lvl="1" indent="-285750">
              <a:buFont typeface="Courier New"/>
              <a:buChar char="o"/>
            </a:pPr>
            <a:endParaRPr lang="en-US" dirty="0">
              <a:latin typeface="Arial"/>
              <a:cs typeface="Arial"/>
            </a:endParaRPr>
          </a:p>
          <a:p>
            <a:pPr marL="717550" lvl="1" indent="-285750">
              <a:buFont typeface="Courier New"/>
              <a:buChar char="o"/>
            </a:pPr>
            <a:r>
              <a:rPr lang="en-US">
                <a:latin typeface="Arial"/>
                <a:cs typeface="Arial"/>
              </a:rPr>
              <a:t>Filtered Data:</a:t>
            </a:r>
          </a:p>
          <a:p>
            <a:pPr marL="933450" lvl="2">
              <a:buFont typeface="Wingdings"/>
              <a:buChar char="§"/>
            </a:pPr>
            <a:r>
              <a:rPr lang="en-US">
                <a:latin typeface="Arial"/>
                <a:cs typeface="Arial"/>
              </a:rPr>
              <a:t>Number of rows: 862</a:t>
            </a:r>
          </a:p>
          <a:p>
            <a:pPr marL="933450" lvl="2">
              <a:buFont typeface="Wingdings"/>
              <a:buChar char="§"/>
            </a:pPr>
            <a:r>
              <a:rPr lang="en-US" dirty="0">
                <a:latin typeface="Arial"/>
                <a:cs typeface="Arial"/>
              </a:rPr>
              <a:t>Location: Logistic </a:t>
            </a:r>
            <a:r>
              <a:rPr lang="en-US" dirty="0" err="1">
                <a:latin typeface="Arial"/>
                <a:cs typeface="Arial"/>
              </a:rPr>
              <a:t>centre</a:t>
            </a:r>
            <a:endParaRPr lang="en-US" dirty="0">
              <a:latin typeface="Arial"/>
              <a:cs typeface="Arial"/>
            </a:endParaRPr>
          </a:p>
          <a:p>
            <a:pPr marL="933450" lvl="2">
              <a:buFont typeface="Wingdings"/>
              <a:buChar char="§"/>
            </a:pPr>
            <a:r>
              <a:rPr lang="en-US">
                <a:latin typeface="Arial"/>
                <a:cs typeface="Arial"/>
              </a:rPr>
              <a:t>Energy source: Electricity</a:t>
            </a:r>
            <a:endParaRPr lang="en-US" dirty="0">
              <a:latin typeface="Arial"/>
              <a:cs typeface="Arial"/>
            </a:endParaRPr>
          </a:p>
        </p:txBody>
      </p:sp>
      <p:sp>
        <p:nvSpPr>
          <p:cNvPr id="5" name="Textfeld 7">
            <a:extLst>
              <a:ext uri="{FF2B5EF4-FFF2-40B4-BE49-F238E27FC236}">
                <a16:creationId xmlns:a16="http://schemas.microsoft.com/office/drawing/2014/main" id="{FD1CA2F4-6F98-76A7-54A9-61814B64FFDD}"/>
              </a:ext>
            </a:extLst>
          </p:cNvPr>
          <p:cNvSpPr txBox="1"/>
          <p:nvPr/>
        </p:nvSpPr>
        <p:spPr>
          <a:xfrm>
            <a:off x="448126" y="6330276"/>
            <a:ext cx="2923877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="horz" wrap="non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sz="1000" dirty="0">
                <a:latin typeface="Arial"/>
                <a:cs typeface="Arial"/>
              </a:rPr>
              <a:t>Application of synthetic data in energy management</a:t>
            </a:r>
          </a:p>
          <a:p>
            <a:endParaRPr lang="en-US" sz="1000" dirty="0">
              <a:latin typeface="Arial"/>
              <a:cs typeface="Arial"/>
            </a:endParaRPr>
          </a:p>
          <a:p>
            <a:r>
              <a:rPr lang="en-US" sz="1000">
                <a:latin typeface="Arial"/>
                <a:cs typeface="Arial"/>
              </a:rPr>
              <a:t>| Haochen Zhang | 11.05.2026</a:t>
            </a:r>
            <a:endParaRPr lang="en-US" sz="1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353301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3B8A1-0B49-0D69-AC52-8BAAB2978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E22A303-E35F-76A5-6E3A-A98F8D2F30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>
                <a:latin typeface="Arial"/>
                <a:cs typeface="Arial"/>
              </a:rPr>
              <a:t>Filtered Data has higher overall score </a:t>
            </a:r>
            <a:endParaRPr lang="en-US" altLang="de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85C5D0C-9D38-6572-E8C3-35611ABFAA5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Arial"/>
                <a:cs typeface="Arial"/>
              </a:rPr>
              <a:t>Type </a:t>
            </a:r>
            <a:r>
              <a:rPr lang="en-US" sz="2000" dirty="0" err="1">
                <a:solidFill>
                  <a:srgbClr val="000000"/>
                </a:solidFill>
                <a:latin typeface="Arial"/>
                <a:cs typeface="Arial"/>
              </a:rPr>
              <a:t>to</a:t>
            </a:r>
            <a:r>
              <a:rPr lang="en-US" sz="20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Arial"/>
                <a:cs typeface="Arial"/>
              </a:rPr>
              <a:t>filter</a:t>
            </a:r>
            <a:endParaRPr lang="en-US" sz="2000" dirty="0">
              <a:solidFill>
                <a:srgbClr val="000000"/>
              </a:solidFill>
              <a:latin typeface="Arial"/>
              <a:cs typeface="Arial"/>
            </a:endParaRPr>
          </a:p>
          <a:p>
            <a:pPr marL="1149350" lvl="1" indent="-285750">
              <a:buFont typeface="Courier New"/>
              <a:buChar char="o"/>
            </a:pPr>
            <a:r>
              <a:rPr lang="en-US" dirty="0">
                <a:latin typeface="Arial"/>
                <a:cs typeface="Arial"/>
              </a:rPr>
              <a:t>Location: </a:t>
            </a:r>
            <a:r>
              <a:rPr lang="en-US" dirty="0" err="1">
                <a:solidFill>
                  <a:srgbClr val="000000"/>
                </a:solidFill>
                <a:latin typeface="Arial"/>
                <a:cs typeface="Arial"/>
              </a:rPr>
              <a:t>Logistic</a:t>
            </a:r>
            <a:r>
              <a:rPr lang="en-US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Arial"/>
                <a:cs typeface="Arial"/>
              </a:rPr>
              <a:t>centre</a:t>
            </a:r>
            <a:endParaRPr lang="en-US" dirty="0" err="1">
              <a:solidFill>
                <a:srgbClr val="000000"/>
              </a:solidFill>
            </a:endParaRPr>
          </a:p>
          <a:p>
            <a:pPr marL="1149350" lvl="1" indent="-285750">
              <a:buFont typeface="Courier New"/>
              <a:buChar char="o"/>
            </a:pPr>
            <a:r>
              <a:rPr lang="en-US" dirty="0">
                <a:latin typeface="Arial"/>
                <a:cs typeface="Arial"/>
              </a:rPr>
              <a:t>Energy Source: </a:t>
            </a:r>
            <a:r>
              <a:rPr lang="en-US">
                <a:latin typeface="Arial"/>
                <a:cs typeface="Arial"/>
              </a:rPr>
              <a:t>Electricity</a:t>
            </a:r>
            <a:endParaRPr lang="en-US"/>
          </a:p>
          <a:p>
            <a:pPr marL="1149350" lvl="1" indent="-285750">
              <a:buFont typeface="Courier New"/>
              <a:buChar char="o"/>
            </a:pPr>
            <a:endParaRPr lang="en-US" dirty="0"/>
          </a:p>
          <a:p>
            <a:endParaRPr lang="en-US" sz="2000" dirty="0"/>
          </a:p>
          <a:p>
            <a:pPr marL="285750" indent="-285750">
              <a:buFont typeface="Arial"/>
              <a:buChar char="•"/>
            </a:pPr>
            <a:r>
              <a:rPr lang="en-US" sz="2000">
                <a:latin typeface="Arial"/>
                <a:cs typeface="Arial"/>
              </a:rPr>
              <a:t>Overall score</a:t>
            </a:r>
          </a:p>
          <a:p>
            <a:pPr marL="717550" lvl="1" indent="-285750">
              <a:buFont typeface="Courier New"/>
              <a:buChar char="o"/>
            </a:pPr>
            <a:r>
              <a:rPr lang="en-US">
                <a:latin typeface="Arial"/>
                <a:cs typeface="Arial"/>
              </a:rPr>
              <a:t>Without filter</a:t>
            </a:r>
          </a:p>
          <a:p>
            <a:pPr marL="933450" indent="-215900">
              <a:buSzPct val="80000"/>
              <a:buFont typeface="Wingdings"/>
              <a:buChar char="§"/>
            </a:pPr>
            <a:r>
              <a:rPr lang="en-US" sz="1600">
                <a:solidFill>
                  <a:srgbClr val="000000"/>
                </a:solidFill>
                <a:latin typeface="Arial"/>
                <a:cs typeface="Arial"/>
              </a:rPr>
              <a:t>CTGAN quality score: 0.7874419279907086</a:t>
            </a:r>
            <a:endParaRPr lang="en-US" sz="1600">
              <a:solidFill>
                <a:srgbClr val="000000"/>
              </a:solidFill>
            </a:endParaRPr>
          </a:p>
          <a:p>
            <a:pPr marL="933450" indent="-215900">
              <a:buSzPct val="80000"/>
              <a:buFont typeface="Wingdings"/>
              <a:buChar char="§"/>
            </a:pPr>
            <a:r>
              <a:rPr lang="en-US" sz="1600">
                <a:solidFill>
                  <a:srgbClr val="000000"/>
                </a:solidFill>
                <a:latin typeface="Arial"/>
                <a:cs typeface="Arial"/>
              </a:rPr>
              <a:t>Gaussian</a:t>
            </a:r>
            <a:r>
              <a:rPr lang="en-US" sz="1600">
                <a:latin typeface="Arial"/>
                <a:cs typeface="Arial"/>
              </a:rPr>
              <a:t> quality score</a:t>
            </a:r>
            <a:r>
              <a:rPr lang="en-US" sz="1600" dirty="0">
                <a:latin typeface="Arial"/>
                <a:cs typeface="Arial"/>
              </a:rPr>
              <a:t>: 0.7216124661246612</a:t>
            </a:r>
            <a:endParaRPr lang="en-US" dirty="0"/>
          </a:p>
          <a:p>
            <a:pPr marL="933450" lvl="2">
              <a:buFont typeface="Wingdings"/>
              <a:buChar char="§"/>
            </a:pPr>
            <a:endParaRPr lang="en-US" dirty="0">
              <a:latin typeface="Arial"/>
              <a:cs typeface="Arial"/>
            </a:endParaRPr>
          </a:p>
          <a:p>
            <a:pPr marL="717550" lvl="1" indent="-285750">
              <a:buFont typeface="Courier New"/>
              <a:buChar char="o"/>
            </a:pPr>
            <a:endParaRPr lang="en-US" dirty="0">
              <a:latin typeface="Arial"/>
              <a:cs typeface="Arial"/>
            </a:endParaRPr>
          </a:p>
          <a:p>
            <a:pPr marL="717550" lvl="1" indent="-285750">
              <a:buFont typeface="Courier New"/>
              <a:buChar char="o"/>
            </a:pPr>
            <a:endParaRPr lang="en-US" dirty="0">
              <a:latin typeface="Arial"/>
              <a:cs typeface="Arial"/>
            </a:endParaRPr>
          </a:p>
          <a:p>
            <a:pPr marL="717550" lvl="1" indent="-285750">
              <a:buFont typeface="Courier New"/>
              <a:buChar char="o"/>
            </a:pPr>
            <a:r>
              <a:rPr lang="en-US">
                <a:latin typeface="Arial"/>
                <a:cs typeface="Arial"/>
              </a:rPr>
              <a:t>With filter</a:t>
            </a:r>
          </a:p>
          <a:p>
            <a:pPr marL="933450" lvl="2">
              <a:buFont typeface="Wingdings"/>
              <a:buChar char="§"/>
            </a:pPr>
            <a:r>
              <a:rPr lang="en-US">
                <a:latin typeface="Arial"/>
                <a:cs typeface="Arial"/>
              </a:rPr>
              <a:t>CTGAN quality score:</a:t>
            </a:r>
            <a:r>
              <a:rPr lang="en-US">
                <a:solidFill>
                  <a:srgbClr val="000000"/>
                </a:solidFill>
                <a:latin typeface="Arial"/>
                <a:cs typeface="Arial"/>
              </a:rPr>
              <a:t>0.8675412237859502</a:t>
            </a:r>
            <a:endParaRPr lang="en-US">
              <a:solidFill>
                <a:srgbClr val="000000"/>
              </a:solidFill>
            </a:endParaRPr>
          </a:p>
          <a:p>
            <a:pPr marL="933450" lvl="2">
              <a:buFont typeface="Wingdings"/>
              <a:buChar char="§"/>
            </a:pPr>
            <a:r>
              <a:rPr lang="en-US">
                <a:latin typeface="Arial"/>
                <a:cs typeface="Arial"/>
              </a:rPr>
              <a:t>Gaussian quality score: </a:t>
            </a:r>
            <a:r>
              <a:rPr lang="en-US">
                <a:solidFill>
                  <a:srgbClr val="000000"/>
                </a:solidFill>
                <a:latin typeface="Arial"/>
                <a:cs typeface="Arial"/>
              </a:rPr>
              <a:t>0.8298054267298535</a:t>
            </a:r>
            <a:endParaRPr lang="en-US">
              <a:solidFill>
                <a:srgbClr val="000000"/>
              </a:solidFill>
            </a:endParaRPr>
          </a:p>
          <a:p>
            <a:pPr marL="933450" lvl="2">
              <a:buFont typeface="Wingdings"/>
              <a:buChar char="§"/>
            </a:pPr>
            <a:endParaRPr lang="en-US" dirty="0"/>
          </a:p>
          <a:p>
            <a:pPr marL="933450" lvl="2">
              <a:buFont typeface="Wingdings"/>
              <a:buChar char="§"/>
            </a:pPr>
            <a:endParaRPr lang="en-US" dirty="0"/>
          </a:p>
          <a:p>
            <a:pPr marL="717550" lvl="1" indent="-285750">
              <a:buFont typeface="Courier New"/>
              <a:buChar char="o"/>
            </a:pPr>
            <a:endParaRPr lang="en-US" dirty="0"/>
          </a:p>
        </p:txBody>
      </p:sp>
      <p:sp>
        <p:nvSpPr>
          <p:cNvPr id="5" name="Textfeld 7">
            <a:extLst>
              <a:ext uri="{FF2B5EF4-FFF2-40B4-BE49-F238E27FC236}">
                <a16:creationId xmlns:a16="http://schemas.microsoft.com/office/drawing/2014/main" id="{4005DA06-0B5C-F243-9DAF-EFE18D50C6F4}"/>
              </a:ext>
            </a:extLst>
          </p:cNvPr>
          <p:cNvSpPr txBox="1"/>
          <p:nvPr/>
        </p:nvSpPr>
        <p:spPr>
          <a:xfrm>
            <a:off x="448126" y="6330276"/>
            <a:ext cx="2923877" cy="461665"/>
          </a:xfrm>
          <a:prstGeom prst="rect">
            <a:avLst/>
          </a:prstGeom>
          <a:solidFill>
            <a:schemeClr val="bg1"/>
          </a:solidFill>
        </p:spPr>
        <p:txBody>
          <a:bodyPr rot="0" spcFirstLastPara="0" vert="horz" wrap="none" lIns="0" tIns="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>
              <a:defRPr lang="de-DE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+mn-cs"/>
              </a:defRPr>
            </a:lvl9pPr>
          </a:lstStyle>
          <a:p>
            <a:r>
              <a:rPr lang="en-US" sz="1000" dirty="0">
                <a:latin typeface="Arial"/>
                <a:cs typeface="Arial"/>
              </a:rPr>
              <a:t>Application of synthetic data in energy management</a:t>
            </a:r>
          </a:p>
          <a:p>
            <a:endParaRPr lang="en-US" sz="1000" dirty="0">
              <a:latin typeface="Arial"/>
              <a:cs typeface="Arial"/>
            </a:endParaRPr>
          </a:p>
          <a:p>
            <a:r>
              <a:rPr lang="en-US" sz="1000">
                <a:latin typeface="Arial"/>
                <a:cs typeface="Arial"/>
              </a:rPr>
              <a:t>| Haochen Zhang | 11.05.2026</a:t>
            </a:r>
            <a:endParaRPr lang="en-US" sz="1000" dirty="0"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012828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1D466-2D7F-9E23-350C-1AF354C43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D7BC15B-7277-FA7E-60EA-59B785E8FB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latin typeface="Arial"/>
                <a:cs typeface="Arial"/>
              </a:rPr>
              <a:t>Filtered Data has higher overall score </a:t>
            </a:r>
            <a:endParaRPr lang="de-DE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4692C31-5AD5-2EFB-9613-DD87C54F6A6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87338" y="2689840"/>
            <a:ext cx="8569325" cy="3473360"/>
          </a:xfrm>
        </p:spPr>
        <p:txBody>
          <a:bodyPr lIns="0" tIns="0" rIns="0" bIns="0" anchor="t"/>
          <a:lstStyle/>
          <a:p>
            <a:pPr marL="285750" indent="-285750">
              <a:buFont typeface="Arial"/>
              <a:buChar char="•"/>
            </a:pPr>
            <a:r>
              <a:rPr lang="en-US" sz="2000">
                <a:latin typeface="Arial"/>
                <a:cs typeface="Arial"/>
              </a:rPr>
              <a:t>Each property computes its own score</a:t>
            </a:r>
          </a:p>
          <a:p>
            <a:pPr marL="285750" indent="-285750">
              <a:buFont typeface="Arial"/>
              <a:buChar char="•"/>
            </a:pPr>
            <a:r>
              <a:rPr lang="en-US" sz="2000" dirty="0">
                <a:latin typeface="Arial"/>
                <a:cs typeface="Arial"/>
              </a:rPr>
              <a:t>Some scores may be </a:t>
            </a:r>
            <a:r>
              <a:rPr lang="en-US" sz="2000" dirty="0" err="1">
                <a:latin typeface="Arial"/>
                <a:cs typeface="Arial"/>
              </a:rPr>
              <a:t>np.nan</a:t>
            </a:r>
            <a:r>
              <a:rPr lang="en-US" sz="2000" dirty="0">
                <a:latin typeface="Arial"/>
                <a:cs typeface="Arial"/>
              </a:rPr>
              <a:t> if the property cannot be computed</a:t>
            </a:r>
            <a:endParaRPr lang="en-US" sz="2000" dirty="0"/>
          </a:p>
          <a:p>
            <a:pPr marL="342900" indent="-342900">
              <a:buFont typeface="Arial"/>
              <a:buChar char="•"/>
            </a:pPr>
            <a:r>
              <a:rPr lang="en-US" sz="2000" dirty="0">
                <a:latin typeface="Arial"/>
                <a:cs typeface="Arial"/>
              </a:rPr>
              <a:t>After all properties are evaluated, the overall score is computed as: </a:t>
            </a:r>
            <a:r>
              <a:rPr lang="en-US" sz="2000" dirty="0">
                <a:solidFill>
                  <a:srgbClr val="000000"/>
                </a:solidFill>
                <a:latin typeface="Arial"/>
                <a:cs typeface="Arial"/>
              </a:rPr>
              <a:t>self._</a:t>
            </a:r>
            <a:r>
              <a:rPr lang="en-US" sz="2000" dirty="0" err="1">
                <a:solidFill>
                  <a:srgbClr val="000000"/>
                </a:solidFill>
                <a:latin typeface="Arial"/>
                <a:cs typeface="Arial"/>
              </a:rPr>
              <a:t>overall_score</a:t>
            </a:r>
            <a:r>
              <a:rPr lang="en-US" sz="20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000" dirty="0">
                <a:latin typeface="Arial"/>
                <a:cs typeface="Arial"/>
              </a:rPr>
              <a:t>=</a:t>
            </a:r>
            <a:r>
              <a:rPr lang="en-US" sz="2000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  <a:r>
              <a:rPr lang="en-US" sz="2000" dirty="0" err="1">
                <a:solidFill>
                  <a:srgbClr val="000000"/>
                </a:solidFill>
                <a:latin typeface="Arial"/>
                <a:cs typeface="Arial"/>
              </a:rPr>
              <a:t>np.nanmean</a:t>
            </a:r>
            <a:r>
              <a:rPr lang="en-US" sz="2000" dirty="0">
                <a:solidFill>
                  <a:srgbClr val="000000"/>
                </a:solidFill>
                <a:latin typeface="Arial"/>
                <a:cs typeface="Arial"/>
              </a:rPr>
              <a:t>(scores)</a:t>
            </a:r>
          </a:p>
          <a:p>
            <a:pPr marL="342900" indent="-342900">
              <a:buFont typeface="Arial"/>
              <a:buChar char="•"/>
            </a:pPr>
            <a:endParaRPr lang="en-US" sz="2000" dirty="0"/>
          </a:p>
          <a:p>
            <a:pPr marL="342900" indent="-342900">
              <a:buFont typeface="Arial"/>
              <a:buChar char="•"/>
            </a:pPr>
            <a:endParaRPr lang="en-US" sz="2000" dirty="0"/>
          </a:p>
          <a:p>
            <a:pPr marL="285750" indent="-285750">
              <a:buFont typeface="Arial"/>
              <a:buChar char="•"/>
            </a:pPr>
            <a:endParaRPr lang="en-US" sz="2000" dirty="0"/>
          </a:p>
          <a:p>
            <a:pPr marL="285750" indent="-285750">
              <a:buFont typeface="Arial"/>
              <a:buChar char="•"/>
            </a:pPr>
            <a:endParaRPr lang="en-US" dirty="0"/>
          </a:p>
        </p:txBody>
      </p:sp>
      <p:pic>
        <p:nvPicPr>
          <p:cNvPr id="6" name="Grafik 5" descr="Ein Bild, das Text, Screenshot, Schrift, Zahl enthält.&#10;&#10;KI-generierte Inhalte können fehlerhaft sein.">
            <a:extLst>
              <a:ext uri="{FF2B5EF4-FFF2-40B4-BE49-F238E27FC236}">
                <a16:creationId xmlns:a16="http://schemas.microsoft.com/office/drawing/2014/main" id="{58FDEDD0-CFA5-E4CC-9D51-5A67B523A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42520"/>
            <a:ext cx="9144000" cy="1738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77739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Sample Title, 3rd Version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Subtitle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>
          <a:xfrm>
            <a:off x="288000" y="6339600"/>
            <a:ext cx="3240000" cy="215444"/>
          </a:xfrm>
        </p:spPr>
        <p:txBody>
          <a:bodyPr/>
          <a:lstStyle/>
          <a:p>
            <a:r>
              <a:rPr lang="de-DE" dirty="0"/>
              <a:t>Name </a:t>
            </a:r>
            <a:r>
              <a:rPr lang="de-DE" dirty="0" err="1"/>
              <a:t>of</a:t>
            </a:r>
            <a:r>
              <a:rPr lang="de-DE" dirty="0"/>
              <a:t> Speaker</a:t>
            </a:r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13365814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Sample Title, 2nd Version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Subtitle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288000" y="6339600"/>
            <a:ext cx="3240000" cy="215444"/>
          </a:xfrm>
        </p:spPr>
        <p:txBody>
          <a:bodyPr/>
          <a:lstStyle/>
          <a:p>
            <a:r>
              <a:rPr lang="de-DE" dirty="0"/>
              <a:t>Name </a:t>
            </a:r>
            <a:r>
              <a:rPr lang="de-DE" dirty="0" err="1"/>
              <a:t>of</a:t>
            </a:r>
            <a:r>
              <a:rPr lang="de-DE" dirty="0"/>
              <a:t> Speaker</a:t>
            </a:r>
          </a:p>
        </p:txBody>
      </p:sp>
    </p:spTree>
    <p:extLst>
      <p:ext uri="{BB962C8B-B14F-4D97-AF65-F5344CB8AC3E}">
        <p14:creationId xmlns:p14="http://schemas.microsoft.com/office/powerpoint/2010/main" val="148390874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Sample Title, 4th Version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Subtitle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1"/>
          </p:nvPr>
        </p:nvSpPr>
        <p:spPr>
          <a:xfrm>
            <a:off x="288000" y="6339600"/>
            <a:ext cx="3240000" cy="215444"/>
          </a:xfrm>
        </p:spPr>
        <p:txBody>
          <a:bodyPr/>
          <a:lstStyle/>
          <a:p>
            <a:r>
              <a:rPr lang="de-DE" dirty="0"/>
              <a:t>Name </a:t>
            </a:r>
            <a:r>
              <a:rPr lang="de-DE" dirty="0" err="1"/>
              <a:t>of</a:t>
            </a:r>
            <a:r>
              <a:rPr lang="de-DE" dirty="0"/>
              <a:t> Speaker</a:t>
            </a:r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228118270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Sample Title, 5th Version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Subtitle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288000" y="6339600"/>
            <a:ext cx="3240000" cy="215444"/>
          </a:xfrm>
        </p:spPr>
        <p:txBody>
          <a:bodyPr/>
          <a:lstStyle/>
          <a:p>
            <a:r>
              <a:rPr lang="de-DE" dirty="0"/>
              <a:t>Name </a:t>
            </a:r>
            <a:r>
              <a:rPr lang="de-DE" dirty="0" err="1"/>
              <a:t>of</a:t>
            </a:r>
            <a:r>
              <a:rPr lang="de-DE" dirty="0"/>
              <a:t> Speaker</a:t>
            </a:r>
          </a:p>
        </p:txBody>
      </p:sp>
    </p:spTree>
    <p:extLst>
      <p:ext uri="{BB962C8B-B14F-4D97-AF65-F5344CB8AC3E}">
        <p14:creationId xmlns:p14="http://schemas.microsoft.com/office/powerpoint/2010/main" val="1165119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Sample Title, 6th Version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Subtitle</a:t>
            </a:r>
            <a:endParaRPr lang="de-DE" dirty="0"/>
          </a:p>
          <a:p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288000" y="6339600"/>
            <a:ext cx="3240000" cy="215444"/>
          </a:xfrm>
        </p:spPr>
        <p:txBody>
          <a:bodyPr/>
          <a:lstStyle/>
          <a:p>
            <a:r>
              <a:rPr lang="de-DE" dirty="0"/>
              <a:t>Name </a:t>
            </a:r>
            <a:r>
              <a:rPr lang="de-DE" dirty="0" err="1"/>
              <a:t>of</a:t>
            </a:r>
            <a:r>
              <a:rPr lang="de-DE" dirty="0"/>
              <a:t> Speaker</a:t>
            </a:r>
          </a:p>
        </p:txBody>
      </p:sp>
    </p:spTree>
    <p:extLst>
      <p:ext uri="{BB962C8B-B14F-4D97-AF65-F5344CB8AC3E}">
        <p14:creationId xmlns:p14="http://schemas.microsoft.com/office/powerpoint/2010/main" val="1240084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/>
              <a:t>Sample Title, 7th Version (logo </a:t>
            </a:r>
            <a:r>
              <a:rPr lang="de-DE" dirty="0" err="1"/>
              <a:t>of</a:t>
            </a:r>
            <a:r>
              <a:rPr lang="de-DE" dirty="0"/>
              <a:t> </a:t>
            </a:r>
            <a:r>
              <a:rPr lang="de-DE" dirty="0" err="1"/>
              <a:t>partner</a:t>
            </a:r>
            <a:r>
              <a:rPr lang="de-DE" dirty="0"/>
              <a:t>)</a:t>
            </a:r>
          </a:p>
        </p:txBody>
      </p:sp>
      <p:sp>
        <p:nvSpPr>
          <p:cNvPr id="5" name="Untertitel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 err="1"/>
              <a:t>Subtitle</a:t>
            </a:r>
            <a:endParaRPr lang="en-US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de-DE" dirty="0"/>
              <a:t>Name </a:t>
            </a:r>
            <a:r>
              <a:rPr lang="de-DE" dirty="0" err="1"/>
              <a:t>of</a:t>
            </a:r>
            <a:r>
              <a:rPr lang="de-DE" dirty="0"/>
              <a:t> Speaker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4" name="Bildplatzhalter 3"/>
          <p:cNvSpPr>
            <a:spLocks noGrp="1"/>
          </p:cNvSpPr>
          <p:nvPr>
            <p:ph type="pic" sz="quarter" idx="10"/>
          </p:nvPr>
        </p:nvSpPr>
        <p:spPr/>
      </p:sp>
    </p:spTree>
    <p:extLst>
      <p:ext uri="{BB962C8B-B14F-4D97-AF65-F5344CB8AC3E}">
        <p14:creationId xmlns:p14="http://schemas.microsoft.com/office/powerpoint/2010/main" val="4198224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/>
              <a:t>Edit the </a:t>
            </a:r>
            <a:r>
              <a:rPr lang="en-US" altLang="de-DE" dirty="0" err="1"/>
              <a:t>mastertitle</a:t>
            </a:r>
            <a:r>
              <a:rPr lang="en-US" altLang="de-DE" dirty="0"/>
              <a:t> format by clicking</a:t>
            </a:r>
            <a:br>
              <a:rPr lang="en-US" altLang="de-DE" dirty="0"/>
            </a:br>
            <a:r>
              <a:rPr lang="en-US" altLang="de-DE" dirty="0"/>
              <a:t>Example for the use of a double-spaced title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>
              <a:buSzPct val="115000"/>
            </a:pPr>
            <a:r>
              <a:rPr lang="de-DE" dirty="0"/>
              <a:t>First Level</a:t>
            </a:r>
          </a:p>
          <a:p>
            <a:pPr lvl="1"/>
            <a:r>
              <a:rPr lang="de-DE" dirty="0"/>
              <a:t>Second Level</a:t>
            </a:r>
          </a:p>
          <a:p>
            <a:pPr lvl="2"/>
            <a:r>
              <a:rPr lang="de-DE" dirty="0"/>
              <a:t>Third Level</a:t>
            </a:r>
          </a:p>
          <a:p>
            <a:pPr lvl="3"/>
            <a:r>
              <a:rPr lang="de-DE" dirty="0" err="1"/>
              <a:t>Fourth</a:t>
            </a:r>
            <a:r>
              <a:rPr lang="de-DE" dirty="0"/>
              <a:t> Level</a:t>
            </a:r>
          </a:p>
          <a:p>
            <a:pPr lvl="4"/>
            <a:r>
              <a:rPr lang="de-DE" dirty="0" err="1"/>
              <a:t>Fifth</a:t>
            </a:r>
            <a:r>
              <a:rPr lang="de-DE" dirty="0"/>
              <a:t> Level</a:t>
            </a:r>
          </a:p>
        </p:txBody>
      </p:sp>
    </p:spTree>
    <p:extLst>
      <p:ext uri="{BB962C8B-B14F-4D97-AF65-F5344CB8AC3E}">
        <p14:creationId xmlns:p14="http://schemas.microsoft.com/office/powerpoint/2010/main" val="41902318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/>
              <a:t>Edit the </a:t>
            </a:r>
            <a:r>
              <a:rPr lang="en-US" altLang="de-DE" dirty="0" err="1"/>
              <a:t>mastertitle</a:t>
            </a:r>
            <a:r>
              <a:rPr lang="en-US" altLang="de-DE" dirty="0"/>
              <a:t> format by clicking</a:t>
            </a:r>
            <a:br>
              <a:rPr lang="en-US" altLang="de-DE" dirty="0"/>
            </a:br>
            <a:r>
              <a:rPr lang="en-US" altLang="de-DE" dirty="0"/>
              <a:t>Example for the use of a double-spaced title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2"/>
          </p:nvPr>
        </p:nvSpPr>
        <p:spPr/>
        <p:txBody>
          <a:bodyPr lIns="0" tIns="0" rIns="0" bIns="0" anchor="t"/>
          <a:lstStyle/>
          <a:p>
            <a:endParaRPr lang="de-DE" dirty="0"/>
          </a:p>
        </p:txBody>
      </p:sp>
      <p:pic>
        <p:nvPicPr>
          <p:cNvPr id="4" name="Grafik 3" descr="Ein Bild, das Text, Screenshot, Schrift, Reihe enthält.&#10;&#10;KI-generierte Inhalte können fehlerhaft sein.">
            <a:extLst>
              <a:ext uri="{FF2B5EF4-FFF2-40B4-BE49-F238E27FC236}">
                <a16:creationId xmlns:a16="http://schemas.microsoft.com/office/drawing/2014/main" id="{F7619254-036D-E8FA-5422-2B11A4DE95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78750"/>
            <a:ext cx="9144000" cy="110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65965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/>
              <a:t>Edit the </a:t>
            </a:r>
            <a:r>
              <a:rPr lang="en-US" altLang="de-DE" dirty="0" err="1"/>
              <a:t>mastertitle</a:t>
            </a:r>
            <a:r>
              <a:rPr lang="en-US" altLang="de-DE" dirty="0"/>
              <a:t> format by clicking</a:t>
            </a:r>
            <a:br>
              <a:rPr lang="en-US" altLang="de-DE" dirty="0"/>
            </a:br>
            <a:r>
              <a:rPr lang="en-US" altLang="de-DE" dirty="0"/>
              <a:t>Example for the use of a double-spaced title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Picture title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First Level</a:t>
            </a:r>
          </a:p>
          <a:p>
            <a:pPr lvl="1"/>
            <a:r>
              <a:rPr lang="de-DE" dirty="0"/>
              <a:t>Second Level</a:t>
            </a:r>
          </a:p>
          <a:p>
            <a:pPr lvl="2"/>
            <a:r>
              <a:rPr lang="de-DE" dirty="0"/>
              <a:t>Third Level</a:t>
            </a:r>
          </a:p>
          <a:p>
            <a:pPr lvl="3"/>
            <a:r>
              <a:rPr lang="de-DE" dirty="0" err="1"/>
              <a:t>Fourth</a:t>
            </a:r>
            <a:r>
              <a:rPr lang="de-DE" dirty="0"/>
              <a:t> Level</a:t>
            </a:r>
          </a:p>
          <a:p>
            <a:pPr lvl="4"/>
            <a:r>
              <a:rPr lang="de-DE" dirty="0" err="1"/>
              <a:t>Fifth</a:t>
            </a:r>
            <a:r>
              <a:rPr lang="de-DE" dirty="0"/>
              <a:t> Level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25477171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/>
              <a:t>Edit the </a:t>
            </a:r>
            <a:r>
              <a:rPr lang="en-US" altLang="de-DE" dirty="0" err="1"/>
              <a:t>mastertitle</a:t>
            </a:r>
            <a:r>
              <a:rPr lang="en-US" altLang="de-DE" dirty="0"/>
              <a:t> format by clicking</a:t>
            </a:r>
            <a:br>
              <a:rPr lang="en-US" altLang="de-DE" dirty="0"/>
            </a:br>
            <a:r>
              <a:rPr lang="en-US" altLang="de-DE" dirty="0"/>
              <a:t>Example for the use of a double-spaced title</a:t>
            </a:r>
            <a:endParaRPr lang="de-DE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Picture title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First Level</a:t>
            </a:r>
          </a:p>
          <a:p>
            <a:pPr lvl="1"/>
            <a:r>
              <a:rPr lang="de-DE" dirty="0"/>
              <a:t>Second Level</a:t>
            </a:r>
          </a:p>
          <a:p>
            <a:pPr lvl="2"/>
            <a:r>
              <a:rPr lang="de-DE" dirty="0"/>
              <a:t>Third Level</a:t>
            </a:r>
          </a:p>
          <a:p>
            <a:pPr lvl="3"/>
            <a:r>
              <a:rPr lang="de-DE" dirty="0" err="1"/>
              <a:t>Fourth</a:t>
            </a:r>
            <a:r>
              <a:rPr lang="de-DE" dirty="0"/>
              <a:t> Level</a:t>
            </a:r>
          </a:p>
          <a:p>
            <a:pPr lvl="4"/>
            <a:r>
              <a:rPr lang="de-DE" dirty="0" err="1"/>
              <a:t>Fifth</a:t>
            </a:r>
            <a:r>
              <a:rPr lang="de-DE" dirty="0"/>
              <a:t> Level</a:t>
            </a:r>
          </a:p>
        </p:txBody>
      </p:sp>
      <p:sp>
        <p:nvSpPr>
          <p:cNvPr id="3" name="Bildplatzhalter 2"/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31558108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/>
              <a:t>Edit the </a:t>
            </a:r>
            <a:r>
              <a:rPr lang="en-US" altLang="de-DE" dirty="0" err="1"/>
              <a:t>mastertitle</a:t>
            </a:r>
            <a:r>
              <a:rPr lang="en-US" altLang="de-DE" dirty="0"/>
              <a:t> format by clicking</a:t>
            </a:r>
            <a:br>
              <a:rPr lang="en-US" altLang="de-DE" dirty="0"/>
            </a:br>
            <a:r>
              <a:rPr lang="en-US" altLang="de-DE" dirty="0"/>
              <a:t>Example for the use of a double-spaced title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/>
              <a:t>Picture title </a:t>
            </a:r>
            <a:r>
              <a:rPr lang="de-DE" dirty="0" err="1"/>
              <a:t>or</a:t>
            </a:r>
            <a:r>
              <a:rPr lang="de-DE" dirty="0"/>
              <a:t> </a:t>
            </a:r>
            <a:r>
              <a:rPr lang="de-DE" dirty="0" err="1"/>
              <a:t>description</a:t>
            </a:r>
            <a:endParaRPr lang="de-DE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4"/>
          </p:nvPr>
        </p:nvSpPr>
        <p:spPr/>
      </p:sp>
    </p:spTree>
    <p:extLst>
      <p:ext uri="{BB962C8B-B14F-4D97-AF65-F5344CB8AC3E}">
        <p14:creationId xmlns:p14="http://schemas.microsoft.com/office/powerpoint/2010/main" val="9413470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/>
              <a:t>Edit the </a:t>
            </a:r>
            <a:r>
              <a:rPr lang="en-US" altLang="de-DE" dirty="0" err="1"/>
              <a:t>mastertitle</a:t>
            </a:r>
            <a:r>
              <a:rPr lang="en-US" altLang="de-DE" dirty="0"/>
              <a:t> format by clicking</a:t>
            </a:r>
            <a:br>
              <a:rPr lang="en-US" altLang="de-DE" dirty="0"/>
            </a:br>
            <a:r>
              <a:rPr lang="en-US" altLang="de-DE" dirty="0"/>
              <a:t>Example for the use of a double-spaced title</a:t>
            </a:r>
            <a:endParaRPr lang="de-DE" dirty="0"/>
          </a:p>
        </p:txBody>
      </p:sp>
      <p:sp>
        <p:nvSpPr>
          <p:cNvPr id="3" name="Diagrammplatzhalter 2"/>
          <p:cNvSpPr>
            <a:spLocks noGrp="1"/>
          </p:cNvSpPr>
          <p:nvPr>
            <p:ph type="chart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7144691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/>
              <a:t>Edit the </a:t>
            </a:r>
            <a:r>
              <a:rPr lang="en-US" altLang="de-DE" dirty="0" err="1"/>
              <a:t>mastertitle</a:t>
            </a:r>
            <a:r>
              <a:rPr lang="en-US" altLang="de-DE" dirty="0"/>
              <a:t> format by clicking</a:t>
            </a:r>
            <a:br>
              <a:rPr lang="en-US" altLang="de-DE" dirty="0"/>
            </a:br>
            <a:r>
              <a:rPr lang="en-US" altLang="de-DE" dirty="0"/>
              <a:t>Example for the use of a double-spaced title</a:t>
            </a:r>
            <a:endParaRPr lang="de-DE" dirty="0"/>
          </a:p>
        </p:txBody>
      </p:sp>
      <p:graphicFrame>
        <p:nvGraphicFramePr>
          <p:cNvPr id="4" name="Diagramm 7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4001439416"/>
              </p:ext>
            </p:extLst>
          </p:nvPr>
        </p:nvGraphicFramePr>
        <p:xfrm>
          <a:off x="287338" y="871538"/>
          <a:ext cx="8569325" cy="529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4823051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/>
              <a:t>Edit the </a:t>
            </a:r>
            <a:r>
              <a:rPr lang="en-US" altLang="de-DE" dirty="0" err="1"/>
              <a:t>mastertitle</a:t>
            </a:r>
            <a:r>
              <a:rPr lang="en-US" altLang="de-DE" dirty="0"/>
              <a:t> format by clicking</a:t>
            </a:r>
            <a:br>
              <a:rPr lang="en-US" altLang="de-DE" dirty="0"/>
            </a:br>
            <a:r>
              <a:rPr lang="en-US" altLang="de-DE" dirty="0"/>
              <a:t>Example for the use of a double-spaced title</a:t>
            </a:r>
            <a:endParaRPr lang="de-DE" dirty="0"/>
          </a:p>
        </p:txBody>
      </p:sp>
      <p:graphicFrame>
        <p:nvGraphicFramePr>
          <p:cNvPr id="4" name="Diagramm 7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1942223346"/>
              </p:ext>
            </p:extLst>
          </p:nvPr>
        </p:nvGraphicFramePr>
        <p:xfrm>
          <a:off x="287338" y="871538"/>
          <a:ext cx="8569325" cy="52911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4891850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de-DE" dirty="0"/>
              <a:t>Edit the </a:t>
            </a:r>
            <a:r>
              <a:rPr lang="en-US" altLang="de-DE" dirty="0" err="1"/>
              <a:t>mastertitle</a:t>
            </a:r>
            <a:r>
              <a:rPr lang="en-US" altLang="de-DE" dirty="0"/>
              <a:t> format by clicking</a:t>
            </a:r>
            <a:br>
              <a:rPr lang="en-US" altLang="de-DE" dirty="0"/>
            </a:br>
            <a:r>
              <a:rPr lang="en-US" altLang="de-DE" dirty="0"/>
              <a:t>Example for the use of a double-spaced title</a:t>
            </a:r>
            <a:endParaRPr lang="de-DE" dirty="0"/>
          </a:p>
        </p:txBody>
      </p:sp>
      <p:graphicFrame>
        <p:nvGraphicFramePr>
          <p:cNvPr id="4" name="Diagramm 7"/>
          <p:cNvGraphicFramePr>
            <a:graphicFrameLocks noGrp="1"/>
          </p:cNvGraphicFramePr>
          <p:nvPr>
            <p:ph type="chart" sz="quarter" idx="13"/>
            <p:extLst>
              <p:ext uri="{D42A27DB-BD31-4B8C-83A1-F6EECF244321}">
                <p14:modId xmlns:p14="http://schemas.microsoft.com/office/powerpoint/2010/main" val="1109342354"/>
              </p:ext>
            </p:extLst>
          </p:nvPr>
        </p:nvGraphicFramePr>
        <p:xfrm>
          <a:off x="287338" y="871538"/>
          <a:ext cx="8569325" cy="529113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9592903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E.ON </a:t>
            </a:r>
            <a:r>
              <a:rPr lang="de-DE" dirty="0" err="1"/>
              <a:t>Energy</a:t>
            </a:r>
            <a:r>
              <a:rPr lang="de-DE" dirty="0"/>
              <a:t> Research Center</a:t>
            </a:r>
          </a:p>
          <a:p>
            <a:r>
              <a:rPr lang="de-DE" dirty="0" err="1"/>
              <a:t>Mathieustraße</a:t>
            </a:r>
            <a:r>
              <a:rPr lang="de-DE" dirty="0"/>
              <a:t> 10</a:t>
            </a:r>
          </a:p>
          <a:p>
            <a:r>
              <a:rPr lang="de-DE" dirty="0"/>
              <a:t>52074 Aachen</a:t>
            </a:r>
          </a:p>
          <a:p>
            <a:r>
              <a:rPr lang="de-DE" dirty="0"/>
              <a:t>Germany</a:t>
            </a:r>
          </a:p>
          <a:p>
            <a:endParaRPr lang="de-DE" dirty="0"/>
          </a:p>
          <a:p>
            <a:r>
              <a:rPr lang="de-DE" dirty="0"/>
              <a:t>FIRST NAME SURNAME</a:t>
            </a:r>
          </a:p>
          <a:p>
            <a:r>
              <a:rPr lang="de-DE" dirty="0"/>
              <a:t>T +49 241 80 49xxx</a:t>
            </a:r>
          </a:p>
          <a:p>
            <a:r>
              <a:rPr lang="de-DE" dirty="0"/>
              <a:t>F +49 241 80 49xxx</a:t>
            </a:r>
          </a:p>
          <a:p>
            <a:r>
              <a:rPr lang="de-DE" dirty="0"/>
              <a:t>xxx@eonerc.rwth-aachen.de</a:t>
            </a:r>
          </a:p>
          <a:p>
            <a:endParaRPr lang="de-DE" dirty="0"/>
          </a:p>
          <a:p>
            <a:r>
              <a:rPr lang="de-DE" dirty="0"/>
              <a:t>Further Information:</a:t>
            </a:r>
          </a:p>
          <a:p>
            <a:endParaRPr lang="de-DE" dirty="0"/>
          </a:p>
          <a:p>
            <a:r>
              <a:rPr lang="de-DE" dirty="0"/>
              <a:t>http://www.eonerc.rwth-aachen.de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/>
              <a:t>Contact</a:t>
            </a:r>
            <a:endParaRPr lang="de-DE" dirty="0"/>
          </a:p>
        </p:txBody>
      </p:sp>
      <p:sp>
        <p:nvSpPr>
          <p:cNvPr id="2" name="Bildplatzhalter 1"/>
          <p:cNvSpPr>
            <a:spLocks noGrp="1"/>
          </p:cNvSpPr>
          <p:nvPr>
            <p:ph type="pic" sz="quarter" idx="15"/>
          </p:nvPr>
        </p:nvSpPr>
        <p:spPr/>
      </p:sp>
    </p:spTree>
    <p:extLst>
      <p:ext uri="{BB962C8B-B14F-4D97-AF65-F5344CB8AC3E}">
        <p14:creationId xmlns:p14="http://schemas.microsoft.com/office/powerpoint/2010/main" val="22278157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dirty="0"/>
              <a:t>E.ON </a:t>
            </a:r>
            <a:r>
              <a:rPr lang="de-DE" dirty="0" err="1"/>
              <a:t>Energy</a:t>
            </a:r>
            <a:r>
              <a:rPr lang="de-DE" dirty="0"/>
              <a:t> Research Center</a:t>
            </a:r>
          </a:p>
          <a:p>
            <a:r>
              <a:rPr lang="de-DE" dirty="0" err="1"/>
              <a:t>Mathieustraße</a:t>
            </a:r>
            <a:r>
              <a:rPr lang="de-DE" dirty="0"/>
              <a:t> 10</a:t>
            </a:r>
          </a:p>
          <a:p>
            <a:r>
              <a:rPr lang="de-DE" dirty="0"/>
              <a:t>52074 Aachen</a:t>
            </a:r>
          </a:p>
          <a:p>
            <a:r>
              <a:rPr lang="de-DE" dirty="0"/>
              <a:t>Germany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 dirty="0"/>
              <a:t>FIRST NAME SURNAME</a:t>
            </a:r>
          </a:p>
          <a:p>
            <a:r>
              <a:rPr lang="de-DE" dirty="0"/>
              <a:t>T +49 241 80 49xxx</a:t>
            </a:r>
          </a:p>
          <a:p>
            <a:r>
              <a:rPr lang="de-DE" dirty="0"/>
              <a:t>F +49 241 80 49xxx</a:t>
            </a:r>
          </a:p>
          <a:p>
            <a:r>
              <a:rPr lang="de-DE" dirty="0"/>
              <a:t>xxx@eonerc.rwth-aachen.de</a:t>
            </a:r>
          </a:p>
          <a:p>
            <a:r>
              <a:rPr lang="de-DE" dirty="0"/>
              <a:t>http://www.eonerc.rwth-aachen.de</a:t>
            </a:r>
          </a:p>
          <a:p>
            <a:endParaRPr lang="de-DE" dirty="0"/>
          </a:p>
        </p:txBody>
      </p:sp>
      <p:sp>
        <p:nvSpPr>
          <p:cNvPr id="5" name="Textplatzhalter 4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/>
              <a:t>Contact</a:t>
            </a:r>
            <a:endParaRPr lang="de-DE" dirty="0"/>
          </a:p>
        </p:txBody>
      </p:sp>
      <p:pic>
        <p:nvPicPr>
          <p:cNvPr id="10" name="Bildplatzhalter 9"/>
          <p:cNvPicPr>
            <a:picLocks noGrp="1" noChangeAspect="1"/>
          </p:cNvPicPr>
          <p:nvPr>
            <p:ph type="pic" sz="quarter" idx="15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" r="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11392934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de-DE" sz="1600" b="1" dirty="0" err="1"/>
              <a:t>Contact</a:t>
            </a:r>
            <a:endParaRPr lang="de-DE" sz="1600" b="1" dirty="0"/>
          </a:p>
          <a:p>
            <a:endParaRPr lang="de-DE" dirty="0"/>
          </a:p>
          <a:p>
            <a:r>
              <a:rPr lang="de-DE" dirty="0"/>
              <a:t>E.ON </a:t>
            </a:r>
            <a:r>
              <a:rPr lang="de-DE" dirty="0" err="1"/>
              <a:t>Energy</a:t>
            </a:r>
            <a:r>
              <a:rPr lang="de-DE" dirty="0"/>
              <a:t> Research Center</a:t>
            </a:r>
          </a:p>
          <a:p>
            <a:r>
              <a:rPr lang="de-DE" dirty="0" err="1"/>
              <a:t>Mathieustraße</a:t>
            </a:r>
            <a:r>
              <a:rPr lang="de-DE" dirty="0"/>
              <a:t> 10</a:t>
            </a:r>
          </a:p>
          <a:p>
            <a:r>
              <a:rPr lang="de-DE" dirty="0"/>
              <a:t>52074 Aachen</a:t>
            </a:r>
          </a:p>
          <a:p>
            <a:r>
              <a:rPr lang="de-DE" dirty="0"/>
              <a:t>Germany</a:t>
            </a:r>
          </a:p>
          <a:p>
            <a:endParaRPr lang="de-DE" dirty="0"/>
          </a:p>
          <a:p>
            <a:r>
              <a:rPr lang="de-DE" dirty="0"/>
              <a:t>FIRST NAME SURNAME</a:t>
            </a:r>
          </a:p>
          <a:p>
            <a:r>
              <a:rPr lang="de-DE" dirty="0"/>
              <a:t>T +49 241 80 49xxx</a:t>
            </a:r>
          </a:p>
          <a:p>
            <a:r>
              <a:rPr lang="de-DE" dirty="0"/>
              <a:t>F +49 241 80 49xxx</a:t>
            </a:r>
          </a:p>
          <a:p>
            <a:r>
              <a:rPr lang="de-DE" dirty="0"/>
              <a:t>xxx@eonerc.rwth-aachen.de</a:t>
            </a:r>
          </a:p>
          <a:p>
            <a:endParaRPr lang="de-DE" dirty="0"/>
          </a:p>
          <a:p>
            <a:r>
              <a:rPr lang="de-DE" dirty="0"/>
              <a:t>Further Information:</a:t>
            </a:r>
          </a:p>
          <a:p>
            <a:endParaRPr lang="de-DE" dirty="0"/>
          </a:p>
          <a:p>
            <a:r>
              <a:rPr lang="de-DE" dirty="0"/>
              <a:t>http://www.eonerc.rwth-aachen.de</a:t>
            </a:r>
          </a:p>
        </p:txBody>
      </p:sp>
    </p:spTree>
    <p:extLst>
      <p:ext uri="{BB962C8B-B14F-4D97-AF65-F5344CB8AC3E}">
        <p14:creationId xmlns:p14="http://schemas.microsoft.com/office/powerpoint/2010/main" val="151808896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1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3" name="Textplatzhalter 2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21"/>
          </p:nvPr>
        </p:nvSpPr>
        <p:spPr/>
      </p:sp>
      <p:sp>
        <p:nvSpPr>
          <p:cNvPr id="5" name="Textplatzhalter 4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  <p:sp>
        <p:nvSpPr>
          <p:cNvPr id="6" name="Bildplatzhalter 5"/>
          <p:cNvSpPr>
            <a:spLocks noGrp="1"/>
          </p:cNvSpPr>
          <p:nvPr>
            <p:ph type="pic" sz="quarter" idx="23"/>
          </p:nvPr>
        </p:nvSpPr>
        <p:spPr/>
      </p:sp>
      <p:sp>
        <p:nvSpPr>
          <p:cNvPr id="7" name="Textplatzhalter 6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25"/>
          </p:nvPr>
        </p:nvSpPr>
        <p:spPr/>
      </p:sp>
      <p:sp>
        <p:nvSpPr>
          <p:cNvPr id="9" name="Textplatzhalter 8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  <p:sp>
        <p:nvSpPr>
          <p:cNvPr id="10" name="Bildplatzhalter 9"/>
          <p:cNvSpPr>
            <a:spLocks noGrp="1"/>
          </p:cNvSpPr>
          <p:nvPr>
            <p:ph type="pic" sz="quarter" idx="27"/>
          </p:nvPr>
        </p:nvSpPr>
        <p:spPr/>
      </p:sp>
      <p:sp>
        <p:nvSpPr>
          <p:cNvPr id="11" name="Textplatzhalter 10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r>
              <a:rPr lang="de-DE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09272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ildplatzhalter 1"/>
          <p:cNvSpPr>
            <a:spLocks noGrp="1"/>
          </p:cNvSpPr>
          <p:nvPr>
            <p:ph type="pic" sz="quarter" idx="12"/>
          </p:nvPr>
        </p:nvSpPr>
        <p:spPr/>
      </p:sp>
      <p:sp>
        <p:nvSpPr>
          <p:cNvPr id="3" name="Textplatzhalter 2"/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quarter" idx="19"/>
          </p:nvPr>
        </p:nvSpPr>
        <p:spPr/>
      </p:sp>
      <p:sp>
        <p:nvSpPr>
          <p:cNvPr id="5" name="Textplatzhalter 4"/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  <p:sp>
        <p:nvSpPr>
          <p:cNvPr id="6" name="Bildplatzhalter 5"/>
          <p:cNvSpPr>
            <a:spLocks noGrp="1"/>
          </p:cNvSpPr>
          <p:nvPr>
            <p:ph type="pic" sz="quarter" idx="21"/>
          </p:nvPr>
        </p:nvSpPr>
        <p:spPr/>
      </p:sp>
      <p:sp>
        <p:nvSpPr>
          <p:cNvPr id="7" name="Textplatzhalter 6"/>
          <p:cNvSpPr>
            <a:spLocks noGrp="1"/>
          </p:cNvSpPr>
          <p:nvPr>
            <p:ph type="body" sz="quarter" idx="22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  <p:sp>
        <p:nvSpPr>
          <p:cNvPr id="8" name="Bildplatzhalter 7"/>
          <p:cNvSpPr>
            <a:spLocks noGrp="1"/>
          </p:cNvSpPr>
          <p:nvPr>
            <p:ph type="pic" sz="quarter" idx="23"/>
          </p:nvPr>
        </p:nvSpPr>
        <p:spPr/>
      </p:sp>
      <p:sp>
        <p:nvSpPr>
          <p:cNvPr id="9" name="Textplatzhalter 8"/>
          <p:cNvSpPr>
            <a:spLocks noGrp="1"/>
          </p:cNvSpPr>
          <p:nvPr>
            <p:ph type="body" sz="quarter" idx="24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  <p:sp>
        <p:nvSpPr>
          <p:cNvPr id="10" name="Bildplatzhalter 9"/>
          <p:cNvSpPr>
            <a:spLocks noGrp="1"/>
          </p:cNvSpPr>
          <p:nvPr>
            <p:ph type="pic" sz="quarter" idx="25"/>
          </p:nvPr>
        </p:nvSpPr>
        <p:spPr/>
      </p:sp>
      <p:sp>
        <p:nvSpPr>
          <p:cNvPr id="11" name="Textplatzhalter 10"/>
          <p:cNvSpPr>
            <a:spLocks noGrp="1"/>
          </p:cNvSpPr>
          <p:nvPr>
            <p:ph type="body" sz="quarter" idx="26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  <p:sp>
        <p:nvSpPr>
          <p:cNvPr id="12" name="Bildplatzhalter 11"/>
          <p:cNvSpPr>
            <a:spLocks noGrp="1"/>
          </p:cNvSpPr>
          <p:nvPr>
            <p:ph type="pic" sz="quarter" idx="27"/>
          </p:nvPr>
        </p:nvSpPr>
        <p:spPr/>
      </p:sp>
      <p:sp>
        <p:nvSpPr>
          <p:cNvPr id="13" name="Textplatzhalter 12"/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r>
              <a:rPr lang="de-DE" dirty="0" err="1"/>
              <a:t>Thanks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our</a:t>
            </a:r>
            <a:r>
              <a:rPr lang="de-DE" dirty="0"/>
              <a:t> </a:t>
            </a:r>
            <a:r>
              <a:rPr lang="de-DE" dirty="0" err="1"/>
              <a:t>partner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28621586"/>
      </p:ext>
    </p:extLst>
  </p:cSld>
  <p:clrMapOvr>
    <a:masterClrMapping/>
  </p:clrMapOvr>
</p:sld>
</file>

<file path=ppt/theme/theme1.xml><?xml version="1.0" encoding="utf-8"?>
<a:theme xmlns:a="http://schemas.openxmlformats.org/drawingml/2006/main" name="Folienmaster ACS | E.ON ERC - Content slides">
  <a:themeElements>
    <a:clrScheme name="RWTH E.ON">
      <a:dk1>
        <a:sysClr val="windowText" lastClr="000000"/>
      </a:dk1>
      <a:lt1>
        <a:sysClr val="window" lastClr="FFFFFF"/>
      </a:lt1>
      <a:dk2>
        <a:srgbClr val="DD402D"/>
      </a:dk2>
      <a:lt2>
        <a:srgbClr val="9D9EA0"/>
      </a:lt2>
      <a:accent1>
        <a:srgbClr val="DD402D"/>
      </a:accent1>
      <a:accent2>
        <a:srgbClr val="9D9EA0"/>
      </a:accent2>
      <a:accent3>
        <a:srgbClr val="000000"/>
      </a:accent3>
      <a:accent4>
        <a:srgbClr val="FFFFFF"/>
      </a:accent4>
      <a:accent5>
        <a:srgbClr val="DD402D"/>
      </a:accent5>
      <a:accent6>
        <a:srgbClr val="9D9EA0"/>
      </a:accent6>
      <a:hlink>
        <a:srgbClr val="000000"/>
      </a:hlink>
      <a:folHlink>
        <a:srgbClr val="9D9EA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>
        <a:spAutoFit/>
      </a:bodyPr>
      <a:lstStyle>
        <a:defPPr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2016-05-20-ACS-Folienmaster-en.pptx" id="{5DCF17E3-4A9B-4C69-878E-9851A02816EE}" vid="{A05249B5-ED44-4D6B-ADA1-8F406F3EDA75}"/>
    </a:ext>
  </a:extLst>
</a:theme>
</file>

<file path=ppt/theme/theme2.xml><?xml version="1.0" encoding="utf-8"?>
<a:theme xmlns:a="http://schemas.openxmlformats.org/drawingml/2006/main" name="Folienmaster ACS | E.ON ERC - Title-/Last-slides">
  <a:themeElements>
    <a:clrScheme name="RWTH E.ON">
      <a:dk1>
        <a:sysClr val="windowText" lastClr="000000"/>
      </a:dk1>
      <a:lt1>
        <a:sysClr val="window" lastClr="FFFFFF"/>
      </a:lt1>
      <a:dk2>
        <a:srgbClr val="DD402D"/>
      </a:dk2>
      <a:lt2>
        <a:srgbClr val="9D9EA0"/>
      </a:lt2>
      <a:accent1>
        <a:srgbClr val="DD402D"/>
      </a:accent1>
      <a:accent2>
        <a:srgbClr val="9D9EA0"/>
      </a:accent2>
      <a:accent3>
        <a:srgbClr val="000000"/>
      </a:accent3>
      <a:accent4>
        <a:srgbClr val="FFFFFF"/>
      </a:accent4>
      <a:accent5>
        <a:srgbClr val="DD402D"/>
      </a:accent5>
      <a:accent6>
        <a:srgbClr val="9D9EA0"/>
      </a:accent6>
      <a:hlink>
        <a:srgbClr val="000000"/>
      </a:hlink>
      <a:folHlink>
        <a:srgbClr val="9D9EA0"/>
      </a:folHlink>
    </a:clrScheme>
    <a:fontScheme name="Arial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lIns="0" tIns="0" rIns="0" bIns="0" rtlCol="0">
        <a:spAutoFit/>
      </a:bodyPr>
      <a:lstStyle>
        <a:defPPr>
          <a:defRPr sz="14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2016-05-20-ACS-Folienmaster-en.pptx" id="{5DCF17E3-4A9B-4C69-878E-9851A02816EE}" vid="{D8D17469-2408-494F-BA4B-B64C8C58EA26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427</Words>
  <Application>Microsoft Office PowerPoint</Application>
  <PresentationFormat>Bildschirmpräsentation (4:3)</PresentationFormat>
  <Paragraphs>99</Paragraphs>
  <Slides>25</Slides>
  <Notes>0</Notes>
  <HiddenSlides>0</HiddenSlides>
  <MMClips>0</MMClips>
  <ScaleCrop>false</ScaleCrop>
  <HeadingPairs>
    <vt:vector size="4" baseType="variant">
      <vt:variant>
        <vt:lpstr>Design</vt:lpstr>
      </vt:variant>
      <vt:variant>
        <vt:i4>2</vt:i4>
      </vt:variant>
      <vt:variant>
        <vt:lpstr>Folientitel</vt:lpstr>
      </vt:variant>
      <vt:variant>
        <vt:i4>25</vt:i4>
      </vt:variant>
    </vt:vector>
  </HeadingPairs>
  <TitlesOfParts>
    <vt:vector size="27" baseType="lpstr">
      <vt:lpstr>Folienmaster ACS | E.ON ERC - Content slides</vt:lpstr>
      <vt:lpstr>Folienmaster ACS | E.ON ERC - Title-/Last-slides</vt:lpstr>
      <vt:lpstr>HiWi Reports</vt:lpstr>
      <vt:lpstr>Date and timestamp do not match after anonymization</vt:lpstr>
      <vt:lpstr>Filtered Data has higher overall score </vt:lpstr>
      <vt:lpstr>Filtered Data has higher overall score </vt:lpstr>
      <vt:lpstr>Filtered Data has higher overall score </vt:lpstr>
      <vt:lpstr>Sample Title, 3rd Version</vt:lpstr>
      <vt:lpstr>Sample Title, 2nd Version</vt:lpstr>
      <vt:lpstr>Sample Title, 4th Version</vt:lpstr>
      <vt:lpstr>Sample Title, 5th Version</vt:lpstr>
      <vt:lpstr>Sample Title, 6th Version</vt:lpstr>
      <vt:lpstr>Sample Title, 7th Version (logo of partner)</vt:lpstr>
      <vt:lpstr>Edit the mastertitle format by clicking Example for the use of a double-spaced title</vt:lpstr>
      <vt:lpstr>Edit the mastertitle format by clicking Example for the use of a double-spaced title</vt:lpstr>
      <vt:lpstr>Edit the mastertitle format by clicking Example for the use of a double-spaced title</vt:lpstr>
      <vt:lpstr>Edit the mastertitle format by clicking Example for the use of a double-spaced title</vt:lpstr>
      <vt:lpstr>Edit the mastertitle format by clicking Example for the use of a double-spaced title</vt:lpstr>
      <vt:lpstr>Edit the mastertitle format by clicking Example for the use of a double-spaced title</vt:lpstr>
      <vt:lpstr>Edit the mastertitle format by clicking Example for the use of a double-spaced title</vt:lpstr>
      <vt:lpstr>Edit the mastertitle format by clicking Example for the use of a double-spaced title</vt:lpstr>
      <vt:lpstr>Edit the mastertitle format by clicking Example for the use of a double-spaced title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E.ON Energy Research Center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Beispiel-Titel, 1. Variante</dc:title>
  <dc:creator>Andre Trebels</dc:creator>
  <cp:lastModifiedBy>cloudconvert_13</cp:lastModifiedBy>
  <cp:revision>272</cp:revision>
  <cp:lastPrinted>2015-12-23T08:25:11Z</cp:lastPrinted>
  <dcterms:created xsi:type="dcterms:W3CDTF">2015-11-17T07:05:56Z</dcterms:created>
  <dcterms:modified xsi:type="dcterms:W3CDTF">2026-05-11T11:46:38Z</dcterms:modified>
</cp:coreProperties>
</file>