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charts/chart4.xml" ContentType="application/vnd.openxmlformats-officedocument.drawingml.chart+xml"/>
  <Override PartName="/ppt/charts/style4.xml" ContentType="application/vnd.ms-office.chartstyle+xml"/>
  <Override PartName="/ppt/charts/colors4.xml" ContentType="application/vnd.ms-office.chartcolorstyle+xml"/>
  <Override PartName="/ppt/charts/chart5.xml" ContentType="application/vnd.openxmlformats-officedocument.drawingml.chart+xml"/>
  <Override PartName="/ppt/charts/style5.xml" ContentType="application/vnd.ms-office.chartstyle+xml"/>
  <Override PartName="/ppt/charts/colors5.xml" ContentType="application/vnd.ms-office.chartcolorstyle+xml"/>
  <Override PartName="/ppt/charts/chart6.xml" ContentType="application/vnd.openxmlformats-officedocument.drawingml.chart+xml"/>
  <Override PartName="/ppt/charts/style6.xml" ContentType="application/vnd.ms-office.chartstyle+xml"/>
  <Override PartName="/ppt/charts/colors6.xml" ContentType="application/vnd.ms-office.chartcolorstyle+xml"/>
  <Override PartName="/ppt/charts/chart7.xml" ContentType="application/vnd.openxmlformats-officedocument.drawingml.chart+xml"/>
  <Override PartName="/ppt/charts/style7.xml" ContentType="application/vnd.ms-office.chartstyle+xml"/>
  <Override PartName="/ppt/charts/colors7.xml" ContentType="application/vnd.ms-office.chartcolorstyle+xml"/>
  <Override PartName="/ppt/charts/chart8.xml" ContentType="application/vnd.openxmlformats-officedocument.drawingml.chart+xml"/>
  <Override PartName="/ppt/charts/chart9.xml" ContentType="application/vnd.openxmlformats-officedocument.drawingml.chart+xml"/>
  <Override PartName="/ppt/charts/chart10.xml" ContentType="application/vnd.openxmlformats-officedocument.drawingml.char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738" r:id="rId1"/>
    <p:sldMasterId id="2147483793" r:id="rId2"/>
  </p:sldMasterIdLst>
  <p:notesMasterIdLst>
    <p:notesMasterId r:id="rId74"/>
  </p:notesMasterIdLst>
  <p:handoutMasterIdLst>
    <p:handoutMasterId r:id="rId75"/>
  </p:handoutMasterIdLst>
  <p:sldIdLst>
    <p:sldId id="309" r:id="rId3"/>
    <p:sldId id="332" r:id="rId4"/>
    <p:sldId id="334" r:id="rId5"/>
    <p:sldId id="333" r:id="rId6"/>
    <p:sldId id="277" r:id="rId7"/>
    <p:sldId id="336" r:id="rId8"/>
    <p:sldId id="337" r:id="rId9"/>
    <p:sldId id="343" r:id="rId10"/>
    <p:sldId id="354" r:id="rId11"/>
    <p:sldId id="353" r:id="rId12"/>
    <p:sldId id="352" r:id="rId13"/>
    <p:sldId id="356" r:id="rId14"/>
    <p:sldId id="344" r:id="rId15"/>
    <p:sldId id="358" r:id="rId16"/>
    <p:sldId id="359" r:id="rId17"/>
    <p:sldId id="364" r:id="rId18"/>
    <p:sldId id="369" r:id="rId19"/>
    <p:sldId id="378" r:id="rId20"/>
    <p:sldId id="370" r:id="rId21"/>
    <p:sldId id="379" r:id="rId22"/>
    <p:sldId id="371" r:id="rId23"/>
    <p:sldId id="376" r:id="rId24"/>
    <p:sldId id="372" r:id="rId25"/>
    <p:sldId id="374" r:id="rId26"/>
    <p:sldId id="381" r:id="rId27"/>
    <p:sldId id="382" r:id="rId28"/>
    <p:sldId id="373" r:id="rId29"/>
    <p:sldId id="375" r:id="rId30"/>
    <p:sldId id="377" r:id="rId31"/>
    <p:sldId id="380" r:id="rId32"/>
    <p:sldId id="350" r:id="rId33"/>
    <p:sldId id="351" r:id="rId34"/>
    <p:sldId id="349" r:id="rId35"/>
    <p:sldId id="355" r:id="rId36"/>
    <p:sldId id="335" r:id="rId37"/>
    <p:sldId id="348" r:id="rId38"/>
    <p:sldId id="347" r:id="rId39"/>
    <p:sldId id="338" r:id="rId40"/>
    <p:sldId id="339" r:id="rId41"/>
    <p:sldId id="341" r:id="rId42"/>
    <p:sldId id="340" r:id="rId43"/>
    <p:sldId id="342" r:id="rId44"/>
    <p:sldId id="345" r:id="rId45"/>
    <p:sldId id="346" r:id="rId46"/>
    <p:sldId id="357" r:id="rId47"/>
    <p:sldId id="360" r:id="rId48"/>
    <p:sldId id="311" r:id="rId49"/>
    <p:sldId id="361" r:id="rId50"/>
    <p:sldId id="362" r:id="rId51"/>
    <p:sldId id="363" r:id="rId52"/>
    <p:sldId id="365" r:id="rId53"/>
    <p:sldId id="367" r:id="rId54"/>
    <p:sldId id="366" r:id="rId55"/>
    <p:sldId id="310" r:id="rId56"/>
    <p:sldId id="312" r:id="rId57"/>
    <p:sldId id="313" r:id="rId58"/>
    <p:sldId id="314" r:id="rId59"/>
    <p:sldId id="321" r:id="rId60"/>
    <p:sldId id="278" r:id="rId61"/>
    <p:sldId id="300" r:id="rId62"/>
    <p:sldId id="301" r:id="rId63"/>
    <p:sldId id="302" r:id="rId64"/>
    <p:sldId id="331" r:id="rId65"/>
    <p:sldId id="296" r:id="rId66"/>
    <p:sldId id="297" r:id="rId67"/>
    <p:sldId id="298" r:id="rId68"/>
    <p:sldId id="326" r:id="rId69"/>
    <p:sldId id="327" r:id="rId70"/>
    <p:sldId id="328" r:id="rId71"/>
    <p:sldId id="329" r:id="rId72"/>
    <p:sldId id="330" r:id="rId73"/>
  </p:sldIdLst>
  <p:sldSz cx="9144000" cy="6858000" type="screen4x3"/>
  <p:notesSz cx="6797675" cy="9856788"/>
  <p:defaultTextStyle>
    <a:defPPr>
      <a:defRPr lang="de-DE"/>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guide id="3" orient="horz" pos="726">
          <p15:clr>
            <a:srgbClr val="A4A3A4"/>
          </p15:clr>
        </p15:guide>
        <p15:guide id="4" orient="horz" pos="4194">
          <p15:clr>
            <a:srgbClr val="A4A3A4"/>
          </p15:clr>
        </p15:guide>
        <p15:guide id="5" orient="horz" pos="3306">
          <p15:clr>
            <a:srgbClr val="A4A3A4"/>
          </p15:clr>
        </p15:guide>
        <p15:guide id="6" pos="5580">
          <p15:clr>
            <a:srgbClr val="A4A3A4"/>
          </p15:clr>
        </p15:guide>
        <p15:guide id="7" pos="186">
          <p15:clr>
            <a:srgbClr val="A4A3A4"/>
          </p15:clr>
        </p15:guide>
      </p15:sldGuideLst>
    </p:ext>
    <p:ext uri="{2D200454-40CA-4A62-9FC3-DE9A4176ACB9}">
      <p15:notesGuideLst xmlns:p15="http://schemas.microsoft.com/office/powerpoint/2012/main">
        <p15:guide id="1" orient="horz" pos="3223" userDrawn="1">
          <p15:clr>
            <a:srgbClr val="A4A3A4"/>
          </p15:clr>
        </p15:guide>
        <p15:guide id="2" pos="2235" userDrawn="1">
          <p15:clr>
            <a:srgbClr val="A4A3A4"/>
          </p15:clr>
        </p15:guide>
        <p15:guide id="3" orient="horz" pos="3104" userDrawn="1">
          <p15:clr>
            <a:srgbClr val="A4A3A4"/>
          </p15:clr>
        </p15:guide>
        <p15:guide id="4" pos="2142" userDrawn="1">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9D9EA0"/>
    <a:srgbClr val="DD402D"/>
  </p:clrMru>
  <p:extLst>
    <p:ext uri="{E76CE94A-603C-4142-B9EB-6D1370010A27}">
      <p14:discardImageEditData xmlns:p14="http://schemas.microsoft.com/office/powerpoint/2010/main" val="0"/>
    </p:ext>
    <p:ext uri="{D31A062A-798A-4329-ABDD-BBA856620510}">
      <p14:defaultImageDpi xmlns:p14="http://schemas.microsoft.com/office/powerpoint/2010/main" val="33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4FAC260-F90B-16C3-685F-8A1AAAA8CAD9}" v="1553" dt="2026-07-01T13:45:36.672"/>
    <p1510:client id="{BD40D971-7EEB-DA78-61ED-EC1CC087C9DD}" v="48" dt="2026-07-01T11:58:33.898"/>
    <p1510:client id="{F5398A78-82A5-873F-5812-DA7EE3AC5A3F}" v="2219" dt="2026-07-03T11:32:40.688"/>
  </p1510:revLst>
</p1510:revInfo>
</file>

<file path=ppt/tableStyles.xml><?xml version="1.0" encoding="utf-8"?>
<a:tblStyleLst xmlns:a="http://schemas.openxmlformats.org/drawingml/2006/main" def="{5C22544A-7EE6-4342-B048-85BDC9FD1C3A}">
  <a:tblStyle styleId="{5C22544A-7EE6-4342-B048-85BDC9FD1C3A}" styleName="Mittlere Formatvorlage 2 - Akz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Keine Formatvorlage, kein Raster">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guide orient="horz" pos="2160"/>
        <p:guide pos="2880"/>
        <p:guide orient="horz" pos="726"/>
        <p:guide orient="horz" pos="4194"/>
        <p:guide orient="horz" pos="3306"/>
        <p:guide pos="5580"/>
        <p:guide pos="186"/>
      </p:guideLst>
    </p:cSldViewPr>
  </p:slideViewPr>
  <p:notesViewPr>
    <p:cSldViewPr snapToGrid="0">
      <p:cViewPr>
        <p:scale>
          <a:sx n="1" d="2"/>
          <a:sy n="1" d="2"/>
        </p:scale>
        <p:origin x="0" y="0"/>
      </p:cViewPr>
      <p:guideLst>
        <p:guide orient="horz" pos="3223"/>
        <p:guide pos="2235"/>
        <p:guide orient="horz" pos="3104"/>
        <p:guide pos="2142"/>
      </p:guideLst>
    </p:cSldViewPr>
  </p:notes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4.xml"/><Relationship Id="rId21" Type="http://schemas.openxmlformats.org/officeDocument/2006/relationships/slide" Target="slides/slide19.xml"/><Relationship Id="rId42" Type="http://schemas.openxmlformats.org/officeDocument/2006/relationships/slide" Target="slides/slide40.xml"/><Relationship Id="rId47" Type="http://schemas.openxmlformats.org/officeDocument/2006/relationships/slide" Target="slides/slide45.xml"/><Relationship Id="rId63" Type="http://schemas.openxmlformats.org/officeDocument/2006/relationships/slide" Target="slides/slide61.xml"/><Relationship Id="rId68" Type="http://schemas.openxmlformats.org/officeDocument/2006/relationships/slide" Target="slides/slide66.xml"/><Relationship Id="rId16" Type="http://schemas.openxmlformats.org/officeDocument/2006/relationships/slide" Target="slides/slide14.xml"/><Relationship Id="rId11" Type="http://schemas.openxmlformats.org/officeDocument/2006/relationships/slide" Target="slides/slide9.xml"/><Relationship Id="rId32" Type="http://schemas.openxmlformats.org/officeDocument/2006/relationships/slide" Target="slides/slide30.xml"/><Relationship Id="rId37" Type="http://schemas.openxmlformats.org/officeDocument/2006/relationships/slide" Target="slides/slide35.xml"/><Relationship Id="rId53" Type="http://schemas.openxmlformats.org/officeDocument/2006/relationships/slide" Target="slides/slide51.xml"/><Relationship Id="rId58" Type="http://schemas.openxmlformats.org/officeDocument/2006/relationships/slide" Target="slides/slide56.xml"/><Relationship Id="rId74" Type="http://schemas.openxmlformats.org/officeDocument/2006/relationships/notesMaster" Target="notesMasters/notesMaster1.xml"/><Relationship Id="rId79" Type="http://schemas.openxmlformats.org/officeDocument/2006/relationships/tableStyles" Target="tableStyles.xml"/><Relationship Id="rId5" Type="http://schemas.openxmlformats.org/officeDocument/2006/relationships/slide" Target="slides/slide3.xml"/><Relationship Id="rId61" Type="http://schemas.openxmlformats.org/officeDocument/2006/relationships/slide" Target="slides/slide59.xml"/><Relationship Id="rId19" Type="http://schemas.openxmlformats.org/officeDocument/2006/relationships/slide" Target="slides/slide1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slide" Target="slides/slide46.xml"/><Relationship Id="rId56" Type="http://schemas.openxmlformats.org/officeDocument/2006/relationships/slide" Target="slides/slide54.xml"/><Relationship Id="rId64" Type="http://schemas.openxmlformats.org/officeDocument/2006/relationships/slide" Target="slides/slide62.xml"/><Relationship Id="rId69" Type="http://schemas.openxmlformats.org/officeDocument/2006/relationships/slide" Target="slides/slide67.xml"/><Relationship Id="rId77" Type="http://schemas.openxmlformats.org/officeDocument/2006/relationships/viewProps" Target="viewProps.xml"/><Relationship Id="rId8" Type="http://schemas.openxmlformats.org/officeDocument/2006/relationships/slide" Target="slides/slide6.xml"/><Relationship Id="rId51" Type="http://schemas.openxmlformats.org/officeDocument/2006/relationships/slide" Target="slides/slide49.xml"/><Relationship Id="rId72" Type="http://schemas.openxmlformats.org/officeDocument/2006/relationships/slide" Target="slides/slide70.xml"/><Relationship Id="rId80" Type="http://schemas.microsoft.com/office/2016/11/relationships/changesInfo" Target="changesInfos/changesInfo1.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59" Type="http://schemas.openxmlformats.org/officeDocument/2006/relationships/slide" Target="slides/slide57.xml"/><Relationship Id="rId67" Type="http://schemas.openxmlformats.org/officeDocument/2006/relationships/slide" Target="slides/slide65.xml"/><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slide" Target="slides/slide52.xml"/><Relationship Id="rId62" Type="http://schemas.openxmlformats.org/officeDocument/2006/relationships/slide" Target="slides/slide60.xml"/><Relationship Id="rId70" Type="http://schemas.openxmlformats.org/officeDocument/2006/relationships/slide" Target="slides/slide68.xml"/><Relationship Id="rId75" Type="http://schemas.openxmlformats.org/officeDocument/2006/relationships/handoutMaster" Target="handoutMasters/handoutMaster1.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57" Type="http://schemas.openxmlformats.org/officeDocument/2006/relationships/slide" Target="slides/slide55.xml"/><Relationship Id="rId10" Type="http://schemas.openxmlformats.org/officeDocument/2006/relationships/slide" Target="slides/slide8.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slide" Target="slides/slide50.xml"/><Relationship Id="rId60" Type="http://schemas.openxmlformats.org/officeDocument/2006/relationships/slide" Target="slides/slide58.xml"/><Relationship Id="rId65" Type="http://schemas.openxmlformats.org/officeDocument/2006/relationships/slide" Target="slides/slide63.xml"/><Relationship Id="rId73" Type="http://schemas.openxmlformats.org/officeDocument/2006/relationships/slide" Target="slides/slide71.xml"/><Relationship Id="rId78" Type="http://schemas.openxmlformats.org/officeDocument/2006/relationships/theme" Target="theme/theme1.xml"/><Relationship Id="rId81" Type="http://schemas.microsoft.com/office/2015/10/relationships/revisionInfo" Target="revisionInfo.xml"/><Relationship Id="rId4" Type="http://schemas.openxmlformats.org/officeDocument/2006/relationships/slide" Target="slides/slide2.xml"/><Relationship Id="rId9" Type="http://schemas.openxmlformats.org/officeDocument/2006/relationships/slide" Target="slides/slide7.xml"/><Relationship Id="rId13" Type="http://schemas.openxmlformats.org/officeDocument/2006/relationships/slide" Target="slides/slide11.xml"/><Relationship Id="rId18" Type="http://schemas.openxmlformats.org/officeDocument/2006/relationships/slide" Target="slides/slide16.xml"/><Relationship Id="rId39" Type="http://schemas.openxmlformats.org/officeDocument/2006/relationships/slide" Target="slides/slide37.xml"/><Relationship Id="rId34" Type="http://schemas.openxmlformats.org/officeDocument/2006/relationships/slide" Target="slides/slide32.xml"/><Relationship Id="rId50" Type="http://schemas.openxmlformats.org/officeDocument/2006/relationships/slide" Target="slides/slide48.xml"/><Relationship Id="rId55" Type="http://schemas.openxmlformats.org/officeDocument/2006/relationships/slide" Target="slides/slide53.xml"/><Relationship Id="rId76" Type="http://schemas.openxmlformats.org/officeDocument/2006/relationships/presProps" Target="presProps.xml"/><Relationship Id="rId7" Type="http://schemas.openxmlformats.org/officeDocument/2006/relationships/slide" Target="slides/slide5.xml"/><Relationship Id="rId71" Type="http://schemas.openxmlformats.org/officeDocument/2006/relationships/slide" Target="slides/slide69.xml"/><Relationship Id="rId2" Type="http://schemas.openxmlformats.org/officeDocument/2006/relationships/slideMaster" Target="slideMasters/slideMaster2.xml"/><Relationship Id="rId29" Type="http://schemas.openxmlformats.org/officeDocument/2006/relationships/slide" Target="slides/slide27.xml"/><Relationship Id="rId24" Type="http://schemas.openxmlformats.org/officeDocument/2006/relationships/slide" Target="slides/slide22.xml"/><Relationship Id="rId40" Type="http://schemas.openxmlformats.org/officeDocument/2006/relationships/slide" Target="slides/slide38.xml"/><Relationship Id="rId45" Type="http://schemas.openxmlformats.org/officeDocument/2006/relationships/slide" Target="slides/slide43.xml"/><Relationship Id="rId66" Type="http://schemas.openxmlformats.org/officeDocument/2006/relationships/slide" Target="slides/slide64.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Haochen Zhang" userId="S::f3xsbp3g2wxfahuw@students.rwth-aachen.de::4bf405b4-1359-4b94-9fe1-872599356d5c" providerId="AD" clId="Web-{7E0331B1-EAF2-DBB2-531F-B5C0930DC464}"/>
    <pc:docChg chg="addSld modSld">
      <pc:chgData name="Haochen Zhang" userId="S::f3xsbp3g2wxfahuw@students.rwth-aachen.de::4bf405b4-1359-4b94-9fe1-872599356d5c" providerId="AD" clId="Web-{7E0331B1-EAF2-DBB2-531F-B5C0930DC464}" dt="2026-06-26T11:08:15.337" v="5184" actId="20577"/>
      <pc:docMkLst>
        <pc:docMk/>
      </pc:docMkLst>
      <pc:sldChg chg="modSp">
        <pc:chgData name="Haochen Zhang" userId="S::f3xsbp3g2wxfahuw@students.rwth-aachen.de::4bf405b4-1359-4b94-9fe1-872599356d5c" providerId="AD" clId="Web-{7E0331B1-EAF2-DBB2-531F-B5C0930DC464}" dt="2026-06-26T10:07:59.857" v="3436"/>
        <pc:sldMkLst>
          <pc:docMk/>
          <pc:sldMk cId="203022856" sldId="371"/>
        </pc:sldMkLst>
        <pc:spChg chg="mod">
          <ac:chgData name="Haochen Zhang" userId="S::f3xsbp3g2wxfahuw@students.rwth-aachen.de::4bf405b4-1359-4b94-9fe1-872599356d5c" providerId="AD" clId="Web-{7E0331B1-EAF2-DBB2-531F-B5C0930DC464}" dt="2026-06-26T08:02:15.432" v="10" actId="20577"/>
          <ac:spMkLst>
            <pc:docMk/>
            <pc:sldMk cId="203022856" sldId="371"/>
            <ac:spMk id="2" creationId="{6EFE81A6-050D-73E6-8ABF-7BDBF2153624}"/>
          </ac:spMkLst>
        </pc:spChg>
        <pc:graphicFrameChg chg="mod modGraphic">
          <ac:chgData name="Haochen Zhang" userId="S::f3xsbp3g2wxfahuw@students.rwth-aachen.de::4bf405b4-1359-4b94-9fe1-872599356d5c" providerId="AD" clId="Web-{7E0331B1-EAF2-DBB2-531F-B5C0930DC464}" dt="2026-06-26T10:07:59.857" v="3436"/>
          <ac:graphicFrameMkLst>
            <pc:docMk/>
            <pc:sldMk cId="203022856" sldId="371"/>
            <ac:graphicFrameMk id="4" creationId="{275FF6DD-85EE-7629-138B-06C1447198CA}"/>
          </ac:graphicFrameMkLst>
        </pc:graphicFrameChg>
        <pc:graphicFrameChg chg="mod modGraphic">
          <ac:chgData name="Haochen Zhang" userId="S::f3xsbp3g2wxfahuw@students.rwth-aachen.de::4bf405b4-1359-4b94-9fe1-872599356d5c" providerId="AD" clId="Web-{7E0331B1-EAF2-DBB2-531F-B5C0930DC464}" dt="2026-06-26T10:07:51.138" v="3424"/>
          <ac:graphicFrameMkLst>
            <pc:docMk/>
            <pc:sldMk cId="203022856" sldId="371"/>
            <ac:graphicFrameMk id="6" creationId="{D70BAF5E-53D5-F7A4-FDFF-D20AD234A5A4}"/>
          </ac:graphicFrameMkLst>
        </pc:graphicFrameChg>
      </pc:sldChg>
      <pc:sldChg chg="modSp">
        <pc:chgData name="Haochen Zhang" userId="S::f3xsbp3g2wxfahuw@students.rwth-aachen.de::4bf405b4-1359-4b94-9fe1-872599356d5c" providerId="AD" clId="Web-{7E0331B1-EAF2-DBB2-531F-B5C0930DC464}" dt="2026-06-26T09:08:56.391" v="2316"/>
        <pc:sldMkLst>
          <pc:docMk/>
          <pc:sldMk cId="2253953910" sldId="372"/>
        </pc:sldMkLst>
        <pc:spChg chg="mod">
          <ac:chgData name="Haochen Zhang" userId="S::f3xsbp3g2wxfahuw@students.rwth-aachen.de::4bf405b4-1359-4b94-9fe1-872599356d5c" providerId="AD" clId="Web-{7E0331B1-EAF2-DBB2-531F-B5C0930DC464}" dt="2026-06-26T08:02:07.572" v="7" actId="20577"/>
          <ac:spMkLst>
            <pc:docMk/>
            <pc:sldMk cId="2253953910" sldId="372"/>
            <ac:spMk id="2" creationId="{61C9125C-358F-240D-A015-A13A5908B64C}"/>
          </ac:spMkLst>
        </pc:spChg>
        <pc:graphicFrameChg chg="mod modGraphic">
          <ac:chgData name="Haochen Zhang" userId="S::f3xsbp3g2wxfahuw@students.rwth-aachen.de::4bf405b4-1359-4b94-9fe1-872599356d5c" providerId="AD" clId="Web-{7E0331B1-EAF2-DBB2-531F-B5C0930DC464}" dt="2026-06-26T09:08:56.391" v="2316"/>
          <ac:graphicFrameMkLst>
            <pc:docMk/>
            <pc:sldMk cId="2253953910" sldId="372"/>
            <ac:graphicFrameMk id="4" creationId="{F81A16C3-2C61-CB9B-10BF-A3D4DEF7F4DD}"/>
          </ac:graphicFrameMkLst>
        </pc:graphicFrameChg>
        <pc:graphicFrameChg chg="mod modGraphic">
          <ac:chgData name="Haochen Zhang" userId="S::f3xsbp3g2wxfahuw@students.rwth-aachen.de::4bf405b4-1359-4b94-9fe1-872599356d5c" providerId="AD" clId="Web-{7E0331B1-EAF2-DBB2-531F-B5C0930DC464}" dt="2026-06-26T09:08:22.560" v="2308"/>
          <ac:graphicFrameMkLst>
            <pc:docMk/>
            <pc:sldMk cId="2253953910" sldId="372"/>
            <ac:graphicFrameMk id="6" creationId="{FABB1D6C-2F93-0858-0FF4-D9C0EBCDCB75}"/>
          </ac:graphicFrameMkLst>
        </pc:graphicFrameChg>
      </pc:sldChg>
      <pc:sldChg chg="modSp add replId">
        <pc:chgData name="Haochen Zhang" userId="S::f3xsbp3g2wxfahuw@students.rwth-aachen.de::4bf405b4-1359-4b94-9fe1-872599356d5c" providerId="AD" clId="Web-{7E0331B1-EAF2-DBB2-531F-B5C0930DC464}" dt="2026-06-26T11:08:15.337" v="5184" actId="20577"/>
        <pc:sldMkLst>
          <pc:docMk/>
          <pc:sldMk cId="1447727607" sldId="373"/>
        </pc:sldMkLst>
        <pc:spChg chg="mod">
          <ac:chgData name="Haochen Zhang" userId="S::f3xsbp3g2wxfahuw@students.rwth-aachen.de::4bf405b4-1359-4b94-9fe1-872599356d5c" providerId="AD" clId="Web-{7E0331B1-EAF2-DBB2-531F-B5C0930DC464}" dt="2026-06-26T11:08:15.337" v="5184" actId="20577"/>
          <ac:spMkLst>
            <pc:docMk/>
            <pc:sldMk cId="1447727607" sldId="373"/>
            <ac:spMk id="2" creationId="{769678E1-AFC5-D2F8-73FC-C6FB04151FB4}"/>
          </ac:spMkLst>
        </pc:spChg>
        <pc:graphicFrameChg chg="mod modGraphic">
          <ac:chgData name="Haochen Zhang" userId="S::f3xsbp3g2wxfahuw@students.rwth-aachen.de::4bf405b4-1359-4b94-9fe1-872599356d5c" providerId="AD" clId="Web-{7E0331B1-EAF2-DBB2-531F-B5C0930DC464}" dt="2026-06-26T10:56:16.716" v="5179"/>
          <ac:graphicFrameMkLst>
            <pc:docMk/>
            <pc:sldMk cId="1447727607" sldId="373"/>
            <ac:graphicFrameMk id="4" creationId="{0E1BDB75-65C3-8414-C0D9-D4117E16F14A}"/>
          </ac:graphicFrameMkLst>
        </pc:graphicFrameChg>
        <pc:graphicFrameChg chg="mod modGraphic">
          <ac:chgData name="Haochen Zhang" userId="S::f3xsbp3g2wxfahuw@students.rwth-aachen.de::4bf405b4-1359-4b94-9fe1-872599356d5c" providerId="AD" clId="Web-{7E0331B1-EAF2-DBB2-531F-B5C0930DC464}" dt="2026-06-26T10:55:56.497" v="5167"/>
          <ac:graphicFrameMkLst>
            <pc:docMk/>
            <pc:sldMk cId="1447727607" sldId="373"/>
            <ac:graphicFrameMk id="6" creationId="{C863E4D9-F18A-149C-9029-A0449171DE99}"/>
          </ac:graphicFrameMkLst>
        </pc:graphicFrameChg>
      </pc:sldChg>
    </pc:docChg>
  </pc:docChgLst>
  <pc:docChgLst>
    <pc:chgData name="Haochen Zhang" userId="S::f3xsbp3g2wxfahuw@students.rwth-aachen.de::4bf405b4-1359-4b94-9fe1-872599356d5c" providerId="AD" clId="Web-{A12851F7-212A-B70B-ABB9-1CA0D36172B1}"/>
    <pc:docChg chg="modSld">
      <pc:chgData name="Haochen Zhang" userId="S::f3xsbp3g2wxfahuw@students.rwth-aachen.de::4bf405b4-1359-4b94-9fe1-872599356d5c" providerId="AD" clId="Web-{A12851F7-212A-B70B-ABB9-1CA0D36172B1}" dt="2026-06-17T11:02:46.937" v="0"/>
      <pc:docMkLst>
        <pc:docMk/>
      </pc:docMkLst>
      <pc:sldChg chg="modSp">
        <pc:chgData name="Haochen Zhang" userId="S::f3xsbp3g2wxfahuw@students.rwth-aachen.de::4bf405b4-1359-4b94-9fe1-872599356d5c" providerId="AD" clId="Web-{A12851F7-212A-B70B-ABB9-1CA0D36172B1}" dt="2026-06-17T11:02:46.937" v="0"/>
        <pc:sldMkLst>
          <pc:docMk/>
          <pc:sldMk cId="1148631434" sldId="359"/>
        </pc:sldMkLst>
        <pc:graphicFrameChg chg="modGraphic">
          <ac:chgData name="Haochen Zhang" userId="S::f3xsbp3g2wxfahuw@students.rwth-aachen.de::4bf405b4-1359-4b94-9fe1-872599356d5c" providerId="AD" clId="Web-{A12851F7-212A-B70B-ABB9-1CA0D36172B1}" dt="2026-06-17T11:02:46.937" v="0"/>
          <ac:graphicFrameMkLst>
            <pc:docMk/>
            <pc:sldMk cId="1148631434" sldId="359"/>
            <ac:graphicFrameMk id="4" creationId="{05B74278-434E-9B17-FD0D-52E8E0A83499}"/>
          </ac:graphicFrameMkLst>
        </pc:graphicFrameChg>
      </pc:sldChg>
    </pc:docChg>
  </pc:docChgLst>
  <pc:docChgLst>
    <pc:chgData name="Haochen Zhang" userId="S::f3xsbp3g2wxfahuw@students.rwth-aachen.de::4bf405b4-1359-4b94-9fe1-872599356d5c" providerId="AD" clId="Web-{F5398A78-82A5-873F-5812-DA7EE3AC5A3F}"/>
    <pc:docChg chg="addSld delSld modSld">
      <pc:chgData name="Haochen Zhang" userId="S::f3xsbp3g2wxfahuw@students.rwth-aachen.de::4bf405b4-1359-4b94-9fe1-872599356d5c" providerId="AD" clId="Web-{F5398A78-82A5-873F-5812-DA7EE3AC5A3F}" dt="2026-07-03T11:39:20.172" v="2196" actId="1076"/>
      <pc:docMkLst>
        <pc:docMk/>
      </pc:docMkLst>
      <pc:sldChg chg="addSp delSp modSp">
        <pc:chgData name="Haochen Zhang" userId="S::f3xsbp3g2wxfahuw@students.rwth-aachen.de::4bf405b4-1359-4b94-9fe1-872599356d5c" providerId="AD" clId="Web-{F5398A78-82A5-873F-5812-DA7EE3AC5A3F}" dt="2026-07-03T09:04:31.554" v="10"/>
        <pc:sldMkLst>
          <pc:docMk/>
          <pc:sldMk cId="2001666881" sldId="369"/>
        </pc:sldMkLst>
        <pc:graphicFrameChg chg="add del mod topLvl modGraphic">
          <ac:chgData name="Haochen Zhang" userId="S::f3xsbp3g2wxfahuw@students.rwth-aachen.de::4bf405b4-1359-4b94-9fe1-872599356d5c" providerId="AD" clId="Web-{F5398A78-82A5-873F-5812-DA7EE3AC5A3F}" dt="2026-07-03T09:04:31.554" v="10"/>
          <ac:graphicFrameMkLst>
            <pc:docMk/>
            <pc:sldMk cId="2001666881" sldId="369"/>
            <ac:graphicFrameMk id="3" creationId="{D58509AE-AEBF-05FE-1297-FB6CE1505A36}"/>
          </ac:graphicFrameMkLst>
        </pc:graphicFrameChg>
      </pc:sldChg>
      <pc:sldChg chg="addSp modSp">
        <pc:chgData name="Haochen Zhang" userId="S::f3xsbp3g2wxfahuw@students.rwth-aachen.de::4bf405b4-1359-4b94-9fe1-872599356d5c" providerId="AD" clId="Web-{F5398A78-82A5-873F-5812-DA7EE3AC5A3F}" dt="2026-07-03T11:03:44.841" v="2017"/>
        <pc:sldMkLst>
          <pc:docMk/>
          <pc:sldMk cId="1660946079" sldId="374"/>
        </pc:sldMkLst>
        <pc:graphicFrameChg chg="mod topLvl modGraphic">
          <ac:chgData name="Haochen Zhang" userId="S::f3xsbp3g2wxfahuw@students.rwth-aachen.de::4bf405b4-1359-4b94-9fe1-872599356d5c" providerId="AD" clId="Web-{F5398A78-82A5-873F-5812-DA7EE3AC5A3F}" dt="2026-07-03T11:03:44.841" v="2017"/>
          <ac:graphicFrameMkLst>
            <pc:docMk/>
            <pc:sldMk cId="1660946079" sldId="374"/>
            <ac:graphicFrameMk id="4" creationId="{553B5E2E-C773-68D1-4B57-5A188FC6A4F9}"/>
          </ac:graphicFrameMkLst>
        </pc:graphicFrameChg>
      </pc:sldChg>
      <pc:sldChg chg="addSp modSp">
        <pc:chgData name="Haochen Zhang" userId="S::f3xsbp3g2wxfahuw@students.rwth-aachen.de::4bf405b4-1359-4b94-9fe1-872599356d5c" providerId="AD" clId="Web-{F5398A78-82A5-873F-5812-DA7EE3AC5A3F}" dt="2026-07-03T09:45:15.866" v="182"/>
        <pc:sldMkLst>
          <pc:docMk/>
          <pc:sldMk cId="1816854351" sldId="375"/>
        </pc:sldMkLst>
        <pc:graphicFrameChg chg="mod topLvl modGraphic">
          <ac:chgData name="Haochen Zhang" userId="S::f3xsbp3g2wxfahuw@students.rwth-aachen.de::4bf405b4-1359-4b94-9fe1-872599356d5c" providerId="AD" clId="Web-{F5398A78-82A5-873F-5812-DA7EE3AC5A3F}" dt="2026-07-03T09:45:15.866" v="182"/>
          <ac:graphicFrameMkLst>
            <pc:docMk/>
            <pc:sldMk cId="1816854351" sldId="375"/>
            <ac:graphicFrameMk id="3" creationId="{B5FF7C10-E7E0-2CFD-DF4C-34A01175B74C}"/>
          </ac:graphicFrameMkLst>
        </pc:graphicFrameChg>
      </pc:sldChg>
      <pc:sldChg chg="addSp modSp">
        <pc:chgData name="Haochen Zhang" userId="S::f3xsbp3g2wxfahuw@students.rwth-aachen.de::4bf405b4-1359-4b94-9fe1-872599356d5c" providerId="AD" clId="Web-{F5398A78-82A5-873F-5812-DA7EE3AC5A3F}" dt="2026-07-03T09:18:06.773" v="163"/>
        <pc:sldMkLst>
          <pc:docMk/>
          <pc:sldMk cId="269820681" sldId="376"/>
        </pc:sldMkLst>
        <pc:graphicFrameChg chg="mod topLvl modGraphic">
          <ac:chgData name="Haochen Zhang" userId="S::f3xsbp3g2wxfahuw@students.rwth-aachen.de::4bf405b4-1359-4b94-9fe1-872599356d5c" providerId="AD" clId="Web-{F5398A78-82A5-873F-5812-DA7EE3AC5A3F}" dt="2026-07-03T09:18:06.773" v="163"/>
          <ac:graphicFrameMkLst>
            <pc:docMk/>
            <pc:sldMk cId="269820681" sldId="376"/>
            <ac:graphicFrameMk id="6" creationId="{C778D183-7DB3-AF7D-1CCA-600BD494A714}"/>
          </ac:graphicFrameMkLst>
        </pc:graphicFrameChg>
      </pc:sldChg>
      <pc:sldChg chg="addSp delSp modSp new">
        <pc:chgData name="Haochen Zhang" userId="S::f3xsbp3g2wxfahuw@students.rwth-aachen.de::4bf405b4-1359-4b94-9fe1-872599356d5c" providerId="AD" clId="Web-{F5398A78-82A5-873F-5812-DA7EE3AC5A3F}" dt="2026-07-03T09:19:23.416" v="169"/>
        <pc:sldMkLst>
          <pc:docMk/>
          <pc:sldMk cId="1634048540" sldId="378"/>
        </pc:sldMkLst>
        <pc:spChg chg="mod">
          <ac:chgData name="Haochen Zhang" userId="S::f3xsbp3g2wxfahuw@students.rwth-aachen.de::4bf405b4-1359-4b94-9fe1-872599356d5c" providerId="AD" clId="Web-{F5398A78-82A5-873F-5812-DA7EE3AC5A3F}" dt="2026-07-03T09:05:40.088" v="17" actId="20577"/>
          <ac:spMkLst>
            <pc:docMk/>
            <pc:sldMk cId="1634048540" sldId="378"/>
            <ac:spMk id="2" creationId="{93AD8EEF-85D3-46B4-283C-BB24FF95EB78}"/>
          </ac:spMkLst>
        </pc:spChg>
        <pc:spChg chg="del">
          <ac:chgData name="Haochen Zhang" userId="S::f3xsbp3g2wxfahuw@students.rwth-aachen.de::4bf405b4-1359-4b94-9fe1-872599356d5c" providerId="AD" clId="Web-{F5398A78-82A5-873F-5812-DA7EE3AC5A3F}" dt="2026-07-03T09:04:34.820" v="11"/>
          <ac:spMkLst>
            <pc:docMk/>
            <pc:sldMk cId="1634048540" sldId="378"/>
            <ac:spMk id="3" creationId="{F793D6B4-AE81-BC3B-C95F-39EF4112CD8C}"/>
          </ac:spMkLst>
        </pc:spChg>
        <pc:graphicFrameChg chg="add mod topLvl modGraphic">
          <ac:chgData name="Haochen Zhang" userId="S::f3xsbp3g2wxfahuw@students.rwth-aachen.de::4bf405b4-1359-4b94-9fe1-872599356d5c" providerId="AD" clId="Web-{F5398A78-82A5-873F-5812-DA7EE3AC5A3F}" dt="2026-07-03T09:19:23.416" v="169"/>
          <ac:graphicFrameMkLst>
            <pc:docMk/>
            <pc:sldMk cId="1634048540" sldId="378"/>
            <ac:graphicFrameMk id="4" creationId="{D58509AE-AEBF-05FE-1297-FB6CE1505A36}"/>
          </ac:graphicFrameMkLst>
        </pc:graphicFrameChg>
      </pc:sldChg>
      <pc:sldChg chg="addSp delSp modSp new">
        <pc:chgData name="Haochen Zhang" userId="S::f3xsbp3g2wxfahuw@students.rwth-aachen.de::4bf405b4-1359-4b94-9fe1-872599356d5c" providerId="AD" clId="Web-{F5398A78-82A5-873F-5812-DA7EE3AC5A3F}" dt="2026-07-03T09:37:38.629" v="177"/>
        <pc:sldMkLst>
          <pc:docMk/>
          <pc:sldMk cId="1683551892" sldId="379"/>
        </pc:sldMkLst>
        <pc:spChg chg="mod">
          <ac:chgData name="Haochen Zhang" userId="S::f3xsbp3g2wxfahuw@students.rwth-aachen.de::4bf405b4-1359-4b94-9fe1-872599356d5c" providerId="AD" clId="Web-{F5398A78-82A5-873F-5812-DA7EE3AC5A3F}" dt="2026-07-03T09:18:40.961" v="167" actId="20577"/>
          <ac:spMkLst>
            <pc:docMk/>
            <pc:sldMk cId="1683551892" sldId="379"/>
            <ac:spMk id="2" creationId="{A5AEA27C-D26D-B0AE-EE8C-65C7D032277C}"/>
          </ac:spMkLst>
        </pc:spChg>
        <pc:spChg chg="del">
          <ac:chgData name="Haochen Zhang" userId="S::f3xsbp3g2wxfahuw@students.rwth-aachen.de::4bf405b4-1359-4b94-9fe1-872599356d5c" providerId="AD" clId="Web-{F5398A78-82A5-873F-5812-DA7EE3AC5A3F}" dt="2026-07-03T09:18:32.289" v="165"/>
          <ac:spMkLst>
            <pc:docMk/>
            <pc:sldMk cId="1683551892" sldId="379"/>
            <ac:spMk id="3" creationId="{5A936AAC-68D9-F481-1D99-6CCB9344F90B}"/>
          </ac:spMkLst>
        </pc:spChg>
        <pc:graphicFrameChg chg="add mod topLvl modGraphic">
          <ac:chgData name="Haochen Zhang" userId="S::f3xsbp3g2wxfahuw@students.rwth-aachen.de::4bf405b4-1359-4b94-9fe1-872599356d5c" providerId="AD" clId="Web-{F5398A78-82A5-873F-5812-DA7EE3AC5A3F}" dt="2026-07-03T09:37:38.629" v="177"/>
          <ac:graphicFrameMkLst>
            <pc:docMk/>
            <pc:sldMk cId="1683551892" sldId="379"/>
            <ac:graphicFrameMk id="4" creationId="{E264EF5D-DE42-8318-15CD-DD24D7427FDE}"/>
          </ac:graphicFrameMkLst>
        </pc:graphicFrameChg>
      </pc:sldChg>
      <pc:sldChg chg="addSp delSp modSp new">
        <pc:chgData name="Haochen Zhang" userId="S::f3xsbp3g2wxfahuw@students.rwth-aachen.de::4bf405b4-1359-4b94-9fe1-872599356d5c" providerId="AD" clId="Web-{F5398A78-82A5-873F-5812-DA7EE3AC5A3F}" dt="2026-07-03T10:07:23.510" v="338"/>
        <pc:sldMkLst>
          <pc:docMk/>
          <pc:sldMk cId="561538172" sldId="380"/>
        </pc:sldMkLst>
        <pc:spChg chg="mod">
          <ac:chgData name="Haochen Zhang" userId="S::f3xsbp3g2wxfahuw@students.rwth-aachen.de::4bf405b4-1359-4b94-9fe1-872599356d5c" providerId="AD" clId="Web-{F5398A78-82A5-873F-5812-DA7EE3AC5A3F}" dt="2026-07-03T09:46:22.587" v="188" actId="20577"/>
          <ac:spMkLst>
            <pc:docMk/>
            <pc:sldMk cId="561538172" sldId="380"/>
            <ac:spMk id="2" creationId="{701F030F-2903-C9F6-8BE1-81872F1898F0}"/>
          </ac:spMkLst>
        </pc:spChg>
        <pc:spChg chg="del">
          <ac:chgData name="Haochen Zhang" userId="S::f3xsbp3g2wxfahuw@students.rwth-aachen.de::4bf405b4-1359-4b94-9fe1-872599356d5c" providerId="AD" clId="Web-{F5398A78-82A5-873F-5812-DA7EE3AC5A3F}" dt="2026-07-03T09:45:35.179" v="184"/>
          <ac:spMkLst>
            <pc:docMk/>
            <pc:sldMk cId="561538172" sldId="380"/>
            <ac:spMk id="3" creationId="{2A360B59-CB02-AB44-749E-575C05E0726A}"/>
          </ac:spMkLst>
        </pc:spChg>
        <pc:graphicFrameChg chg="add mod topLvl modGraphic">
          <ac:chgData name="Haochen Zhang" userId="S::f3xsbp3g2wxfahuw@students.rwth-aachen.de::4bf405b4-1359-4b94-9fe1-872599356d5c" providerId="AD" clId="Web-{F5398A78-82A5-873F-5812-DA7EE3AC5A3F}" dt="2026-07-03T10:07:23.510" v="338"/>
          <ac:graphicFrameMkLst>
            <pc:docMk/>
            <pc:sldMk cId="561538172" sldId="380"/>
            <ac:graphicFrameMk id="4" creationId="{D60ECABC-EE18-865C-1C2C-F908D07D9DA7}"/>
          </ac:graphicFrameMkLst>
        </pc:graphicFrameChg>
      </pc:sldChg>
      <pc:sldChg chg="modSp add del replId">
        <pc:chgData name="Haochen Zhang" userId="S::f3xsbp3g2wxfahuw@students.rwth-aachen.de::4bf405b4-1359-4b94-9fe1-872599356d5c" providerId="AD" clId="Web-{F5398A78-82A5-873F-5812-DA7EE3AC5A3F}" dt="2026-07-03T11:08:22.054" v="2039"/>
        <pc:sldMkLst>
          <pc:docMk/>
          <pc:sldMk cId="1540207083" sldId="381"/>
        </pc:sldMkLst>
        <pc:spChg chg="mod">
          <ac:chgData name="Haochen Zhang" userId="S::f3xsbp3g2wxfahuw@students.rwth-aachen.de::4bf405b4-1359-4b94-9fe1-872599356d5c" providerId="AD" clId="Web-{F5398A78-82A5-873F-5812-DA7EE3AC5A3F}" dt="2026-07-03T10:19:40.053" v="344" actId="20577"/>
          <ac:spMkLst>
            <pc:docMk/>
            <pc:sldMk cId="1540207083" sldId="381"/>
            <ac:spMk id="2" creationId="{9A6B94B4-478C-9834-56C6-B4917126628A}"/>
          </ac:spMkLst>
        </pc:spChg>
        <pc:graphicFrameChg chg="mod modGraphic">
          <ac:chgData name="Haochen Zhang" userId="S::f3xsbp3g2wxfahuw@students.rwth-aachen.de::4bf405b4-1359-4b94-9fe1-872599356d5c" providerId="AD" clId="Web-{F5398A78-82A5-873F-5812-DA7EE3AC5A3F}" dt="2026-07-03T11:02:14.134" v="1919"/>
          <ac:graphicFrameMkLst>
            <pc:docMk/>
            <pc:sldMk cId="1540207083" sldId="381"/>
            <ac:graphicFrameMk id="4" creationId="{200A61FF-4433-4E28-F075-2762FA4F2B30}"/>
          </ac:graphicFrameMkLst>
        </pc:graphicFrameChg>
        <pc:graphicFrameChg chg="mod modGraphic">
          <ac:chgData name="Haochen Zhang" userId="S::f3xsbp3g2wxfahuw@students.rwth-aachen.de::4bf405b4-1359-4b94-9fe1-872599356d5c" providerId="AD" clId="Web-{F5398A78-82A5-873F-5812-DA7EE3AC5A3F}" dt="2026-07-03T11:03:17.746" v="2013"/>
          <ac:graphicFrameMkLst>
            <pc:docMk/>
            <pc:sldMk cId="1540207083" sldId="381"/>
            <ac:graphicFrameMk id="6" creationId="{64094D36-840D-1217-7A85-EB8F086B953B}"/>
          </ac:graphicFrameMkLst>
        </pc:graphicFrameChg>
      </pc:sldChg>
      <pc:sldChg chg="addSp delSp modSp new">
        <pc:chgData name="Haochen Zhang" userId="S::f3xsbp3g2wxfahuw@students.rwth-aachen.de::4bf405b4-1359-4b94-9fe1-872599356d5c" providerId="AD" clId="Web-{F5398A78-82A5-873F-5812-DA7EE3AC5A3F}" dt="2026-07-03T11:39:20.172" v="2196" actId="1076"/>
        <pc:sldMkLst>
          <pc:docMk/>
          <pc:sldMk cId="3325262057" sldId="382"/>
        </pc:sldMkLst>
        <pc:spChg chg="mod">
          <ac:chgData name="Haochen Zhang" userId="S::f3xsbp3g2wxfahuw@students.rwth-aachen.de::4bf405b4-1359-4b94-9fe1-872599356d5c" providerId="AD" clId="Web-{F5398A78-82A5-873F-5812-DA7EE3AC5A3F}" dt="2026-07-03T10:23:10.421" v="599" actId="20577"/>
          <ac:spMkLst>
            <pc:docMk/>
            <pc:sldMk cId="3325262057" sldId="382"/>
            <ac:spMk id="2" creationId="{0FBB6534-72FC-F230-82D1-86D0435E846C}"/>
          </ac:spMkLst>
        </pc:spChg>
        <pc:spChg chg="del">
          <ac:chgData name="Haochen Zhang" userId="S::f3xsbp3g2wxfahuw@students.rwth-aachen.de::4bf405b4-1359-4b94-9fe1-872599356d5c" providerId="AD" clId="Web-{F5398A78-82A5-873F-5812-DA7EE3AC5A3F}" dt="2026-07-03T10:21:19.010" v="597"/>
          <ac:spMkLst>
            <pc:docMk/>
            <pc:sldMk cId="3325262057" sldId="382"/>
            <ac:spMk id="3" creationId="{5371150B-AC4F-7BF0-E7F7-9BF3B224928E}"/>
          </ac:spMkLst>
        </pc:spChg>
        <pc:graphicFrameChg chg="add mod topLvl modGraphic">
          <ac:chgData name="Haochen Zhang" userId="S::f3xsbp3g2wxfahuw@students.rwth-aachen.de::4bf405b4-1359-4b94-9fe1-872599356d5c" providerId="AD" clId="Web-{F5398A78-82A5-873F-5812-DA7EE3AC5A3F}" dt="2026-07-03T11:39:20.172" v="2196" actId="1076"/>
          <ac:graphicFrameMkLst>
            <pc:docMk/>
            <pc:sldMk cId="3325262057" sldId="382"/>
            <ac:graphicFrameMk id="4" creationId="{E943D51B-B280-227E-F6D2-35BD4D6628D6}"/>
          </ac:graphicFrameMkLst>
        </pc:graphicFrameChg>
      </pc:sldChg>
      <pc:sldChg chg="new del">
        <pc:chgData name="Haochen Zhang" userId="S::f3xsbp3g2wxfahuw@students.rwth-aachen.de::4bf405b4-1359-4b94-9fe1-872599356d5c" providerId="AD" clId="Web-{F5398A78-82A5-873F-5812-DA7EE3AC5A3F}" dt="2026-07-03T11:03:26.043" v="2015"/>
        <pc:sldMkLst>
          <pc:docMk/>
          <pc:sldMk cId="3181030150" sldId="383"/>
        </pc:sldMkLst>
      </pc:sldChg>
      <pc:sldChg chg="add del replId">
        <pc:chgData name="Haochen Zhang" userId="S::f3xsbp3g2wxfahuw@students.rwth-aachen.de::4bf405b4-1359-4b94-9fe1-872599356d5c" providerId="AD" clId="Web-{F5398A78-82A5-873F-5812-DA7EE3AC5A3F}" dt="2026-07-03T11:28:55.492" v="2193"/>
        <pc:sldMkLst>
          <pc:docMk/>
          <pc:sldMk cId="3305878494" sldId="383"/>
        </pc:sldMkLst>
      </pc:sldChg>
    </pc:docChg>
  </pc:docChgLst>
  <pc:docChgLst>
    <pc:chgData name="Haochen Zhang" userId="S::f3xsbp3g2wxfahuw@students.rwth-aachen.de::4bf405b4-1359-4b94-9fe1-872599356d5c" providerId="AD" clId="Web-{BD40D971-7EEB-DA78-61ED-EC1CC087C9DD}"/>
    <pc:docChg chg="modSld">
      <pc:chgData name="Haochen Zhang" userId="S::f3xsbp3g2wxfahuw@students.rwth-aachen.de::4bf405b4-1359-4b94-9fe1-872599356d5c" providerId="AD" clId="Web-{BD40D971-7EEB-DA78-61ED-EC1CC087C9DD}" dt="2026-07-01T11:58:33.898" v="47"/>
      <pc:docMkLst>
        <pc:docMk/>
      </pc:docMkLst>
      <pc:sldChg chg="modSp">
        <pc:chgData name="Haochen Zhang" userId="S::f3xsbp3g2wxfahuw@students.rwth-aachen.de::4bf405b4-1359-4b94-9fe1-872599356d5c" providerId="AD" clId="Web-{BD40D971-7EEB-DA78-61ED-EC1CC087C9DD}" dt="2026-07-01T11:40:12.981" v="31"/>
        <pc:sldMkLst>
          <pc:docMk/>
          <pc:sldMk cId="2253953910" sldId="372"/>
        </pc:sldMkLst>
        <pc:graphicFrameChg chg="modGraphic">
          <ac:chgData name="Haochen Zhang" userId="S::f3xsbp3g2wxfahuw@students.rwth-aachen.de::4bf405b4-1359-4b94-9fe1-872599356d5c" providerId="AD" clId="Web-{BD40D971-7EEB-DA78-61ED-EC1CC087C9DD}" dt="2026-07-01T11:40:12.981" v="31"/>
          <ac:graphicFrameMkLst>
            <pc:docMk/>
            <pc:sldMk cId="2253953910" sldId="372"/>
            <ac:graphicFrameMk id="4" creationId="{F81A16C3-2C61-CB9B-10BF-A3D4DEF7F4DD}"/>
          </ac:graphicFrameMkLst>
        </pc:graphicFrameChg>
        <pc:graphicFrameChg chg="mod modGraphic">
          <ac:chgData name="Haochen Zhang" userId="S::f3xsbp3g2wxfahuw@students.rwth-aachen.de::4bf405b4-1359-4b94-9fe1-872599356d5c" providerId="AD" clId="Web-{BD40D971-7EEB-DA78-61ED-EC1CC087C9DD}" dt="2026-07-01T11:29:36.801" v="25"/>
          <ac:graphicFrameMkLst>
            <pc:docMk/>
            <pc:sldMk cId="2253953910" sldId="372"/>
            <ac:graphicFrameMk id="6" creationId="{FABB1D6C-2F93-0858-0FF4-D9C0EBCDCB75}"/>
          </ac:graphicFrameMkLst>
        </pc:graphicFrameChg>
      </pc:sldChg>
      <pc:sldChg chg="addSp modSp">
        <pc:chgData name="Haochen Zhang" userId="S::f3xsbp3g2wxfahuw@students.rwth-aachen.de::4bf405b4-1359-4b94-9fe1-872599356d5c" providerId="AD" clId="Web-{BD40D971-7EEB-DA78-61ED-EC1CC087C9DD}" dt="2026-07-01T11:58:33.898" v="47"/>
        <pc:sldMkLst>
          <pc:docMk/>
          <pc:sldMk cId="1660946079" sldId="374"/>
        </pc:sldMkLst>
        <pc:graphicFrameChg chg="mod topLvl modGraphic">
          <ac:chgData name="Haochen Zhang" userId="S::f3xsbp3g2wxfahuw@students.rwth-aachen.de::4bf405b4-1359-4b94-9fe1-872599356d5c" providerId="AD" clId="Web-{BD40D971-7EEB-DA78-61ED-EC1CC087C9DD}" dt="2026-07-01T11:58:33.898" v="47"/>
          <ac:graphicFrameMkLst>
            <pc:docMk/>
            <pc:sldMk cId="1660946079" sldId="374"/>
            <ac:graphicFrameMk id="4" creationId="{553B5E2E-C773-68D1-4B57-5A188FC6A4F9}"/>
          </ac:graphicFrameMkLst>
        </pc:graphicFrameChg>
      </pc:sldChg>
      <pc:sldChg chg="addSp delSp modSp">
        <pc:chgData name="Haochen Zhang" userId="S::f3xsbp3g2wxfahuw@students.rwth-aachen.de::4bf405b4-1359-4b94-9fe1-872599356d5c" providerId="AD" clId="Web-{BD40D971-7EEB-DA78-61ED-EC1CC087C9DD}" dt="2026-07-01T11:25:22.713" v="21"/>
        <pc:sldMkLst>
          <pc:docMk/>
          <pc:sldMk cId="1816854351" sldId="375"/>
        </pc:sldMkLst>
      </pc:sldChg>
    </pc:docChg>
  </pc:docChgLst>
  <pc:docChgLst>
    <pc:chgData name="Haochen Zhang" userId="S::f3xsbp3g2wxfahuw@students.rwth-aachen.de::4bf405b4-1359-4b94-9fe1-872599356d5c" providerId="AD" clId="Web-{21536FA8-1847-2667-6F6D-3B77972F0962}"/>
    <pc:docChg chg="addSld modSld">
      <pc:chgData name="Haochen Zhang" userId="S::f3xsbp3g2wxfahuw@students.rwth-aachen.de::4bf405b4-1359-4b94-9fe1-872599356d5c" providerId="AD" clId="Web-{21536FA8-1847-2667-6F6D-3B77972F0962}" dt="2026-06-03T10:24:37.939" v="17" actId="20577"/>
      <pc:docMkLst>
        <pc:docMk/>
      </pc:docMkLst>
      <pc:sldChg chg="modSp">
        <pc:chgData name="Haochen Zhang" userId="S::f3xsbp3g2wxfahuw@students.rwth-aachen.de::4bf405b4-1359-4b94-9fe1-872599356d5c" providerId="AD" clId="Web-{21536FA8-1847-2667-6F6D-3B77972F0962}" dt="2026-06-03T10:24:15.407" v="14" actId="20577"/>
        <pc:sldMkLst>
          <pc:docMk/>
          <pc:sldMk cId="1918812399" sldId="358"/>
        </pc:sldMkLst>
        <pc:spChg chg="mod">
          <ac:chgData name="Haochen Zhang" userId="S::f3xsbp3g2wxfahuw@students.rwth-aachen.de::4bf405b4-1359-4b94-9fe1-872599356d5c" providerId="AD" clId="Web-{21536FA8-1847-2667-6F6D-3B77972F0962}" dt="2026-06-03T10:24:15.407" v="14" actId="20577"/>
          <ac:spMkLst>
            <pc:docMk/>
            <pc:sldMk cId="1918812399" sldId="358"/>
            <ac:spMk id="2" creationId="{461C2544-35C8-5FD2-BCB6-3DFEBC592466}"/>
          </ac:spMkLst>
        </pc:spChg>
      </pc:sldChg>
      <pc:sldChg chg="modSp add replId">
        <pc:chgData name="Haochen Zhang" userId="S::f3xsbp3g2wxfahuw@students.rwth-aachen.de::4bf405b4-1359-4b94-9fe1-872599356d5c" providerId="AD" clId="Web-{21536FA8-1847-2667-6F6D-3B77972F0962}" dt="2026-06-03T10:24:37.939" v="17" actId="20577"/>
        <pc:sldMkLst>
          <pc:docMk/>
          <pc:sldMk cId="1148631434" sldId="359"/>
        </pc:sldMkLst>
        <pc:spChg chg="mod">
          <ac:chgData name="Haochen Zhang" userId="S::f3xsbp3g2wxfahuw@students.rwth-aachen.de::4bf405b4-1359-4b94-9fe1-872599356d5c" providerId="AD" clId="Web-{21536FA8-1847-2667-6F6D-3B77972F0962}" dt="2026-06-03T10:24:37.939" v="17" actId="20577"/>
          <ac:spMkLst>
            <pc:docMk/>
            <pc:sldMk cId="1148631434" sldId="359"/>
            <ac:spMk id="2" creationId="{D38EB42D-1597-AA74-E3BA-4BC403181291}"/>
          </ac:spMkLst>
        </pc:spChg>
      </pc:sldChg>
    </pc:docChg>
  </pc:docChgLst>
  <pc:docChgLst>
    <pc:chgData name="Haochen Zhang" userId="S::f3xsbp3g2wxfahuw@students.rwth-aachen.de::4bf405b4-1359-4b94-9fe1-872599356d5c" providerId="AD" clId="Web-{892290C4-F58D-E82C-1043-5188F2E2A1AE}"/>
    <pc:docChg chg="addSld modSld">
      <pc:chgData name="Haochen Zhang" userId="S::f3xsbp3g2wxfahuw@students.rwth-aachen.de::4bf405b4-1359-4b94-9fe1-872599356d5c" providerId="AD" clId="Web-{892290C4-F58D-E82C-1043-5188F2E2A1AE}" dt="2026-06-10T11:32:02.654" v="283" actId="1076"/>
      <pc:docMkLst>
        <pc:docMk/>
      </pc:docMkLst>
      <pc:sldChg chg="addSp delSp modSp mod modClrScheme chgLayout">
        <pc:chgData name="Haochen Zhang" userId="S::f3xsbp3g2wxfahuw@students.rwth-aachen.de::4bf405b4-1359-4b94-9fe1-872599356d5c" providerId="AD" clId="Web-{892290C4-F58D-E82C-1043-5188F2E2A1AE}" dt="2026-06-10T11:32:02.654" v="283" actId="1076"/>
        <pc:sldMkLst>
          <pc:docMk/>
          <pc:sldMk cId="1336581455" sldId="311"/>
        </pc:sldMkLst>
        <pc:spChg chg="mod ord">
          <ac:chgData name="Haochen Zhang" userId="S::f3xsbp3g2wxfahuw@students.rwth-aachen.de::4bf405b4-1359-4b94-9fe1-872599356d5c" providerId="AD" clId="Web-{892290C4-F58D-E82C-1043-5188F2E2A1AE}" dt="2026-06-10T10:48:49.717" v="16" actId="20577"/>
          <ac:spMkLst>
            <pc:docMk/>
            <pc:sldMk cId="1336581455" sldId="311"/>
            <ac:spMk id="2" creationId="{00000000-0000-0000-0000-000000000000}"/>
          </ac:spMkLst>
        </pc:spChg>
        <pc:spChg chg="mod ord">
          <ac:chgData name="Haochen Zhang" userId="S::f3xsbp3g2wxfahuw@students.rwth-aachen.de::4bf405b4-1359-4b94-9fe1-872599356d5c" providerId="AD" clId="Web-{892290C4-F58D-E82C-1043-5188F2E2A1AE}" dt="2026-06-10T11:03:59.553" v="281" actId="20577"/>
          <ac:spMkLst>
            <pc:docMk/>
            <pc:sldMk cId="1336581455" sldId="311"/>
            <ac:spMk id="5" creationId="{00000000-0000-0000-0000-000000000000}"/>
          </ac:spMkLst>
        </pc:spChg>
        <pc:picChg chg="add mod">
          <ac:chgData name="Haochen Zhang" userId="S::f3xsbp3g2wxfahuw@students.rwth-aachen.de::4bf405b4-1359-4b94-9fe1-872599356d5c" providerId="AD" clId="Web-{892290C4-F58D-E82C-1043-5188F2E2A1AE}" dt="2026-06-10T11:32:02.654" v="283" actId="1076"/>
          <ac:picMkLst>
            <pc:docMk/>
            <pc:sldMk cId="1336581455" sldId="311"/>
            <ac:picMk id="3" creationId="{8D757AA6-1F28-1B9F-589B-B0468EC46B14}"/>
          </ac:picMkLst>
        </pc:picChg>
      </pc:sldChg>
      <pc:sldChg chg="addSp modSp new mod modClrScheme chgLayout">
        <pc:chgData name="Haochen Zhang" userId="S::f3xsbp3g2wxfahuw@students.rwth-aachen.de::4bf405b4-1359-4b94-9fe1-872599356d5c" providerId="AD" clId="Web-{892290C4-F58D-E82C-1043-5188F2E2A1AE}" dt="2026-06-10T10:50:04.766" v="63" actId="20577"/>
        <pc:sldMkLst>
          <pc:docMk/>
          <pc:sldMk cId="1036752398" sldId="360"/>
        </pc:sldMkLst>
        <pc:spChg chg="mod ord">
          <ac:chgData name="Haochen Zhang" userId="S::f3xsbp3g2wxfahuw@students.rwth-aachen.de::4bf405b4-1359-4b94-9fe1-872599356d5c" providerId="AD" clId="Web-{892290C4-F58D-E82C-1043-5188F2E2A1AE}" dt="2026-06-10T10:50:04.766" v="63" actId="20577"/>
          <ac:spMkLst>
            <pc:docMk/>
            <pc:sldMk cId="1036752398" sldId="360"/>
            <ac:spMk id="2" creationId="{F2768E64-46E8-ADC2-072B-C884F9AF61B8}"/>
          </ac:spMkLst>
        </pc:spChg>
        <pc:spChg chg="mod ord">
          <ac:chgData name="Haochen Zhang" userId="S::f3xsbp3g2wxfahuw@students.rwth-aachen.de::4bf405b4-1359-4b94-9fe1-872599356d5c" providerId="AD" clId="Web-{892290C4-F58D-E82C-1043-5188F2E2A1AE}" dt="2026-06-10T10:48:07.810" v="1"/>
          <ac:spMkLst>
            <pc:docMk/>
            <pc:sldMk cId="1036752398" sldId="360"/>
            <ac:spMk id="3" creationId="{20A11E2C-742C-1B1B-C63F-03A5E73282E6}"/>
          </ac:spMkLst>
        </pc:spChg>
        <pc:spChg chg="add mod ord">
          <ac:chgData name="Haochen Zhang" userId="S::f3xsbp3g2wxfahuw@students.rwth-aachen.de::4bf405b4-1359-4b94-9fe1-872599356d5c" providerId="AD" clId="Web-{892290C4-F58D-E82C-1043-5188F2E2A1AE}" dt="2026-06-10T10:49:58.312" v="62" actId="20577"/>
          <ac:spMkLst>
            <pc:docMk/>
            <pc:sldMk cId="1036752398" sldId="360"/>
            <ac:spMk id="4" creationId="{2348E2EA-CA2C-EE22-0E5F-D4F54453ED20}"/>
          </ac:spMkLst>
        </pc:spChg>
      </pc:sldChg>
      <pc:sldChg chg="modSp new">
        <pc:chgData name="Haochen Zhang" userId="S::f3xsbp3g2wxfahuw@students.rwth-aachen.de::4bf405b4-1359-4b94-9fe1-872599356d5c" providerId="AD" clId="Web-{892290C4-F58D-E82C-1043-5188F2E2A1AE}" dt="2026-06-10T10:57:29.402" v="247" actId="20577"/>
        <pc:sldMkLst>
          <pc:docMk/>
          <pc:sldMk cId="1121979673" sldId="361"/>
        </pc:sldMkLst>
        <pc:spChg chg="mod">
          <ac:chgData name="Haochen Zhang" userId="S::f3xsbp3g2wxfahuw@students.rwth-aachen.de::4bf405b4-1359-4b94-9fe1-872599356d5c" providerId="AD" clId="Web-{892290C4-F58D-E82C-1043-5188F2E2A1AE}" dt="2026-06-10T10:55:43.431" v="182" actId="20577"/>
          <ac:spMkLst>
            <pc:docMk/>
            <pc:sldMk cId="1121979673" sldId="361"/>
            <ac:spMk id="2" creationId="{CB1818F4-EC24-4F68-0592-2C44B0DEF6F9}"/>
          </ac:spMkLst>
        </pc:spChg>
        <pc:spChg chg="mod">
          <ac:chgData name="Haochen Zhang" userId="S::f3xsbp3g2wxfahuw@students.rwth-aachen.de::4bf405b4-1359-4b94-9fe1-872599356d5c" providerId="AD" clId="Web-{892290C4-F58D-E82C-1043-5188F2E2A1AE}" dt="2026-06-10T10:57:29.402" v="247" actId="20577"/>
          <ac:spMkLst>
            <pc:docMk/>
            <pc:sldMk cId="1121979673" sldId="361"/>
            <ac:spMk id="3" creationId="{CCAF820D-1F2B-6EF1-B273-2FFD4BC34DD6}"/>
          </ac:spMkLst>
        </pc:spChg>
      </pc:sldChg>
      <pc:sldChg chg="modSp new">
        <pc:chgData name="Haochen Zhang" userId="S::f3xsbp3g2wxfahuw@students.rwth-aachen.de::4bf405b4-1359-4b94-9fe1-872599356d5c" providerId="AD" clId="Web-{892290C4-F58D-E82C-1043-5188F2E2A1AE}" dt="2026-06-10T10:57:26.183" v="245" actId="20577"/>
        <pc:sldMkLst>
          <pc:docMk/>
          <pc:sldMk cId="3068219560" sldId="362"/>
        </pc:sldMkLst>
        <pc:spChg chg="mod">
          <ac:chgData name="Haochen Zhang" userId="S::f3xsbp3g2wxfahuw@students.rwth-aachen.de::4bf405b4-1359-4b94-9fe1-872599356d5c" providerId="AD" clId="Web-{892290C4-F58D-E82C-1043-5188F2E2A1AE}" dt="2026-06-10T10:55:46.071" v="183" actId="20577"/>
          <ac:spMkLst>
            <pc:docMk/>
            <pc:sldMk cId="3068219560" sldId="362"/>
            <ac:spMk id="2" creationId="{0358B660-E1F7-E5DE-AF52-367F78F9C800}"/>
          </ac:spMkLst>
        </pc:spChg>
        <pc:spChg chg="mod">
          <ac:chgData name="Haochen Zhang" userId="S::f3xsbp3g2wxfahuw@students.rwth-aachen.de::4bf405b4-1359-4b94-9fe1-872599356d5c" providerId="AD" clId="Web-{892290C4-F58D-E82C-1043-5188F2E2A1AE}" dt="2026-06-10T10:57:26.183" v="245" actId="20577"/>
          <ac:spMkLst>
            <pc:docMk/>
            <pc:sldMk cId="3068219560" sldId="362"/>
            <ac:spMk id="3" creationId="{DF67ABFC-5956-BCD0-4454-8DB16B98B4D1}"/>
          </ac:spMkLst>
        </pc:spChg>
      </pc:sldChg>
    </pc:docChg>
  </pc:docChgLst>
  <pc:docChgLst>
    <pc:chgData name="Haochen Zhang" userId="S::f3xsbp3g2wxfahuw@students.rwth-aachen.de::4bf405b4-1359-4b94-9fe1-872599356d5c" providerId="AD" clId="Web-{6498857B-A27D-E77B-9194-2595B3ED95F1}"/>
    <pc:docChg chg="modSld">
      <pc:chgData name="Haochen Zhang" userId="S::f3xsbp3g2wxfahuw@students.rwth-aachen.de::4bf405b4-1359-4b94-9fe1-872599356d5c" providerId="AD" clId="Web-{6498857B-A27D-E77B-9194-2595B3ED95F1}" dt="2026-06-03T09:08:04.159" v="867"/>
      <pc:docMkLst>
        <pc:docMk/>
      </pc:docMkLst>
      <pc:sldChg chg="modSp">
        <pc:chgData name="Haochen Zhang" userId="S::f3xsbp3g2wxfahuw@students.rwth-aachen.de::4bf405b4-1359-4b94-9fe1-872599356d5c" providerId="AD" clId="Web-{6498857B-A27D-E77B-9194-2595B3ED95F1}" dt="2026-06-03T09:08:04.159" v="867"/>
        <pc:sldMkLst>
          <pc:docMk/>
          <pc:sldMk cId="1918812399" sldId="358"/>
        </pc:sldMkLst>
        <pc:graphicFrameChg chg="mod modGraphic">
          <ac:chgData name="Haochen Zhang" userId="S::f3xsbp3g2wxfahuw@students.rwth-aachen.de::4bf405b4-1359-4b94-9fe1-872599356d5c" providerId="AD" clId="Web-{6498857B-A27D-E77B-9194-2595B3ED95F1}" dt="2026-06-03T09:07:15.360" v="803"/>
          <ac:graphicFrameMkLst>
            <pc:docMk/>
            <pc:sldMk cId="1918812399" sldId="358"/>
            <ac:graphicFrameMk id="4" creationId="{5B862CCB-A068-F70B-1058-795616ADBC37}"/>
          </ac:graphicFrameMkLst>
        </pc:graphicFrameChg>
        <pc:graphicFrameChg chg="mod modGraphic">
          <ac:chgData name="Haochen Zhang" userId="S::f3xsbp3g2wxfahuw@students.rwth-aachen.de::4bf405b4-1359-4b94-9fe1-872599356d5c" providerId="AD" clId="Web-{6498857B-A27D-E77B-9194-2595B3ED95F1}" dt="2026-06-03T09:08:04.159" v="867"/>
          <ac:graphicFrameMkLst>
            <pc:docMk/>
            <pc:sldMk cId="1918812399" sldId="358"/>
            <ac:graphicFrameMk id="6" creationId="{27931710-E05E-DC72-9D50-501C1CCE07F4}"/>
          </ac:graphicFrameMkLst>
        </pc:graphicFrameChg>
      </pc:sldChg>
    </pc:docChg>
  </pc:docChgLst>
  <pc:docChgLst>
    <pc:chgData name="Haochen Zhang" userId="S::f3xsbp3g2wxfahuw@students.rwth-aachen.de::4bf405b4-1359-4b94-9fe1-872599356d5c" providerId="AD" clId="Web-{0A23A7E1-7674-633B-7FF2-2FEFA8F0116A}"/>
    <pc:docChg chg="addSld modSld">
      <pc:chgData name="Haochen Zhang" userId="S::f3xsbp3g2wxfahuw@students.rwth-aachen.de::4bf405b4-1359-4b94-9fe1-872599356d5c" providerId="AD" clId="Web-{0A23A7E1-7674-633B-7FF2-2FEFA8F0116A}" dt="2026-07-01T11:10:17.907" v="321"/>
      <pc:docMkLst>
        <pc:docMk/>
      </pc:docMkLst>
      <pc:sldChg chg="modSp">
        <pc:chgData name="Haochen Zhang" userId="S::f3xsbp3g2wxfahuw@students.rwth-aachen.de::4bf405b4-1359-4b94-9fe1-872599356d5c" providerId="AD" clId="Web-{0A23A7E1-7674-633B-7FF2-2FEFA8F0116A}" dt="2026-07-01T08:23:25.483" v="93"/>
        <pc:sldMkLst>
          <pc:docMk/>
          <pc:sldMk cId="2001666881" sldId="369"/>
        </pc:sldMkLst>
        <pc:graphicFrameChg chg="mod modGraphic">
          <ac:chgData name="Haochen Zhang" userId="S::f3xsbp3g2wxfahuw@students.rwth-aachen.de::4bf405b4-1359-4b94-9fe1-872599356d5c" providerId="AD" clId="Web-{0A23A7E1-7674-633B-7FF2-2FEFA8F0116A}" dt="2026-07-01T08:23:25.483" v="93"/>
          <ac:graphicFrameMkLst>
            <pc:docMk/>
            <pc:sldMk cId="2001666881" sldId="369"/>
            <ac:graphicFrameMk id="4" creationId="{A08B318F-A857-F334-E62E-6E586D114459}"/>
          </ac:graphicFrameMkLst>
        </pc:graphicFrameChg>
      </pc:sldChg>
      <pc:sldChg chg="modSp">
        <pc:chgData name="Haochen Zhang" userId="S::f3xsbp3g2wxfahuw@students.rwth-aachen.de::4bf405b4-1359-4b94-9fe1-872599356d5c" providerId="AD" clId="Web-{0A23A7E1-7674-633B-7FF2-2FEFA8F0116A}" dt="2026-07-01T08:24:46.880" v="235"/>
        <pc:sldMkLst>
          <pc:docMk/>
          <pc:sldMk cId="1028118299" sldId="370"/>
        </pc:sldMkLst>
        <pc:graphicFrameChg chg="mod modGraphic">
          <ac:chgData name="Haochen Zhang" userId="S::f3xsbp3g2wxfahuw@students.rwth-aachen.de::4bf405b4-1359-4b94-9fe1-872599356d5c" providerId="AD" clId="Web-{0A23A7E1-7674-633B-7FF2-2FEFA8F0116A}" dt="2026-07-01T08:24:19.518" v="191"/>
          <ac:graphicFrameMkLst>
            <pc:docMk/>
            <pc:sldMk cId="1028118299" sldId="370"/>
            <ac:graphicFrameMk id="4" creationId="{18A511E9-8B42-91EE-BB4D-5C68D9CAB8EE}"/>
          </ac:graphicFrameMkLst>
        </pc:graphicFrameChg>
        <pc:graphicFrameChg chg="mod modGraphic">
          <ac:chgData name="Haochen Zhang" userId="S::f3xsbp3g2wxfahuw@students.rwth-aachen.de::4bf405b4-1359-4b94-9fe1-872599356d5c" providerId="AD" clId="Web-{0A23A7E1-7674-633B-7FF2-2FEFA8F0116A}" dt="2026-07-01T08:24:46.880" v="235"/>
          <ac:graphicFrameMkLst>
            <pc:docMk/>
            <pc:sldMk cId="1028118299" sldId="370"/>
            <ac:graphicFrameMk id="6" creationId="{4C4AA5FD-A44C-40C5-7F78-7E17F0445161}"/>
          </ac:graphicFrameMkLst>
        </pc:graphicFrameChg>
      </pc:sldChg>
      <pc:sldChg chg="addSp delSp modSp">
        <pc:chgData name="Haochen Zhang" userId="S::f3xsbp3g2wxfahuw@students.rwth-aachen.de::4bf405b4-1359-4b94-9fe1-872599356d5c" providerId="AD" clId="Web-{0A23A7E1-7674-633B-7FF2-2FEFA8F0116A}" dt="2026-07-01T10:54:35.324" v="245"/>
        <pc:sldMkLst>
          <pc:docMk/>
          <pc:sldMk cId="2253953910" sldId="372"/>
        </pc:sldMkLst>
      </pc:sldChg>
      <pc:sldChg chg="modSp">
        <pc:chgData name="Haochen Zhang" userId="S::f3xsbp3g2wxfahuw@students.rwth-aachen.de::4bf405b4-1359-4b94-9fe1-872599356d5c" providerId="AD" clId="Web-{0A23A7E1-7674-633B-7FF2-2FEFA8F0116A}" dt="2026-07-01T08:54:29.779" v="240"/>
        <pc:sldMkLst>
          <pc:docMk/>
          <pc:sldMk cId="1447727607" sldId="373"/>
        </pc:sldMkLst>
        <pc:graphicFrameChg chg="modGraphic">
          <ac:chgData name="Haochen Zhang" userId="S::f3xsbp3g2wxfahuw@students.rwth-aachen.de::4bf405b4-1359-4b94-9fe1-872599356d5c" providerId="AD" clId="Web-{0A23A7E1-7674-633B-7FF2-2FEFA8F0116A}" dt="2026-07-01T08:54:29.779" v="240"/>
          <ac:graphicFrameMkLst>
            <pc:docMk/>
            <pc:sldMk cId="1447727607" sldId="373"/>
            <ac:graphicFrameMk id="4" creationId="{0E1BDB75-65C3-8414-C0D9-D4117E16F14A}"/>
          </ac:graphicFrameMkLst>
        </pc:graphicFrameChg>
      </pc:sldChg>
      <pc:sldChg chg="addSp delSp modSp new">
        <pc:chgData name="Haochen Zhang" userId="S::f3xsbp3g2wxfahuw@students.rwth-aachen.de::4bf405b4-1359-4b94-9fe1-872599356d5c" providerId="AD" clId="Web-{0A23A7E1-7674-633B-7FF2-2FEFA8F0116A}" dt="2026-07-01T11:09:34.562" v="318"/>
        <pc:sldMkLst>
          <pc:docMk/>
          <pc:sldMk cId="1660946079" sldId="374"/>
        </pc:sldMkLst>
        <pc:graphicFrameChg chg="add mod topLvl modGraphic">
          <ac:chgData name="Haochen Zhang" userId="S::f3xsbp3g2wxfahuw@students.rwth-aachen.de::4bf405b4-1359-4b94-9fe1-872599356d5c" providerId="AD" clId="Web-{0A23A7E1-7674-633B-7FF2-2FEFA8F0116A}" dt="2026-07-01T11:09:34.562" v="318"/>
          <ac:graphicFrameMkLst>
            <pc:docMk/>
            <pc:sldMk cId="1660946079" sldId="374"/>
            <ac:graphicFrameMk id="4" creationId="{553B5E2E-C773-68D1-4B57-5A188FC6A4F9}"/>
          </ac:graphicFrameMkLst>
        </pc:graphicFrameChg>
      </pc:sldChg>
      <pc:sldChg chg="addSp delSp modSp new">
        <pc:chgData name="Haochen Zhang" userId="S::f3xsbp3g2wxfahuw@students.rwth-aachen.de::4bf405b4-1359-4b94-9fe1-872599356d5c" providerId="AD" clId="Web-{0A23A7E1-7674-633B-7FF2-2FEFA8F0116A}" dt="2026-07-01T11:10:17.907" v="321"/>
        <pc:sldMkLst>
          <pc:docMk/>
          <pc:sldMk cId="1816854351" sldId="375"/>
        </pc:sldMkLst>
      </pc:sldChg>
    </pc:docChg>
  </pc:docChgLst>
  <pc:docChgLst>
    <pc:chgData name="Haochen Zhang" userId="S::f3xsbp3g2wxfahuw@students.rwth-aachen.de::4bf405b4-1359-4b94-9fe1-872599356d5c" providerId="AD" clId="Web-{84B21760-0EF7-8A8E-F889-BD11C75FA395}"/>
    <pc:docChg chg="addSld delSld modSld">
      <pc:chgData name="Haochen Zhang" userId="S::f3xsbp3g2wxfahuw@students.rwth-aachen.de::4bf405b4-1359-4b94-9fe1-872599356d5c" providerId="AD" clId="Web-{84B21760-0EF7-8A8E-F889-BD11C75FA395}" dt="2026-06-19T11:56:36.055" v="2556"/>
      <pc:docMkLst>
        <pc:docMk/>
      </pc:docMkLst>
      <pc:sldChg chg="modSp add replId">
        <pc:chgData name="Haochen Zhang" userId="S::f3xsbp3g2wxfahuw@students.rwth-aachen.de::4bf405b4-1359-4b94-9fe1-872599356d5c" providerId="AD" clId="Web-{84B21760-0EF7-8A8E-F889-BD11C75FA395}" dt="2026-06-19T10:03:38.997" v="1281"/>
        <pc:sldMkLst>
          <pc:docMk/>
          <pc:sldMk cId="2001666881" sldId="369"/>
        </pc:sldMkLst>
        <pc:spChg chg="mod">
          <ac:chgData name="Haochen Zhang" userId="S::f3xsbp3g2wxfahuw@students.rwth-aachen.de::4bf405b4-1359-4b94-9fe1-872599356d5c" providerId="AD" clId="Web-{84B21760-0EF7-8A8E-F889-BD11C75FA395}" dt="2026-06-19T09:45:33.239" v="818" actId="20577"/>
          <ac:spMkLst>
            <pc:docMk/>
            <pc:sldMk cId="2001666881" sldId="369"/>
            <ac:spMk id="2" creationId="{A00855D4-D819-F67D-8DF9-38489A4EA459}"/>
          </ac:spMkLst>
        </pc:spChg>
        <pc:graphicFrameChg chg="mod modGraphic">
          <ac:chgData name="Haochen Zhang" userId="S::f3xsbp3g2wxfahuw@students.rwth-aachen.de::4bf405b4-1359-4b94-9fe1-872599356d5c" providerId="AD" clId="Web-{84B21760-0EF7-8A8E-F889-BD11C75FA395}" dt="2026-06-19T10:03:27.856" v="1257"/>
          <ac:graphicFrameMkLst>
            <pc:docMk/>
            <pc:sldMk cId="2001666881" sldId="369"/>
            <ac:graphicFrameMk id="4" creationId="{A08B318F-A857-F334-E62E-6E586D114459}"/>
          </ac:graphicFrameMkLst>
        </pc:graphicFrameChg>
        <pc:graphicFrameChg chg="mod modGraphic">
          <ac:chgData name="Haochen Zhang" userId="S::f3xsbp3g2wxfahuw@students.rwth-aachen.de::4bf405b4-1359-4b94-9fe1-872599356d5c" providerId="AD" clId="Web-{84B21760-0EF7-8A8E-F889-BD11C75FA395}" dt="2026-06-19T10:03:38.997" v="1281"/>
          <ac:graphicFrameMkLst>
            <pc:docMk/>
            <pc:sldMk cId="2001666881" sldId="369"/>
            <ac:graphicFrameMk id="6" creationId="{49C48BD4-4200-44D6-30F5-86A50FC99011}"/>
          </ac:graphicFrameMkLst>
        </pc:graphicFrameChg>
      </pc:sldChg>
      <pc:sldChg chg="modSp add replId">
        <pc:chgData name="Haochen Zhang" userId="S::f3xsbp3g2wxfahuw@students.rwth-aachen.de::4bf405b4-1359-4b94-9fe1-872599356d5c" providerId="AD" clId="Web-{84B21760-0EF7-8A8E-F889-BD11C75FA395}" dt="2026-06-19T11:56:36.055" v="2556"/>
        <pc:sldMkLst>
          <pc:docMk/>
          <pc:sldMk cId="1028118299" sldId="370"/>
        </pc:sldMkLst>
        <pc:spChg chg="mod">
          <ac:chgData name="Haochen Zhang" userId="S::f3xsbp3g2wxfahuw@students.rwth-aachen.de::4bf405b4-1359-4b94-9fe1-872599356d5c" providerId="AD" clId="Web-{84B21760-0EF7-8A8E-F889-BD11C75FA395}" dt="2026-06-19T11:23:27.543" v="1966" actId="20577"/>
          <ac:spMkLst>
            <pc:docMk/>
            <pc:sldMk cId="1028118299" sldId="370"/>
            <ac:spMk id="2" creationId="{9041C739-5FC0-57EA-FA94-746E8F63A862}"/>
          </ac:spMkLst>
        </pc:spChg>
        <pc:graphicFrameChg chg="mod modGraphic">
          <ac:chgData name="Haochen Zhang" userId="S::f3xsbp3g2wxfahuw@students.rwth-aachen.de::4bf405b4-1359-4b94-9fe1-872599356d5c" providerId="AD" clId="Web-{84B21760-0EF7-8A8E-F889-BD11C75FA395}" dt="2026-06-19T11:55:57.006" v="2478"/>
          <ac:graphicFrameMkLst>
            <pc:docMk/>
            <pc:sldMk cId="1028118299" sldId="370"/>
            <ac:graphicFrameMk id="4" creationId="{18A511E9-8B42-91EE-BB4D-5C68D9CAB8EE}"/>
          </ac:graphicFrameMkLst>
        </pc:graphicFrameChg>
        <pc:graphicFrameChg chg="mod modGraphic">
          <ac:chgData name="Haochen Zhang" userId="S::f3xsbp3g2wxfahuw@students.rwth-aachen.de::4bf405b4-1359-4b94-9fe1-872599356d5c" providerId="AD" clId="Web-{84B21760-0EF7-8A8E-F889-BD11C75FA395}" dt="2026-06-19T11:56:36.055" v="2556"/>
          <ac:graphicFrameMkLst>
            <pc:docMk/>
            <pc:sldMk cId="1028118299" sldId="370"/>
            <ac:graphicFrameMk id="6" creationId="{4C4AA5FD-A44C-40C5-7F78-7E17F0445161}"/>
          </ac:graphicFrameMkLst>
        </pc:graphicFrameChg>
      </pc:sldChg>
    </pc:docChg>
  </pc:docChgLst>
  <pc:docChgLst>
    <pc:chgData name="Haochen Zhang" userId="S::f3xsbp3g2wxfahuw@students.rwth-aachen.de::4bf405b4-1359-4b94-9fe1-872599356d5c" providerId="AD" clId="Web-{9A2312D3-DF36-4E0A-C22B-768C2992E861}"/>
    <pc:docChg chg="addSld delSld modSld">
      <pc:chgData name="Haochen Zhang" userId="S::f3xsbp3g2wxfahuw@students.rwth-aachen.de::4bf405b4-1359-4b94-9fe1-872599356d5c" providerId="AD" clId="Web-{9A2312D3-DF36-4E0A-C22B-768C2992E861}" dt="2026-06-12T11:19:57.480" v="2381"/>
      <pc:docMkLst>
        <pc:docMk/>
      </pc:docMkLst>
      <pc:sldChg chg="modSp">
        <pc:chgData name="Haochen Zhang" userId="S::f3xsbp3g2wxfahuw@students.rwth-aachen.de::4bf405b4-1359-4b94-9fe1-872599356d5c" providerId="AD" clId="Web-{9A2312D3-DF36-4E0A-C22B-768C2992E861}" dt="2026-06-12T10:49:38.324" v="1621"/>
        <pc:sldMkLst>
          <pc:docMk/>
          <pc:sldMk cId="1148631434" sldId="359"/>
        </pc:sldMkLst>
        <pc:spChg chg="mod">
          <ac:chgData name="Haochen Zhang" userId="S::f3xsbp3g2wxfahuw@students.rwth-aachen.de::4bf405b4-1359-4b94-9fe1-872599356d5c" providerId="AD" clId="Web-{9A2312D3-DF36-4E0A-C22B-768C2992E861}" dt="2026-06-12T08:35:53.158" v="21" actId="20577"/>
          <ac:spMkLst>
            <pc:docMk/>
            <pc:sldMk cId="1148631434" sldId="359"/>
            <ac:spMk id="2" creationId="{D38EB42D-1597-AA74-E3BA-4BC403181291}"/>
          </ac:spMkLst>
        </pc:spChg>
        <pc:graphicFrameChg chg="mod modGraphic">
          <ac:chgData name="Haochen Zhang" userId="S::f3xsbp3g2wxfahuw@students.rwth-aachen.de::4bf405b4-1359-4b94-9fe1-872599356d5c" providerId="AD" clId="Web-{9A2312D3-DF36-4E0A-C22B-768C2992E861}" dt="2026-06-12T10:49:17.246" v="1595"/>
          <ac:graphicFrameMkLst>
            <pc:docMk/>
            <pc:sldMk cId="1148631434" sldId="359"/>
            <ac:graphicFrameMk id="4" creationId="{05B74278-434E-9B17-FD0D-52E8E0A83499}"/>
          </ac:graphicFrameMkLst>
        </pc:graphicFrameChg>
        <pc:graphicFrameChg chg="mod modGraphic">
          <ac:chgData name="Haochen Zhang" userId="S::f3xsbp3g2wxfahuw@students.rwth-aachen.de::4bf405b4-1359-4b94-9fe1-872599356d5c" providerId="AD" clId="Web-{9A2312D3-DF36-4E0A-C22B-768C2992E861}" dt="2026-06-12T10:49:38.324" v="1621"/>
          <ac:graphicFrameMkLst>
            <pc:docMk/>
            <pc:sldMk cId="1148631434" sldId="359"/>
            <ac:graphicFrameMk id="6" creationId="{BBA6A69A-ACCD-3ECA-F50B-D348BF39B82A}"/>
          </ac:graphicFrameMkLst>
        </pc:graphicFrameChg>
      </pc:sldChg>
      <pc:sldChg chg="modSp new">
        <pc:chgData name="Haochen Zhang" userId="S::f3xsbp3g2wxfahuw@students.rwth-aachen.de::4bf405b4-1359-4b94-9fe1-872599356d5c" providerId="AD" clId="Web-{9A2312D3-DF36-4E0A-C22B-768C2992E861}" dt="2026-06-12T10:46:15.552" v="1470" actId="20577"/>
        <pc:sldMkLst>
          <pc:docMk/>
          <pc:sldMk cId="495624696" sldId="363"/>
        </pc:sldMkLst>
        <pc:spChg chg="mod">
          <ac:chgData name="Haochen Zhang" userId="S::f3xsbp3g2wxfahuw@students.rwth-aachen.de::4bf405b4-1359-4b94-9fe1-872599356d5c" providerId="AD" clId="Web-{9A2312D3-DF36-4E0A-C22B-768C2992E861}" dt="2026-06-12T10:30:09.269" v="1421" actId="20577"/>
          <ac:spMkLst>
            <pc:docMk/>
            <pc:sldMk cId="495624696" sldId="363"/>
            <ac:spMk id="2" creationId="{838076E5-CEEE-16D9-A6DF-724D0EED9CBC}"/>
          </ac:spMkLst>
        </pc:spChg>
        <pc:spChg chg="mod">
          <ac:chgData name="Haochen Zhang" userId="S::f3xsbp3g2wxfahuw@students.rwth-aachen.de::4bf405b4-1359-4b94-9fe1-872599356d5c" providerId="AD" clId="Web-{9A2312D3-DF36-4E0A-C22B-768C2992E861}" dt="2026-06-12T10:46:15.552" v="1470" actId="20577"/>
          <ac:spMkLst>
            <pc:docMk/>
            <pc:sldMk cId="495624696" sldId="363"/>
            <ac:spMk id="3" creationId="{2A10800E-740F-C478-F3D0-7E88B8C1B5A6}"/>
          </ac:spMkLst>
        </pc:spChg>
      </pc:sldChg>
      <pc:sldChg chg="modSp add replId">
        <pc:chgData name="Haochen Zhang" userId="S::f3xsbp3g2wxfahuw@students.rwth-aachen.de::4bf405b4-1359-4b94-9fe1-872599356d5c" providerId="AD" clId="Web-{9A2312D3-DF36-4E0A-C22B-768C2992E861}" dt="2026-06-12T11:19:57.480" v="2381"/>
        <pc:sldMkLst>
          <pc:docMk/>
          <pc:sldMk cId="3913430877" sldId="364"/>
        </pc:sldMkLst>
        <pc:graphicFrameChg chg="mod modGraphic">
          <ac:chgData name="Haochen Zhang" userId="S::f3xsbp3g2wxfahuw@students.rwth-aachen.de::4bf405b4-1359-4b94-9fe1-872599356d5c" providerId="AD" clId="Web-{9A2312D3-DF36-4E0A-C22B-768C2992E861}" dt="2026-06-12T11:19:19.979" v="2289"/>
          <ac:graphicFrameMkLst>
            <pc:docMk/>
            <pc:sldMk cId="3913430877" sldId="364"/>
            <ac:graphicFrameMk id="4" creationId="{52856B79-2C1D-A1EC-3F6B-50EE13A1B30F}"/>
          </ac:graphicFrameMkLst>
        </pc:graphicFrameChg>
        <pc:graphicFrameChg chg="mod modGraphic">
          <ac:chgData name="Haochen Zhang" userId="S::f3xsbp3g2wxfahuw@students.rwth-aachen.de::4bf405b4-1359-4b94-9fe1-872599356d5c" providerId="AD" clId="Web-{9A2312D3-DF36-4E0A-C22B-768C2992E861}" dt="2026-06-12T11:19:57.480" v="2381"/>
          <ac:graphicFrameMkLst>
            <pc:docMk/>
            <pc:sldMk cId="3913430877" sldId="364"/>
            <ac:graphicFrameMk id="6" creationId="{289053E4-60EE-77EF-2D95-9BC6687F7993}"/>
          </ac:graphicFrameMkLst>
        </pc:graphicFrameChg>
      </pc:sldChg>
      <pc:sldChg chg="addSp delSp modSp new">
        <pc:chgData name="Haochen Zhang" userId="S::f3xsbp3g2wxfahuw@students.rwth-aachen.de::4bf405b4-1359-4b94-9fe1-872599356d5c" providerId="AD" clId="Web-{9A2312D3-DF36-4E0A-C22B-768C2992E861}" dt="2026-06-12T11:08:43.879" v="2140" actId="20577"/>
        <pc:sldMkLst>
          <pc:docMk/>
          <pc:sldMk cId="48899746" sldId="365"/>
        </pc:sldMkLst>
        <pc:spChg chg="mod">
          <ac:chgData name="Haochen Zhang" userId="S::f3xsbp3g2wxfahuw@students.rwth-aachen.de::4bf405b4-1359-4b94-9fe1-872599356d5c" providerId="AD" clId="Web-{9A2312D3-DF36-4E0A-C22B-768C2992E861}" dt="2026-06-12T11:08:43.879" v="2140" actId="20577"/>
          <ac:spMkLst>
            <pc:docMk/>
            <pc:sldMk cId="48899746" sldId="365"/>
            <ac:spMk id="2" creationId="{DDB8B45B-3E13-BD28-F4C2-722D2EE5B67A}"/>
          </ac:spMkLst>
        </pc:spChg>
        <pc:picChg chg="add mod">
          <ac:chgData name="Haochen Zhang" userId="S::f3xsbp3g2wxfahuw@students.rwth-aachen.de::4bf405b4-1359-4b94-9fe1-872599356d5c" providerId="AD" clId="Web-{9A2312D3-DF36-4E0A-C22B-768C2992E861}" dt="2026-06-12T11:08:31.816" v="2135" actId="1076"/>
          <ac:picMkLst>
            <pc:docMk/>
            <pc:sldMk cId="48899746" sldId="365"/>
            <ac:picMk id="4" creationId="{C7663505-2AB3-ABB5-8A67-3071ED735E63}"/>
          </ac:picMkLst>
        </pc:picChg>
      </pc:sldChg>
      <pc:sldChg chg="addSp delSp modSp new">
        <pc:chgData name="Haochen Zhang" userId="S::f3xsbp3g2wxfahuw@students.rwth-aachen.de::4bf405b4-1359-4b94-9fe1-872599356d5c" providerId="AD" clId="Web-{9A2312D3-DF36-4E0A-C22B-768C2992E861}" dt="2026-06-12T11:10:23.179" v="2170"/>
        <pc:sldMkLst>
          <pc:docMk/>
          <pc:sldMk cId="1261715929" sldId="366"/>
        </pc:sldMkLst>
        <pc:spChg chg="mod">
          <ac:chgData name="Haochen Zhang" userId="S::f3xsbp3g2wxfahuw@students.rwth-aachen.de::4bf405b4-1359-4b94-9fe1-872599356d5c" providerId="AD" clId="Web-{9A2312D3-DF36-4E0A-C22B-768C2992E861}" dt="2026-06-12T11:10:10.804" v="2168" actId="20577"/>
          <ac:spMkLst>
            <pc:docMk/>
            <pc:sldMk cId="1261715929" sldId="366"/>
            <ac:spMk id="2" creationId="{6FA2E581-303A-C3AC-5FF2-03902BB7B58B}"/>
          </ac:spMkLst>
        </pc:spChg>
        <pc:picChg chg="add mod">
          <ac:chgData name="Haochen Zhang" userId="S::f3xsbp3g2wxfahuw@students.rwth-aachen.de::4bf405b4-1359-4b94-9fe1-872599356d5c" providerId="AD" clId="Web-{9A2312D3-DF36-4E0A-C22B-768C2992E861}" dt="2026-06-12T11:10:23.179" v="2170"/>
          <ac:picMkLst>
            <pc:docMk/>
            <pc:sldMk cId="1261715929" sldId="366"/>
            <ac:picMk id="4" creationId="{AFD6619D-E3DA-A18E-3F1A-40D893C223B6}"/>
          </ac:picMkLst>
        </pc:picChg>
      </pc:sldChg>
      <pc:sldChg chg="addSp delSp modSp new">
        <pc:chgData name="Haochen Zhang" userId="S::f3xsbp3g2wxfahuw@students.rwth-aachen.de::4bf405b4-1359-4b94-9fe1-872599356d5c" providerId="AD" clId="Web-{9A2312D3-DF36-4E0A-C22B-768C2992E861}" dt="2026-06-12T11:09:46.053" v="2160"/>
        <pc:sldMkLst>
          <pc:docMk/>
          <pc:sldMk cId="22322777" sldId="367"/>
        </pc:sldMkLst>
        <pc:spChg chg="mod">
          <ac:chgData name="Haochen Zhang" userId="S::f3xsbp3g2wxfahuw@students.rwth-aachen.de::4bf405b4-1359-4b94-9fe1-872599356d5c" providerId="AD" clId="Web-{9A2312D3-DF36-4E0A-C22B-768C2992E861}" dt="2026-06-12T11:08:58.723" v="2153" actId="20577"/>
          <ac:spMkLst>
            <pc:docMk/>
            <pc:sldMk cId="22322777" sldId="367"/>
            <ac:spMk id="2" creationId="{8648358D-1345-B752-9A4C-DD33590CC93E}"/>
          </ac:spMkLst>
        </pc:spChg>
        <pc:picChg chg="add mod">
          <ac:chgData name="Haochen Zhang" userId="S::f3xsbp3g2wxfahuw@students.rwth-aachen.de::4bf405b4-1359-4b94-9fe1-872599356d5c" providerId="AD" clId="Web-{9A2312D3-DF36-4E0A-C22B-768C2992E861}" dt="2026-06-12T11:09:46.053" v="2160"/>
          <ac:picMkLst>
            <pc:docMk/>
            <pc:sldMk cId="22322777" sldId="367"/>
            <ac:picMk id="5" creationId="{FF4D2716-6E01-2A78-0998-3E260CEEC5FD}"/>
          </ac:picMkLst>
        </pc:picChg>
      </pc:sldChg>
    </pc:docChg>
  </pc:docChgLst>
  <pc:docChgLst>
    <pc:chgData name="Haochen Zhang" userId="S::f3xsbp3g2wxfahuw@students.rwth-aachen.de::4bf405b4-1359-4b94-9fe1-872599356d5c" providerId="AD" clId="Web-{D81E5390-B057-8DBA-4E65-2DAA4A4C0660}"/>
    <pc:docChg chg="addSld delSld modSld">
      <pc:chgData name="Haochen Zhang" userId="S::f3xsbp3g2wxfahuw@students.rwth-aachen.de::4bf405b4-1359-4b94-9fe1-872599356d5c" providerId="AD" clId="Web-{D81E5390-B057-8DBA-4E65-2DAA4A4C0660}" dt="2026-06-24T13:46:36.381" v="2899"/>
      <pc:docMkLst>
        <pc:docMk/>
      </pc:docMkLst>
      <pc:sldChg chg="modSp">
        <pc:chgData name="Haochen Zhang" userId="S::f3xsbp3g2wxfahuw@students.rwth-aachen.de::4bf405b4-1359-4b94-9fe1-872599356d5c" providerId="AD" clId="Web-{D81E5390-B057-8DBA-4E65-2DAA4A4C0660}" dt="2026-06-24T07:01:29.043" v="97"/>
        <pc:sldMkLst>
          <pc:docMk/>
          <pc:sldMk cId="2001666881" sldId="369"/>
        </pc:sldMkLst>
        <pc:graphicFrameChg chg="mod modGraphic">
          <ac:chgData name="Haochen Zhang" userId="S::f3xsbp3g2wxfahuw@students.rwth-aachen.de::4bf405b4-1359-4b94-9fe1-872599356d5c" providerId="AD" clId="Web-{D81E5390-B057-8DBA-4E65-2DAA4A4C0660}" dt="2026-06-24T07:01:29.043" v="97"/>
          <ac:graphicFrameMkLst>
            <pc:docMk/>
            <pc:sldMk cId="2001666881" sldId="369"/>
            <ac:graphicFrameMk id="4" creationId="{A08B318F-A857-F334-E62E-6E586D114459}"/>
          </ac:graphicFrameMkLst>
        </pc:graphicFrameChg>
      </pc:sldChg>
      <pc:sldChg chg="modSp">
        <pc:chgData name="Haochen Zhang" userId="S::f3xsbp3g2wxfahuw@students.rwth-aachen.de::4bf405b4-1359-4b94-9fe1-872599356d5c" providerId="AD" clId="Web-{D81E5390-B057-8DBA-4E65-2DAA4A4C0660}" dt="2026-06-24T07:08:30.372" v="323"/>
        <pc:sldMkLst>
          <pc:docMk/>
          <pc:sldMk cId="1028118299" sldId="370"/>
        </pc:sldMkLst>
        <pc:graphicFrameChg chg="mod modGraphic">
          <ac:chgData name="Haochen Zhang" userId="S::f3xsbp3g2wxfahuw@students.rwth-aachen.de::4bf405b4-1359-4b94-9fe1-872599356d5c" providerId="AD" clId="Web-{D81E5390-B057-8DBA-4E65-2DAA4A4C0660}" dt="2026-06-24T07:05:50.460" v="263"/>
          <ac:graphicFrameMkLst>
            <pc:docMk/>
            <pc:sldMk cId="1028118299" sldId="370"/>
            <ac:graphicFrameMk id="4" creationId="{18A511E9-8B42-91EE-BB4D-5C68D9CAB8EE}"/>
          </ac:graphicFrameMkLst>
        </pc:graphicFrameChg>
        <pc:graphicFrameChg chg="mod modGraphic">
          <ac:chgData name="Haochen Zhang" userId="S::f3xsbp3g2wxfahuw@students.rwth-aachen.de::4bf405b4-1359-4b94-9fe1-872599356d5c" providerId="AD" clId="Web-{D81E5390-B057-8DBA-4E65-2DAA4A4C0660}" dt="2026-06-24T07:08:30.372" v="323"/>
          <ac:graphicFrameMkLst>
            <pc:docMk/>
            <pc:sldMk cId="1028118299" sldId="370"/>
            <ac:graphicFrameMk id="6" creationId="{4C4AA5FD-A44C-40C5-7F78-7E17F0445161}"/>
          </ac:graphicFrameMkLst>
        </pc:graphicFrameChg>
      </pc:sldChg>
      <pc:sldChg chg="modSp add replId">
        <pc:chgData name="Haochen Zhang" userId="S::f3xsbp3g2wxfahuw@students.rwth-aachen.de::4bf405b4-1359-4b94-9fe1-872599356d5c" providerId="AD" clId="Web-{D81E5390-B057-8DBA-4E65-2DAA4A4C0660}" dt="2026-06-24T13:22:19.928" v="1852"/>
        <pc:sldMkLst>
          <pc:docMk/>
          <pc:sldMk cId="203022856" sldId="371"/>
        </pc:sldMkLst>
        <pc:spChg chg="mod">
          <ac:chgData name="Haochen Zhang" userId="S::f3xsbp3g2wxfahuw@students.rwth-aachen.de::4bf405b4-1359-4b94-9fe1-872599356d5c" providerId="AD" clId="Web-{D81E5390-B057-8DBA-4E65-2DAA4A4C0660}" dt="2026-06-24T07:31:31.826" v="336" actId="20577"/>
          <ac:spMkLst>
            <pc:docMk/>
            <pc:sldMk cId="203022856" sldId="371"/>
            <ac:spMk id="2" creationId="{6EFE81A6-050D-73E6-8ABF-7BDBF2153624}"/>
          </ac:spMkLst>
        </pc:spChg>
        <pc:graphicFrameChg chg="mod modGraphic">
          <ac:chgData name="Haochen Zhang" userId="S::f3xsbp3g2wxfahuw@students.rwth-aachen.de::4bf405b4-1359-4b94-9fe1-872599356d5c" providerId="AD" clId="Web-{D81E5390-B057-8DBA-4E65-2DAA4A4C0660}" dt="2026-06-24T13:22:19.928" v="1852"/>
          <ac:graphicFrameMkLst>
            <pc:docMk/>
            <pc:sldMk cId="203022856" sldId="371"/>
            <ac:graphicFrameMk id="4" creationId="{275FF6DD-85EE-7629-138B-06C1447198CA}"/>
          </ac:graphicFrameMkLst>
        </pc:graphicFrameChg>
        <pc:graphicFrameChg chg="mod modGraphic">
          <ac:chgData name="Haochen Zhang" userId="S::f3xsbp3g2wxfahuw@students.rwth-aachen.de::4bf405b4-1359-4b94-9fe1-872599356d5c" providerId="AD" clId="Web-{D81E5390-B057-8DBA-4E65-2DAA4A4C0660}" dt="2026-06-24T13:21:45.567" v="1834"/>
          <ac:graphicFrameMkLst>
            <pc:docMk/>
            <pc:sldMk cId="203022856" sldId="371"/>
            <ac:graphicFrameMk id="6" creationId="{D70BAF5E-53D5-F7A4-FDFF-D20AD234A5A4}"/>
          </ac:graphicFrameMkLst>
        </pc:graphicFrameChg>
      </pc:sldChg>
      <pc:sldChg chg="modSp add replId">
        <pc:chgData name="Haochen Zhang" userId="S::f3xsbp3g2wxfahuw@students.rwth-aachen.de::4bf405b4-1359-4b94-9fe1-872599356d5c" providerId="AD" clId="Web-{D81E5390-B057-8DBA-4E65-2DAA4A4C0660}" dt="2026-06-24T13:46:36.381" v="2899"/>
        <pc:sldMkLst>
          <pc:docMk/>
          <pc:sldMk cId="2253953910" sldId="372"/>
        </pc:sldMkLst>
        <pc:graphicFrameChg chg="mod modGraphic">
          <ac:chgData name="Haochen Zhang" userId="S::f3xsbp3g2wxfahuw@students.rwth-aachen.de::4bf405b4-1359-4b94-9fe1-872599356d5c" providerId="AD" clId="Web-{D81E5390-B057-8DBA-4E65-2DAA4A4C0660}" dt="2026-06-24T13:45:48.973" v="2811"/>
          <ac:graphicFrameMkLst>
            <pc:docMk/>
            <pc:sldMk cId="2253953910" sldId="372"/>
            <ac:graphicFrameMk id="4" creationId="{F81A16C3-2C61-CB9B-10BF-A3D4DEF7F4DD}"/>
          </ac:graphicFrameMkLst>
        </pc:graphicFrameChg>
        <pc:graphicFrameChg chg="mod modGraphic">
          <ac:chgData name="Haochen Zhang" userId="S::f3xsbp3g2wxfahuw@students.rwth-aachen.de::4bf405b4-1359-4b94-9fe1-872599356d5c" providerId="AD" clId="Web-{D81E5390-B057-8DBA-4E65-2DAA4A4C0660}" dt="2026-06-24T13:46:36.381" v="2899"/>
          <ac:graphicFrameMkLst>
            <pc:docMk/>
            <pc:sldMk cId="2253953910" sldId="372"/>
            <ac:graphicFrameMk id="6" creationId="{FABB1D6C-2F93-0858-0FF4-D9C0EBCDCB75}"/>
          </ac:graphicFrameMkLst>
        </pc:graphicFrameChg>
      </pc:sldChg>
    </pc:docChg>
  </pc:docChgLst>
  <pc:docChgLst>
    <pc:chgData name="Haochen Zhang" userId="S::f3xsbp3g2wxfahuw@students.rwth-aachen.de::4bf405b4-1359-4b94-9fe1-872599356d5c" providerId="AD" clId="Web-{64FAC260-F90B-16C3-685F-8A1AAAA8CAD9}"/>
    <pc:docChg chg="addSld modSld">
      <pc:chgData name="Haochen Zhang" userId="S::f3xsbp3g2wxfahuw@students.rwth-aachen.de::4bf405b4-1359-4b94-9fe1-872599356d5c" providerId="AD" clId="Web-{64FAC260-F90B-16C3-685F-8A1AAAA8CAD9}" dt="2026-07-01T13:45:36.672" v="1540"/>
      <pc:docMkLst>
        <pc:docMk/>
      </pc:docMkLst>
      <pc:sldChg chg="addSp modSp">
        <pc:chgData name="Haochen Zhang" userId="S::f3xsbp3g2wxfahuw@students.rwth-aachen.de::4bf405b4-1359-4b94-9fe1-872599356d5c" providerId="AD" clId="Web-{64FAC260-F90B-16C3-685F-8A1AAAA8CAD9}" dt="2026-07-01T12:39:07.790" v="183" actId="20577"/>
        <pc:sldMkLst>
          <pc:docMk/>
          <pc:sldMk cId="1660946079" sldId="374"/>
        </pc:sldMkLst>
        <pc:spChg chg="mod">
          <ac:chgData name="Haochen Zhang" userId="S::f3xsbp3g2wxfahuw@students.rwth-aachen.de::4bf405b4-1359-4b94-9fe1-872599356d5c" providerId="AD" clId="Web-{64FAC260-F90B-16C3-685F-8A1AAAA8CAD9}" dt="2026-07-01T12:39:07.790" v="183" actId="20577"/>
          <ac:spMkLst>
            <pc:docMk/>
            <pc:sldMk cId="1660946079" sldId="374"/>
            <ac:spMk id="2" creationId="{04102EEB-3AB4-470E-EDBC-689FED78F9BF}"/>
          </ac:spMkLst>
        </pc:spChg>
        <pc:graphicFrameChg chg="mod topLvl modGraphic">
          <ac:chgData name="Haochen Zhang" userId="S::f3xsbp3g2wxfahuw@students.rwth-aachen.de::4bf405b4-1359-4b94-9fe1-872599356d5c" providerId="AD" clId="Web-{64FAC260-F90B-16C3-685F-8A1AAAA8CAD9}" dt="2026-07-01T12:38:54.555" v="181" actId="1076"/>
          <ac:graphicFrameMkLst>
            <pc:docMk/>
            <pc:sldMk cId="1660946079" sldId="374"/>
            <ac:graphicFrameMk id="4" creationId="{553B5E2E-C773-68D1-4B57-5A188FC6A4F9}"/>
          </ac:graphicFrameMkLst>
        </pc:graphicFrameChg>
      </pc:sldChg>
      <pc:sldChg chg="addSp delSp modSp">
        <pc:chgData name="Haochen Zhang" userId="S::f3xsbp3g2wxfahuw@students.rwth-aachen.de::4bf405b4-1359-4b94-9fe1-872599356d5c" providerId="AD" clId="Web-{64FAC260-F90B-16C3-685F-8A1AAAA8CAD9}" dt="2026-07-01T12:41:21.174" v="202"/>
        <pc:sldMkLst>
          <pc:docMk/>
          <pc:sldMk cId="1816854351" sldId="375"/>
        </pc:sldMkLst>
        <pc:spChg chg="add mod">
          <ac:chgData name="Haochen Zhang" userId="S::f3xsbp3g2wxfahuw@students.rwth-aachen.de::4bf405b4-1359-4b94-9fe1-872599356d5c" providerId="AD" clId="Web-{64FAC260-F90B-16C3-685F-8A1AAAA8CAD9}" dt="2026-07-01T12:39:25.697" v="189"/>
          <ac:spMkLst>
            <pc:docMk/>
            <pc:sldMk cId="1816854351" sldId="375"/>
            <ac:spMk id="7" creationId="{EEE3F536-DCFF-53BD-FA46-11983F539ED2}"/>
          </ac:spMkLst>
        </pc:spChg>
        <pc:graphicFrameChg chg="add mod topLvl modGraphic">
          <ac:chgData name="Haochen Zhang" userId="S::f3xsbp3g2wxfahuw@students.rwth-aachen.de::4bf405b4-1359-4b94-9fe1-872599356d5c" providerId="AD" clId="Web-{64FAC260-F90B-16C3-685F-8A1AAAA8CAD9}" dt="2026-07-01T12:41:21.174" v="202"/>
          <ac:graphicFrameMkLst>
            <pc:docMk/>
            <pc:sldMk cId="1816854351" sldId="375"/>
            <ac:graphicFrameMk id="3" creationId="{B5FF7C10-E7E0-2CFD-DF4C-34A01175B74C}"/>
          </ac:graphicFrameMkLst>
        </pc:graphicFrameChg>
      </pc:sldChg>
      <pc:sldChg chg="addSp delSp modSp new">
        <pc:chgData name="Haochen Zhang" userId="S::f3xsbp3g2wxfahuw@students.rwth-aachen.de::4bf405b4-1359-4b94-9fe1-872599356d5c" providerId="AD" clId="Web-{64FAC260-F90B-16C3-685F-8A1AAAA8CAD9}" dt="2026-07-01T12:54:39.573" v="318"/>
        <pc:sldMkLst>
          <pc:docMk/>
          <pc:sldMk cId="269820681" sldId="376"/>
        </pc:sldMkLst>
        <pc:spChg chg="add mod">
          <ac:chgData name="Haochen Zhang" userId="S::f3xsbp3g2wxfahuw@students.rwth-aachen.de::4bf405b4-1359-4b94-9fe1-872599356d5c" providerId="AD" clId="Web-{64FAC260-F90B-16C3-685F-8A1AAAA8CAD9}" dt="2026-07-01T12:39:58.950" v="192"/>
          <ac:spMkLst>
            <pc:docMk/>
            <pc:sldMk cId="269820681" sldId="376"/>
            <ac:spMk id="5" creationId="{F243B2F7-A2BC-02EA-4CD3-B8C074C8251C}"/>
          </ac:spMkLst>
        </pc:spChg>
        <pc:graphicFrameChg chg="add mod topLvl modGraphic">
          <ac:chgData name="Haochen Zhang" userId="S::f3xsbp3g2wxfahuw@students.rwth-aachen.de::4bf405b4-1359-4b94-9fe1-872599356d5c" providerId="AD" clId="Web-{64FAC260-F90B-16C3-685F-8A1AAAA8CAD9}" dt="2026-07-01T12:54:39.573" v="318"/>
          <ac:graphicFrameMkLst>
            <pc:docMk/>
            <pc:sldMk cId="269820681" sldId="376"/>
            <ac:graphicFrameMk id="6" creationId="{C778D183-7DB3-AF7D-1CCA-600BD494A714}"/>
          </ac:graphicFrameMkLst>
        </pc:graphicFrameChg>
      </pc:sldChg>
      <pc:sldChg chg="modSp add replId">
        <pc:chgData name="Haochen Zhang" userId="S::f3xsbp3g2wxfahuw@students.rwth-aachen.de::4bf405b4-1359-4b94-9fe1-872599356d5c" providerId="AD" clId="Web-{64FAC260-F90B-16C3-685F-8A1AAAA8CAD9}" dt="2026-07-01T13:45:36.672" v="1540"/>
        <pc:sldMkLst>
          <pc:docMk/>
          <pc:sldMk cId="263946995" sldId="377"/>
        </pc:sldMkLst>
        <pc:spChg chg="mod">
          <ac:chgData name="Haochen Zhang" userId="S::f3xsbp3g2wxfahuw@students.rwth-aachen.de::4bf405b4-1359-4b94-9fe1-872599356d5c" providerId="AD" clId="Web-{64FAC260-F90B-16C3-685F-8A1AAAA8CAD9}" dt="2026-07-01T12:59:03.498" v="322" actId="20577"/>
          <ac:spMkLst>
            <pc:docMk/>
            <pc:sldMk cId="263946995" sldId="377"/>
            <ac:spMk id="2" creationId="{8C7DA975-835B-9743-F629-7799AB946A6C}"/>
          </ac:spMkLst>
        </pc:spChg>
        <pc:graphicFrameChg chg="mod modGraphic">
          <ac:chgData name="Haochen Zhang" userId="S::f3xsbp3g2wxfahuw@students.rwth-aachen.de::4bf405b4-1359-4b94-9fe1-872599356d5c" providerId="AD" clId="Web-{64FAC260-F90B-16C3-685F-8A1AAAA8CAD9}" dt="2026-07-01T13:44:41.762" v="1450"/>
          <ac:graphicFrameMkLst>
            <pc:docMk/>
            <pc:sldMk cId="263946995" sldId="377"/>
            <ac:graphicFrameMk id="4" creationId="{66743506-725E-8492-0048-3845E7201A02}"/>
          </ac:graphicFrameMkLst>
        </pc:graphicFrameChg>
        <pc:graphicFrameChg chg="mod modGraphic">
          <ac:chgData name="Haochen Zhang" userId="S::f3xsbp3g2wxfahuw@students.rwth-aachen.de::4bf405b4-1359-4b94-9fe1-872599356d5c" providerId="AD" clId="Web-{64FAC260-F90B-16C3-685F-8A1AAAA8CAD9}" dt="2026-07-01T13:45:36.672" v="1540"/>
          <ac:graphicFrameMkLst>
            <pc:docMk/>
            <pc:sldMk cId="263946995" sldId="377"/>
            <ac:graphicFrameMk id="6" creationId="{B684717C-A365-B040-0D12-EB4C3D18CC4D}"/>
          </ac:graphicFrameMkLst>
        </pc:graphicFrameChg>
      </pc:sldChg>
    </pc:docChg>
  </pc:docChgLst>
</pc:chgInfo>
</file>

<file path=ppt/charts/_rels/chart1.xml.rels><?xml version="1.0" encoding="UTF-8" standalone="yes"?>
<Relationships xmlns="http://schemas.openxmlformats.org/package/2006/relationships"><Relationship Id="rId3" Type="http://schemas.openxmlformats.org/officeDocument/2006/relationships/oleObject" Target="https://studentsrwthaachende-my.sharepoint.com/personal/f3xsbp3g2wxfahuw_students_rwth-aachen_de/Documents/Presentation_template%203_LineMarkers%203.xlsx" TargetMode="External"/><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oleObject" Target="https://studentsrwthaachende-my.sharepoint.com/personal/f3xsbp3g2wxfahuw_students_rwth-aachen_de/Documents/Presentation_template%203_LineMarkers%204.xlsx" TargetMode="External"/><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3" Type="http://schemas.openxmlformats.org/officeDocument/2006/relationships/oleObject" Target="https://studentsrwthaachende-my.sharepoint.com/personal/f3xsbp3g2wxfahuw_students_rwth-aachen_de/Documents/Presentation_template%203_LineMarkers%202.xlsx" TargetMode="External"/><Relationship Id="rId2" Type="http://schemas.microsoft.com/office/2011/relationships/chartColorStyle" Target="colors3.xml"/><Relationship Id="rId1" Type="http://schemas.microsoft.com/office/2011/relationships/chartStyle" Target="style3.xml"/></Relationships>
</file>

<file path=ppt/charts/_rels/chart4.xml.rels><?xml version="1.0" encoding="UTF-8" standalone="yes"?>
<Relationships xmlns="http://schemas.openxmlformats.org/package/2006/relationships"><Relationship Id="rId3" Type="http://schemas.openxmlformats.org/officeDocument/2006/relationships/oleObject" Target="https://studentsrwthaachende-my.sharepoint.com/personal/f3xsbp3g2wxfahuw_students_rwth-aachen_de/Documents/Presentation_template%203_LineMarkers.xlsx" TargetMode="External"/><Relationship Id="rId2" Type="http://schemas.microsoft.com/office/2011/relationships/chartColorStyle" Target="colors4.xml"/><Relationship Id="rId1" Type="http://schemas.microsoft.com/office/2011/relationships/chartStyle" Target="style4.xml"/></Relationships>
</file>

<file path=ppt/charts/_rels/chart5.xml.rels><?xml version="1.0" encoding="UTF-8" standalone="yes"?>
<Relationships xmlns="http://schemas.openxmlformats.org/package/2006/relationships"><Relationship Id="rId3" Type="http://schemas.openxmlformats.org/officeDocument/2006/relationships/oleObject" Target="https://studentsrwthaachende-my.sharepoint.com/personal/f3xsbp3g2wxfahuw_students_rwth-aachen_de/Documents/Presentation_template%203_LineMarkers%206.xlsx" TargetMode="External"/><Relationship Id="rId2" Type="http://schemas.microsoft.com/office/2011/relationships/chartColorStyle" Target="colors5.xml"/><Relationship Id="rId1" Type="http://schemas.microsoft.com/office/2011/relationships/chartStyle" Target="style5.xml"/></Relationships>
</file>

<file path=ppt/charts/_rels/chart6.xml.rels><?xml version="1.0" encoding="UTF-8" standalone="yes"?>
<Relationships xmlns="http://schemas.openxmlformats.org/package/2006/relationships"><Relationship Id="rId3" Type="http://schemas.openxmlformats.org/officeDocument/2006/relationships/oleObject" Target="https://studentsrwthaachende-my.sharepoint.com/personal/f3xsbp3g2wxfahuw_students_rwth-aachen_de/Documents/Presentation_template%203_LineMarkers%201.xlsx" TargetMode="External"/><Relationship Id="rId2" Type="http://schemas.microsoft.com/office/2011/relationships/chartColorStyle" Target="colors6.xml"/><Relationship Id="rId1" Type="http://schemas.microsoft.com/office/2011/relationships/chartStyle" Target="style6.xml"/></Relationships>
</file>

<file path=ppt/charts/_rels/chart7.xml.rels><?xml version="1.0" encoding="UTF-8" standalone="yes"?>
<Relationships xmlns="http://schemas.openxmlformats.org/package/2006/relationships"><Relationship Id="rId3" Type="http://schemas.openxmlformats.org/officeDocument/2006/relationships/oleObject" Target="https://studentsrwthaachende-my.sharepoint.com/personal/f3xsbp3g2wxfahuw_students_rwth-aachen_de/Documents/Presentation_template%203_LineMarkers%205.xlsx" TargetMode="External"/><Relationship Id="rId2" Type="http://schemas.microsoft.com/office/2011/relationships/chartColorStyle" Target="colors7.xml"/><Relationship Id="rId1" Type="http://schemas.microsoft.com/office/2011/relationships/chartStyle" Target="style7.xml"/></Relationships>
</file>

<file path=ppt/charts/_rels/chart8.xml.rels><?xml version="1.0" encoding="UTF-8" standalone="yes"?>
<Relationships xmlns="http://schemas.openxmlformats.org/package/2006/relationships"><Relationship Id="rId1" Type="http://schemas.openxmlformats.org/officeDocument/2006/relationships/package" Target="../embeddings/Microsoft_Excel_Worksheet_128_585A2E4F.xlsx"/></Relationships>
</file>

<file path=ppt/charts/_rels/chart9.xml.rels><?xml version="1.0" encoding="UTF-8" standalone="yes"?>
<Relationships xmlns="http://schemas.openxmlformats.org/package/2006/relationships"><Relationship Id="rId1" Type="http://schemas.openxmlformats.org/officeDocument/2006/relationships/package" Target="../embeddings/Microsoft_Excel_Worksheet_129_1D285F11.xlsx"/></Relationships>
</file>

<file path=ppt/charts/_rels/chart10.xml.rels><?xml version="1.0" encoding="UTF-8" standalone="yes"?>
<Relationships xmlns="http://schemas.openxmlformats.org/package/2006/relationships"><Relationship Id="rId1" Type="http://schemas.openxmlformats.org/officeDocument/2006/relationships/package" Target="../embeddings/Microsoft_Excel_Worksheet_12A_74C86612.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r>
              <a:rPr lang="en-US"/>
              <a:t>GPT-OSS:120b</a:t>
            </a:r>
          </a:p>
        </c:rich>
      </c:tx>
      <c:overlay val="0"/>
      <c:spPr>
        <a:noFill/>
        <a:ln>
          <a:noFill/>
        </a:ln>
        <a:effectLst/>
      </c:spPr>
      <c:txPr>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lineChart>
        <c:grouping val="standard"/>
        <c:varyColors val="0"/>
        <c:ser>
          <c:idx val="0"/>
          <c:order val="0"/>
          <c:tx>
            <c:strRef>
              <c:f>Sheet1!$B$1</c:f>
              <c:strCache>
                <c:ptCount val="1"/>
                <c:pt idx="0">
                  <c:v>1</c:v>
                </c:pt>
              </c:strCache>
            </c:strRef>
          </c:tx>
          <c:spPr>
            <a:ln w="28575" cap="rnd">
              <a:solidFill>
                <a:schemeClr val="accent1"/>
              </a:solidFill>
              <a:round/>
            </a:ln>
            <a:effectLst/>
          </c:spPr>
          <c:marker>
            <c:symbol val="circle"/>
            <c:size val="5"/>
            <c:spPr>
              <a:solidFill>
                <a:schemeClr val="accent1"/>
              </a:solidFill>
              <a:ln w="9525">
                <a:solidFill>
                  <a:schemeClr val="accent1"/>
                </a:solidFill>
              </a:ln>
              <a:effectLst/>
            </c:spPr>
          </c:marker>
          <c:cat>
            <c:strRef>
              <c:f>Sheet1!$A$2:$A$24</c:f>
              <c:strCache>
                <c:ptCount val="23"/>
                <c:pt idx="0">
                  <c:v>feeder</c:v>
                </c:pt>
                <c:pt idx="1">
                  <c:v>substation</c:v>
                </c:pt>
                <c:pt idx="2">
                  <c:v>date</c:v>
                </c:pt>
                <c:pt idx="3">
                  <c:v>housing_units_count</c:v>
                </c:pt>
                <c:pt idx="4">
                  <c:v>industry_and_commerce_count</c:v>
                </c:pt>
                <c:pt idx="5">
                  <c:v>storage_heaters_kW</c:v>
                </c:pt>
                <c:pt idx="6">
                  <c:v>heat_pumps_kW</c:v>
                </c:pt>
                <c:pt idx="7">
                  <c:v>electric_heaters_kW</c:v>
                </c:pt>
                <c:pt idx="8">
                  <c:v>hot_water_tanks_kW</c:v>
                </c:pt>
                <c:pt idx="9">
                  <c:v>flow-type_heaters_kW</c:v>
                </c:pt>
                <c:pt idx="10">
                  <c:v>EV_chargers_kW</c:v>
                </c:pt>
                <c:pt idx="11">
                  <c:v>public_lighting_kW</c:v>
                </c:pt>
                <c:pt idx="12">
                  <c:v>other_consumers_kW</c:v>
                </c:pt>
                <c:pt idx="13">
                  <c:v>batteries_kW</c:v>
                </c:pt>
                <c:pt idx="14">
                  <c:v>PV_systems_kW</c:v>
                </c:pt>
                <c:pt idx="15">
                  <c:v>chp_kW</c:v>
                </c:pt>
                <c:pt idx="16">
                  <c:v>g0_general_kWh</c:v>
                </c:pt>
                <c:pt idx="17">
                  <c:v>g1_workdays_kWh</c:v>
                </c:pt>
                <c:pt idx="18">
                  <c:v>g2_evening_kWh</c:v>
                </c:pt>
                <c:pt idx="19">
                  <c:v>g3_continuous_kWh</c:v>
                </c:pt>
                <c:pt idx="20">
                  <c:v>g4_shop_hairdresser_kWh</c:v>
                </c:pt>
                <c:pt idx="21">
                  <c:v>g5_bakery_kWh</c:v>
                </c:pt>
                <c:pt idx="22">
                  <c:v>g6_weekend_kWh</c:v>
                </c:pt>
              </c:strCache>
            </c:strRef>
          </c:cat>
          <c:val>
            <c:numRef>
              <c:f>Sheet1!$B$2:$B$24</c:f>
              <c:numCache>
                <c:formatCode>General</c:formatCode>
                <c:ptCount val="23"/>
                <c:pt idx="0">
                  <c:v>0.85</c:v>
                </c:pt>
                <c:pt idx="1">
                  <c:v>0.85</c:v>
                </c:pt>
                <c:pt idx="2">
                  <c:v>0.98</c:v>
                </c:pt>
                <c:pt idx="3">
                  <c:v>0.6</c:v>
                </c:pt>
                <c:pt idx="4">
                  <c:v>0.55000000000000004</c:v>
                </c:pt>
                <c:pt idx="5">
                  <c:v>0.1</c:v>
                </c:pt>
                <c:pt idx="6">
                  <c:v>0.1</c:v>
                </c:pt>
                <c:pt idx="7">
                  <c:v>0.1</c:v>
                </c:pt>
                <c:pt idx="8">
                  <c:v>0.1</c:v>
                </c:pt>
                <c:pt idx="9">
                  <c:v>0.1</c:v>
                </c:pt>
                <c:pt idx="10">
                  <c:v>0.3</c:v>
                </c:pt>
                <c:pt idx="11">
                  <c:v>0.1</c:v>
                </c:pt>
                <c:pt idx="12">
                  <c:v>0.1</c:v>
                </c:pt>
                <c:pt idx="13">
                  <c:v>0.3</c:v>
                </c:pt>
                <c:pt idx="14">
                  <c:v>0.3</c:v>
                </c:pt>
                <c:pt idx="15">
                  <c:v>0.1</c:v>
                </c:pt>
                <c:pt idx="16">
                  <c:v>0.05</c:v>
                </c:pt>
                <c:pt idx="17">
                  <c:v>0.05</c:v>
                </c:pt>
                <c:pt idx="18">
                  <c:v>0.05</c:v>
                </c:pt>
                <c:pt idx="19">
                  <c:v>0.05</c:v>
                </c:pt>
                <c:pt idx="20">
                  <c:v>0.05</c:v>
                </c:pt>
                <c:pt idx="21">
                  <c:v>0.05</c:v>
                </c:pt>
                <c:pt idx="22">
                  <c:v>0.05</c:v>
                </c:pt>
              </c:numCache>
            </c:numRef>
          </c:val>
          <c:smooth val="0"/>
          <c:extLst>
            <c:ext xmlns:c16="http://schemas.microsoft.com/office/drawing/2014/chart" uri="{C3380CC4-5D6E-409C-BE32-E72D297353CC}">
              <c16:uniqueId val="{00000000-97F8-485D-B696-E17299FBED65}"/>
            </c:ext>
          </c:extLst>
        </c:ser>
        <c:ser>
          <c:idx val="1"/>
          <c:order val="1"/>
          <c:tx>
            <c:strRef>
              <c:f>Sheet1!$C$1</c:f>
              <c:strCache>
                <c:ptCount val="1"/>
                <c:pt idx="0">
                  <c:v>2</c:v>
                </c:pt>
              </c:strCache>
            </c:strRef>
          </c:tx>
          <c:spPr>
            <a:ln w="28575" cap="rnd">
              <a:solidFill>
                <a:schemeClr val="accent2"/>
              </a:solidFill>
              <a:round/>
            </a:ln>
            <a:effectLst/>
          </c:spPr>
          <c:marker>
            <c:symbol val="circle"/>
            <c:size val="5"/>
            <c:spPr>
              <a:solidFill>
                <a:schemeClr val="accent2"/>
              </a:solidFill>
              <a:ln w="9525">
                <a:solidFill>
                  <a:schemeClr val="accent2"/>
                </a:solidFill>
              </a:ln>
              <a:effectLst/>
            </c:spPr>
          </c:marker>
          <c:cat>
            <c:strRef>
              <c:f>Sheet1!$A$2:$A$24</c:f>
              <c:strCache>
                <c:ptCount val="23"/>
                <c:pt idx="0">
                  <c:v>feeder</c:v>
                </c:pt>
                <c:pt idx="1">
                  <c:v>substation</c:v>
                </c:pt>
                <c:pt idx="2">
                  <c:v>date</c:v>
                </c:pt>
                <c:pt idx="3">
                  <c:v>housing_units_count</c:v>
                </c:pt>
                <c:pt idx="4">
                  <c:v>industry_and_commerce_count</c:v>
                </c:pt>
                <c:pt idx="5">
                  <c:v>storage_heaters_kW</c:v>
                </c:pt>
                <c:pt idx="6">
                  <c:v>heat_pumps_kW</c:v>
                </c:pt>
                <c:pt idx="7">
                  <c:v>electric_heaters_kW</c:v>
                </c:pt>
                <c:pt idx="8">
                  <c:v>hot_water_tanks_kW</c:v>
                </c:pt>
                <c:pt idx="9">
                  <c:v>flow-type_heaters_kW</c:v>
                </c:pt>
                <c:pt idx="10">
                  <c:v>EV_chargers_kW</c:v>
                </c:pt>
                <c:pt idx="11">
                  <c:v>public_lighting_kW</c:v>
                </c:pt>
                <c:pt idx="12">
                  <c:v>other_consumers_kW</c:v>
                </c:pt>
                <c:pt idx="13">
                  <c:v>batteries_kW</c:v>
                </c:pt>
                <c:pt idx="14">
                  <c:v>PV_systems_kW</c:v>
                </c:pt>
                <c:pt idx="15">
                  <c:v>chp_kW</c:v>
                </c:pt>
                <c:pt idx="16">
                  <c:v>g0_general_kWh</c:v>
                </c:pt>
                <c:pt idx="17">
                  <c:v>g1_workdays_kWh</c:v>
                </c:pt>
                <c:pt idx="18">
                  <c:v>g2_evening_kWh</c:v>
                </c:pt>
                <c:pt idx="19">
                  <c:v>g3_continuous_kWh</c:v>
                </c:pt>
                <c:pt idx="20">
                  <c:v>g4_shop_hairdresser_kWh</c:v>
                </c:pt>
                <c:pt idx="21">
                  <c:v>g5_bakery_kWh</c:v>
                </c:pt>
                <c:pt idx="22">
                  <c:v>g6_weekend_kWh</c:v>
                </c:pt>
              </c:strCache>
            </c:strRef>
          </c:cat>
          <c:val>
            <c:numRef>
              <c:f>Sheet1!$C$2:$C$24</c:f>
              <c:numCache>
                <c:formatCode>General</c:formatCode>
                <c:ptCount val="23"/>
                <c:pt idx="0">
                  <c:v>0.8</c:v>
                </c:pt>
                <c:pt idx="1">
                  <c:v>0.8</c:v>
                </c:pt>
                <c:pt idx="2">
                  <c:v>0.95</c:v>
                </c:pt>
                <c:pt idx="3">
                  <c:v>0.6</c:v>
                </c:pt>
                <c:pt idx="4">
                  <c:v>0.55000000000000004</c:v>
                </c:pt>
                <c:pt idx="5">
                  <c:v>0.1</c:v>
                </c:pt>
                <c:pt idx="6">
                  <c:v>0.1</c:v>
                </c:pt>
                <c:pt idx="7">
                  <c:v>0.1</c:v>
                </c:pt>
                <c:pt idx="8">
                  <c:v>0.1</c:v>
                </c:pt>
                <c:pt idx="9">
                  <c:v>0.1</c:v>
                </c:pt>
                <c:pt idx="10">
                  <c:v>0.3</c:v>
                </c:pt>
                <c:pt idx="11">
                  <c:v>0.1</c:v>
                </c:pt>
                <c:pt idx="12">
                  <c:v>0.1</c:v>
                </c:pt>
                <c:pt idx="13">
                  <c:v>0.3</c:v>
                </c:pt>
                <c:pt idx="14">
                  <c:v>0.25</c:v>
                </c:pt>
                <c:pt idx="15">
                  <c:v>0.1</c:v>
                </c:pt>
                <c:pt idx="16">
                  <c:v>0.1</c:v>
                </c:pt>
                <c:pt idx="17">
                  <c:v>0.1</c:v>
                </c:pt>
                <c:pt idx="18">
                  <c:v>0.1</c:v>
                </c:pt>
                <c:pt idx="19">
                  <c:v>0.1</c:v>
                </c:pt>
                <c:pt idx="20">
                  <c:v>0.1</c:v>
                </c:pt>
                <c:pt idx="21">
                  <c:v>0.1</c:v>
                </c:pt>
                <c:pt idx="22">
                  <c:v>0.1</c:v>
                </c:pt>
              </c:numCache>
            </c:numRef>
          </c:val>
          <c:smooth val="0"/>
          <c:extLst>
            <c:ext xmlns:c16="http://schemas.microsoft.com/office/drawing/2014/chart" uri="{C3380CC4-5D6E-409C-BE32-E72D297353CC}">
              <c16:uniqueId val="{00000001-97F8-485D-B696-E17299FBED65}"/>
            </c:ext>
          </c:extLst>
        </c:ser>
        <c:ser>
          <c:idx val="2"/>
          <c:order val="2"/>
          <c:tx>
            <c:strRef>
              <c:f>Sheet1!$D$1</c:f>
              <c:strCache>
                <c:ptCount val="1"/>
                <c:pt idx="0">
                  <c:v>3</c:v>
                </c:pt>
              </c:strCache>
            </c:strRef>
          </c:tx>
          <c:spPr>
            <a:ln w="28575" cap="rnd">
              <a:solidFill>
                <a:schemeClr val="accent3"/>
              </a:solidFill>
              <a:round/>
            </a:ln>
            <a:effectLst/>
          </c:spPr>
          <c:marker>
            <c:symbol val="circle"/>
            <c:size val="5"/>
            <c:spPr>
              <a:solidFill>
                <a:schemeClr val="accent3"/>
              </a:solidFill>
              <a:ln w="9525">
                <a:solidFill>
                  <a:schemeClr val="accent3"/>
                </a:solidFill>
              </a:ln>
              <a:effectLst/>
            </c:spPr>
          </c:marker>
          <c:cat>
            <c:strRef>
              <c:f>Sheet1!$A$2:$A$24</c:f>
              <c:strCache>
                <c:ptCount val="23"/>
                <c:pt idx="0">
                  <c:v>feeder</c:v>
                </c:pt>
                <c:pt idx="1">
                  <c:v>substation</c:v>
                </c:pt>
                <c:pt idx="2">
                  <c:v>date</c:v>
                </c:pt>
                <c:pt idx="3">
                  <c:v>housing_units_count</c:v>
                </c:pt>
                <c:pt idx="4">
                  <c:v>industry_and_commerce_count</c:v>
                </c:pt>
                <c:pt idx="5">
                  <c:v>storage_heaters_kW</c:v>
                </c:pt>
                <c:pt idx="6">
                  <c:v>heat_pumps_kW</c:v>
                </c:pt>
                <c:pt idx="7">
                  <c:v>electric_heaters_kW</c:v>
                </c:pt>
                <c:pt idx="8">
                  <c:v>hot_water_tanks_kW</c:v>
                </c:pt>
                <c:pt idx="9">
                  <c:v>flow-type_heaters_kW</c:v>
                </c:pt>
                <c:pt idx="10">
                  <c:v>EV_chargers_kW</c:v>
                </c:pt>
                <c:pt idx="11">
                  <c:v>public_lighting_kW</c:v>
                </c:pt>
                <c:pt idx="12">
                  <c:v>other_consumers_kW</c:v>
                </c:pt>
                <c:pt idx="13">
                  <c:v>batteries_kW</c:v>
                </c:pt>
                <c:pt idx="14">
                  <c:v>PV_systems_kW</c:v>
                </c:pt>
                <c:pt idx="15">
                  <c:v>chp_kW</c:v>
                </c:pt>
                <c:pt idx="16">
                  <c:v>g0_general_kWh</c:v>
                </c:pt>
                <c:pt idx="17">
                  <c:v>g1_workdays_kWh</c:v>
                </c:pt>
                <c:pt idx="18">
                  <c:v>g2_evening_kWh</c:v>
                </c:pt>
                <c:pt idx="19">
                  <c:v>g3_continuous_kWh</c:v>
                </c:pt>
                <c:pt idx="20">
                  <c:v>g4_shop_hairdresser_kWh</c:v>
                </c:pt>
                <c:pt idx="21">
                  <c:v>g5_bakery_kWh</c:v>
                </c:pt>
                <c:pt idx="22">
                  <c:v>g6_weekend_kWh</c:v>
                </c:pt>
              </c:strCache>
            </c:strRef>
          </c:cat>
          <c:val>
            <c:numRef>
              <c:f>Sheet1!$D$2:$D$24</c:f>
              <c:numCache>
                <c:formatCode>General</c:formatCode>
                <c:ptCount val="23"/>
                <c:pt idx="0">
                  <c:v>0.65</c:v>
                </c:pt>
                <c:pt idx="1">
                  <c:v>0.6</c:v>
                </c:pt>
                <c:pt idx="2">
                  <c:v>0.9</c:v>
                </c:pt>
                <c:pt idx="3">
                  <c:v>0.3</c:v>
                </c:pt>
                <c:pt idx="4">
                  <c:v>0.25</c:v>
                </c:pt>
                <c:pt idx="5">
                  <c:v>0.1</c:v>
                </c:pt>
                <c:pt idx="6">
                  <c:v>0.1</c:v>
                </c:pt>
                <c:pt idx="7">
                  <c:v>0.1</c:v>
                </c:pt>
                <c:pt idx="8">
                  <c:v>0.1</c:v>
                </c:pt>
                <c:pt idx="9">
                  <c:v>0.1</c:v>
                </c:pt>
                <c:pt idx="10">
                  <c:v>0.1</c:v>
                </c:pt>
                <c:pt idx="11">
                  <c:v>0.1</c:v>
                </c:pt>
                <c:pt idx="12">
                  <c:v>0.1</c:v>
                </c:pt>
                <c:pt idx="13">
                  <c:v>0.1</c:v>
                </c:pt>
                <c:pt idx="14">
                  <c:v>0.1</c:v>
                </c:pt>
                <c:pt idx="15">
                  <c:v>0.1</c:v>
                </c:pt>
                <c:pt idx="16">
                  <c:v>0.1</c:v>
                </c:pt>
                <c:pt idx="17">
                  <c:v>0.1</c:v>
                </c:pt>
                <c:pt idx="18">
                  <c:v>0.1</c:v>
                </c:pt>
                <c:pt idx="19">
                  <c:v>0.1</c:v>
                </c:pt>
                <c:pt idx="20">
                  <c:v>0.1</c:v>
                </c:pt>
                <c:pt idx="21">
                  <c:v>0.1</c:v>
                </c:pt>
                <c:pt idx="22">
                  <c:v>0.1</c:v>
                </c:pt>
              </c:numCache>
            </c:numRef>
          </c:val>
          <c:smooth val="0"/>
          <c:extLst>
            <c:ext xmlns:c16="http://schemas.microsoft.com/office/drawing/2014/chart" uri="{C3380CC4-5D6E-409C-BE32-E72D297353CC}">
              <c16:uniqueId val="{00000002-97F8-485D-B696-E17299FBED65}"/>
            </c:ext>
          </c:extLst>
        </c:ser>
        <c:ser>
          <c:idx val="3"/>
          <c:order val="3"/>
          <c:tx>
            <c:strRef>
              <c:f>Sheet1!$E$1</c:f>
              <c:strCache>
                <c:ptCount val="1"/>
                <c:pt idx="0">
                  <c:v>4</c:v>
                </c:pt>
              </c:strCache>
            </c:strRef>
          </c:tx>
          <c:spPr>
            <a:ln w="28575" cap="rnd">
              <a:solidFill>
                <a:schemeClr val="accent4"/>
              </a:solidFill>
              <a:round/>
            </a:ln>
            <a:effectLst/>
          </c:spPr>
          <c:marker>
            <c:symbol val="circle"/>
            <c:size val="5"/>
            <c:spPr>
              <a:solidFill>
                <a:schemeClr val="accent4"/>
              </a:solidFill>
              <a:ln w="9525">
                <a:solidFill>
                  <a:schemeClr val="accent4"/>
                </a:solidFill>
              </a:ln>
              <a:effectLst/>
            </c:spPr>
          </c:marker>
          <c:cat>
            <c:strRef>
              <c:f>Sheet1!$A$2:$A$24</c:f>
              <c:strCache>
                <c:ptCount val="23"/>
                <c:pt idx="0">
                  <c:v>feeder</c:v>
                </c:pt>
                <c:pt idx="1">
                  <c:v>substation</c:v>
                </c:pt>
                <c:pt idx="2">
                  <c:v>date</c:v>
                </c:pt>
                <c:pt idx="3">
                  <c:v>housing_units_count</c:v>
                </c:pt>
                <c:pt idx="4">
                  <c:v>industry_and_commerce_count</c:v>
                </c:pt>
                <c:pt idx="5">
                  <c:v>storage_heaters_kW</c:v>
                </c:pt>
                <c:pt idx="6">
                  <c:v>heat_pumps_kW</c:v>
                </c:pt>
                <c:pt idx="7">
                  <c:v>electric_heaters_kW</c:v>
                </c:pt>
                <c:pt idx="8">
                  <c:v>hot_water_tanks_kW</c:v>
                </c:pt>
                <c:pt idx="9">
                  <c:v>flow-type_heaters_kW</c:v>
                </c:pt>
                <c:pt idx="10">
                  <c:v>EV_chargers_kW</c:v>
                </c:pt>
                <c:pt idx="11">
                  <c:v>public_lighting_kW</c:v>
                </c:pt>
                <c:pt idx="12">
                  <c:v>other_consumers_kW</c:v>
                </c:pt>
                <c:pt idx="13">
                  <c:v>batteries_kW</c:v>
                </c:pt>
                <c:pt idx="14">
                  <c:v>PV_systems_kW</c:v>
                </c:pt>
                <c:pt idx="15">
                  <c:v>chp_kW</c:v>
                </c:pt>
                <c:pt idx="16">
                  <c:v>g0_general_kWh</c:v>
                </c:pt>
                <c:pt idx="17">
                  <c:v>g1_workdays_kWh</c:v>
                </c:pt>
                <c:pt idx="18">
                  <c:v>g2_evening_kWh</c:v>
                </c:pt>
                <c:pt idx="19">
                  <c:v>g3_continuous_kWh</c:v>
                </c:pt>
                <c:pt idx="20">
                  <c:v>g4_shop_hairdresser_kWh</c:v>
                </c:pt>
                <c:pt idx="21">
                  <c:v>g5_bakery_kWh</c:v>
                </c:pt>
                <c:pt idx="22">
                  <c:v>g6_weekend_kWh</c:v>
                </c:pt>
              </c:strCache>
            </c:strRef>
          </c:cat>
          <c:val>
            <c:numRef>
              <c:f>Sheet1!$E$2:$E$24</c:f>
              <c:numCache>
                <c:formatCode>General</c:formatCode>
                <c:ptCount val="23"/>
                <c:pt idx="0">
                  <c:v>0.78</c:v>
                </c:pt>
                <c:pt idx="1">
                  <c:v>0.78</c:v>
                </c:pt>
                <c:pt idx="2">
                  <c:v>0.92</c:v>
                </c:pt>
                <c:pt idx="3">
                  <c:v>0.35</c:v>
                </c:pt>
                <c:pt idx="4">
                  <c:v>0.3</c:v>
                </c:pt>
                <c:pt idx="5">
                  <c:v>0.1</c:v>
                </c:pt>
                <c:pt idx="6">
                  <c:v>0.05</c:v>
                </c:pt>
                <c:pt idx="7">
                  <c:v>0.05</c:v>
                </c:pt>
                <c:pt idx="8">
                  <c:v>0.05</c:v>
                </c:pt>
                <c:pt idx="9">
                  <c:v>0.05</c:v>
                </c:pt>
                <c:pt idx="10">
                  <c:v>0.05</c:v>
                </c:pt>
                <c:pt idx="11">
                  <c:v>0.05</c:v>
                </c:pt>
                <c:pt idx="12">
                  <c:v>0.05</c:v>
                </c:pt>
                <c:pt idx="13">
                  <c:v>0.05</c:v>
                </c:pt>
                <c:pt idx="14">
                  <c:v>0.05</c:v>
                </c:pt>
                <c:pt idx="15">
                  <c:v>0.05</c:v>
                </c:pt>
                <c:pt idx="16">
                  <c:v>0.15</c:v>
                </c:pt>
                <c:pt idx="17">
                  <c:v>0.15</c:v>
                </c:pt>
                <c:pt idx="18">
                  <c:v>0.15</c:v>
                </c:pt>
                <c:pt idx="19">
                  <c:v>0.15</c:v>
                </c:pt>
                <c:pt idx="20">
                  <c:v>0.15</c:v>
                </c:pt>
                <c:pt idx="21">
                  <c:v>0.15</c:v>
                </c:pt>
                <c:pt idx="22">
                  <c:v>0.15</c:v>
                </c:pt>
              </c:numCache>
            </c:numRef>
          </c:val>
          <c:smooth val="0"/>
          <c:extLst>
            <c:ext xmlns:c16="http://schemas.microsoft.com/office/drawing/2014/chart" uri="{C3380CC4-5D6E-409C-BE32-E72D297353CC}">
              <c16:uniqueId val="{00000003-97F8-485D-B696-E17299FBED65}"/>
            </c:ext>
          </c:extLst>
        </c:ser>
        <c:ser>
          <c:idx val="4"/>
          <c:order val="4"/>
          <c:tx>
            <c:strRef>
              <c:f>Sheet1!$F$1</c:f>
              <c:strCache>
                <c:ptCount val="1"/>
                <c:pt idx="0">
                  <c:v>5</c:v>
                </c:pt>
              </c:strCache>
            </c:strRef>
          </c:tx>
          <c:spPr>
            <a:ln w="28575" cap="rnd">
              <a:solidFill>
                <a:schemeClr val="accent5"/>
              </a:solidFill>
              <a:round/>
            </a:ln>
            <a:effectLst/>
          </c:spPr>
          <c:marker>
            <c:symbol val="circle"/>
            <c:size val="5"/>
            <c:spPr>
              <a:solidFill>
                <a:schemeClr val="accent5"/>
              </a:solidFill>
              <a:ln w="9525">
                <a:solidFill>
                  <a:schemeClr val="accent5"/>
                </a:solidFill>
              </a:ln>
              <a:effectLst/>
            </c:spPr>
          </c:marker>
          <c:cat>
            <c:strRef>
              <c:f>Sheet1!$A$2:$A$24</c:f>
              <c:strCache>
                <c:ptCount val="23"/>
                <c:pt idx="0">
                  <c:v>feeder</c:v>
                </c:pt>
                <c:pt idx="1">
                  <c:v>substation</c:v>
                </c:pt>
                <c:pt idx="2">
                  <c:v>date</c:v>
                </c:pt>
                <c:pt idx="3">
                  <c:v>housing_units_count</c:v>
                </c:pt>
                <c:pt idx="4">
                  <c:v>industry_and_commerce_count</c:v>
                </c:pt>
                <c:pt idx="5">
                  <c:v>storage_heaters_kW</c:v>
                </c:pt>
                <c:pt idx="6">
                  <c:v>heat_pumps_kW</c:v>
                </c:pt>
                <c:pt idx="7">
                  <c:v>electric_heaters_kW</c:v>
                </c:pt>
                <c:pt idx="8">
                  <c:v>hot_water_tanks_kW</c:v>
                </c:pt>
                <c:pt idx="9">
                  <c:v>flow-type_heaters_kW</c:v>
                </c:pt>
                <c:pt idx="10">
                  <c:v>EV_chargers_kW</c:v>
                </c:pt>
                <c:pt idx="11">
                  <c:v>public_lighting_kW</c:v>
                </c:pt>
                <c:pt idx="12">
                  <c:v>other_consumers_kW</c:v>
                </c:pt>
                <c:pt idx="13">
                  <c:v>batteries_kW</c:v>
                </c:pt>
                <c:pt idx="14">
                  <c:v>PV_systems_kW</c:v>
                </c:pt>
                <c:pt idx="15">
                  <c:v>chp_kW</c:v>
                </c:pt>
                <c:pt idx="16">
                  <c:v>g0_general_kWh</c:v>
                </c:pt>
                <c:pt idx="17">
                  <c:v>g1_workdays_kWh</c:v>
                </c:pt>
                <c:pt idx="18">
                  <c:v>g2_evening_kWh</c:v>
                </c:pt>
                <c:pt idx="19">
                  <c:v>g3_continuous_kWh</c:v>
                </c:pt>
                <c:pt idx="20">
                  <c:v>g4_shop_hairdresser_kWh</c:v>
                </c:pt>
                <c:pt idx="21">
                  <c:v>g5_bakery_kWh</c:v>
                </c:pt>
                <c:pt idx="22">
                  <c:v>g6_weekend_kWh</c:v>
                </c:pt>
              </c:strCache>
            </c:strRef>
          </c:cat>
          <c:val>
            <c:numRef>
              <c:f>Sheet1!$F$2:$F$24</c:f>
              <c:numCache>
                <c:formatCode>General</c:formatCode>
                <c:ptCount val="23"/>
                <c:pt idx="0">
                  <c:v>0.9</c:v>
                </c:pt>
                <c:pt idx="1">
                  <c:v>0.7</c:v>
                </c:pt>
                <c:pt idx="2">
                  <c:v>0.7</c:v>
                </c:pt>
                <c:pt idx="3">
                  <c:v>0.3</c:v>
                </c:pt>
                <c:pt idx="4">
                  <c:v>0.3</c:v>
                </c:pt>
                <c:pt idx="5">
                  <c:v>0.05</c:v>
                </c:pt>
                <c:pt idx="6">
                  <c:v>0.05</c:v>
                </c:pt>
                <c:pt idx="7">
                  <c:v>0.05</c:v>
                </c:pt>
                <c:pt idx="8">
                  <c:v>0.05</c:v>
                </c:pt>
                <c:pt idx="9">
                  <c:v>0.05</c:v>
                </c:pt>
                <c:pt idx="10">
                  <c:v>0.05</c:v>
                </c:pt>
                <c:pt idx="11">
                  <c:v>0.05</c:v>
                </c:pt>
                <c:pt idx="12">
                  <c:v>0.05</c:v>
                </c:pt>
                <c:pt idx="13">
                  <c:v>0.05</c:v>
                </c:pt>
                <c:pt idx="14">
                  <c:v>0.05</c:v>
                </c:pt>
                <c:pt idx="15">
                  <c:v>0.05</c:v>
                </c:pt>
                <c:pt idx="16">
                  <c:v>0.2</c:v>
                </c:pt>
                <c:pt idx="17">
                  <c:v>0.2</c:v>
                </c:pt>
                <c:pt idx="18">
                  <c:v>0.2</c:v>
                </c:pt>
                <c:pt idx="19">
                  <c:v>0.2</c:v>
                </c:pt>
                <c:pt idx="20">
                  <c:v>0.2</c:v>
                </c:pt>
                <c:pt idx="21">
                  <c:v>0.2</c:v>
                </c:pt>
                <c:pt idx="22">
                  <c:v>0.2</c:v>
                </c:pt>
              </c:numCache>
            </c:numRef>
          </c:val>
          <c:smooth val="0"/>
          <c:extLst>
            <c:ext xmlns:c16="http://schemas.microsoft.com/office/drawing/2014/chart" uri="{C3380CC4-5D6E-409C-BE32-E72D297353CC}">
              <c16:uniqueId val="{00000004-97F8-485D-B696-E17299FBED65}"/>
            </c:ext>
          </c:extLst>
        </c:ser>
        <c:ser>
          <c:idx val="5"/>
          <c:order val="5"/>
          <c:tx>
            <c:strRef>
              <c:f>Sheet1!$G$1</c:f>
              <c:strCache>
                <c:ptCount val="1"/>
                <c:pt idx="0">
                  <c:v>6</c:v>
                </c:pt>
              </c:strCache>
            </c:strRef>
          </c:tx>
          <c:spPr>
            <a:ln w="28575" cap="rnd">
              <a:solidFill>
                <a:schemeClr val="accent6"/>
              </a:solidFill>
              <a:round/>
            </a:ln>
            <a:effectLst/>
          </c:spPr>
          <c:marker>
            <c:symbol val="circle"/>
            <c:size val="5"/>
            <c:spPr>
              <a:solidFill>
                <a:schemeClr val="accent6"/>
              </a:solidFill>
              <a:ln w="9525">
                <a:solidFill>
                  <a:schemeClr val="accent6"/>
                </a:solidFill>
              </a:ln>
              <a:effectLst/>
            </c:spPr>
          </c:marker>
          <c:cat>
            <c:strRef>
              <c:f>Sheet1!$A$2:$A$24</c:f>
              <c:strCache>
                <c:ptCount val="23"/>
                <c:pt idx="0">
                  <c:v>feeder</c:v>
                </c:pt>
                <c:pt idx="1">
                  <c:v>substation</c:v>
                </c:pt>
                <c:pt idx="2">
                  <c:v>date</c:v>
                </c:pt>
                <c:pt idx="3">
                  <c:v>housing_units_count</c:v>
                </c:pt>
                <c:pt idx="4">
                  <c:v>industry_and_commerce_count</c:v>
                </c:pt>
                <c:pt idx="5">
                  <c:v>storage_heaters_kW</c:v>
                </c:pt>
                <c:pt idx="6">
                  <c:v>heat_pumps_kW</c:v>
                </c:pt>
                <c:pt idx="7">
                  <c:v>electric_heaters_kW</c:v>
                </c:pt>
                <c:pt idx="8">
                  <c:v>hot_water_tanks_kW</c:v>
                </c:pt>
                <c:pt idx="9">
                  <c:v>flow-type_heaters_kW</c:v>
                </c:pt>
                <c:pt idx="10">
                  <c:v>EV_chargers_kW</c:v>
                </c:pt>
                <c:pt idx="11">
                  <c:v>public_lighting_kW</c:v>
                </c:pt>
                <c:pt idx="12">
                  <c:v>other_consumers_kW</c:v>
                </c:pt>
                <c:pt idx="13">
                  <c:v>batteries_kW</c:v>
                </c:pt>
                <c:pt idx="14">
                  <c:v>PV_systems_kW</c:v>
                </c:pt>
                <c:pt idx="15">
                  <c:v>chp_kW</c:v>
                </c:pt>
                <c:pt idx="16">
                  <c:v>g0_general_kWh</c:v>
                </c:pt>
                <c:pt idx="17">
                  <c:v>g1_workdays_kWh</c:v>
                </c:pt>
                <c:pt idx="18">
                  <c:v>g2_evening_kWh</c:v>
                </c:pt>
                <c:pt idx="19">
                  <c:v>g3_continuous_kWh</c:v>
                </c:pt>
                <c:pt idx="20">
                  <c:v>g4_shop_hairdresser_kWh</c:v>
                </c:pt>
                <c:pt idx="21">
                  <c:v>g5_bakery_kWh</c:v>
                </c:pt>
                <c:pt idx="22">
                  <c:v>g6_weekend_kWh</c:v>
                </c:pt>
              </c:strCache>
            </c:strRef>
          </c:cat>
          <c:val>
            <c:numRef>
              <c:f>Sheet1!$G$2:$G$24</c:f>
              <c:numCache>
                <c:formatCode>General</c:formatCode>
                <c:ptCount val="23"/>
                <c:pt idx="0">
                  <c:v>0.8</c:v>
                </c:pt>
                <c:pt idx="1">
                  <c:v>0.8</c:v>
                </c:pt>
                <c:pt idx="2">
                  <c:v>0.95</c:v>
                </c:pt>
                <c:pt idx="3">
                  <c:v>0.6</c:v>
                </c:pt>
                <c:pt idx="4">
                  <c:v>0.55000000000000004</c:v>
                </c:pt>
                <c:pt idx="5">
                  <c:v>0.2</c:v>
                </c:pt>
                <c:pt idx="6">
                  <c:v>0.2</c:v>
                </c:pt>
                <c:pt idx="7">
                  <c:v>0.2</c:v>
                </c:pt>
                <c:pt idx="8">
                  <c:v>0.2</c:v>
                </c:pt>
                <c:pt idx="9">
                  <c:v>0.2</c:v>
                </c:pt>
                <c:pt idx="10">
                  <c:v>0.2</c:v>
                </c:pt>
                <c:pt idx="11">
                  <c:v>0.2</c:v>
                </c:pt>
                <c:pt idx="12">
                  <c:v>0.2</c:v>
                </c:pt>
                <c:pt idx="13">
                  <c:v>0.2</c:v>
                </c:pt>
                <c:pt idx="14">
                  <c:v>0.2</c:v>
                </c:pt>
                <c:pt idx="15">
                  <c:v>0.2</c:v>
                </c:pt>
                <c:pt idx="16">
                  <c:v>0.4</c:v>
                </c:pt>
                <c:pt idx="17">
                  <c:v>0.4</c:v>
                </c:pt>
                <c:pt idx="18">
                  <c:v>0.4</c:v>
                </c:pt>
                <c:pt idx="19">
                  <c:v>0.4</c:v>
                </c:pt>
                <c:pt idx="20">
                  <c:v>0.4</c:v>
                </c:pt>
                <c:pt idx="21">
                  <c:v>0.4</c:v>
                </c:pt>
                <c:pt idx="22">
                  <c:v>0.4</c:v>
                </c:pt>
              </c:numCache>
            </c:numRef>
          </c:val>
          <c:smooth val="0"/>
          <c:extLst>
            <c:ext xmlns:c16="http://schemas.microsoft.com/office/drawing/2014/chart" uri="{C3380CC4-5D6E-409C-BE32-E72D297353CC}">
              <c16:uniqueId val="{00000005-97F8-485D-B696-E17299FBED65}"/>
            </c:ext>
          </c:extLst>
        </c:ser>
        <c:dLbls>
          <c:showLegendKey val="0"/>
          <c:showVal val="0"/>
          <c:showCatName val="0"/>
          <c:showSerName val="0"/>
          <c:showPercent val="0"/>
          <c:showBubbleSize val="0"/>
        </c:dLbls>
        <c:marker val="1"/>
        <c:smooth val="0"/>
        <c:axId val="1064156336"/>
        <c:axId val="1064145296"/>
      </c:lineChart>
      <c:catAx>
        <c:axId val="1064156336"/>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1064145296"/>
        <c:crosses val="autoZero"/>
        <c:auto val="1"/>
        <c:lblAlgn val="ctr"/>
        <c:lblOffset val="100"/>
        <c:noMultiLvlLbl val="0"/>
      </c:catAx>
      <c:valAx>
        <c:axId val="1064145296"/>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1064156336"/>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r>
              <a:rPr lang="en-US"/>
              <a:t>GPT-OSS:20b </a:t>
            </a:r>
          </a:p>
        </c:rich>
      </c:tx>
      <c:overlay val="0"/>
      <c:spPr>
        <a:noFill/>
        <a:ln>
          <a:noFill/>
        </a:ln>
        <a:effectLst/>
      </c:spPr>
      <c:txPr>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lineChart>
        <c:grouping val="standard"/>
        <c:varyColors val="0"/>
        <c:ser>
          <c:idx val="0"/>
          <c:order val="0"/>
          <c:tx>
            <c:strRef>
              <c:f>Sheet1!$B$1</c:f>
              <c:strCache>
                <c:ptCount val="1"/>
                <c:pt idx="0">
                  <c:v>1</c:v>
                </c:pt>
              </c:strCache>
            </c:strRef>
          </c:tx>
          <c:spPr>
            <a:ln w="28575" cap="rnd">
              <a:solidFill>
                <a:schemeClr val="accent1"/>
              </a:solidFill>
              <a:round/>
            </a:ln>
            <a:effectLst/>
          </c:spPr>
          <c:marker>
            <c:symbol val="circle"/>
            <c:size val="5"/>
            <c:spPr>
              <a:solidFill>
                <a:schemeClr val="accent1"/>
              </a:solidFill>
              <a:ln w="9525">
                <a:solidFill>
                  <a:schemeClr val="accent1"/>
                </a:solidFill>
              </a:ln>
              <a:effectLst/>
            </c:spPr>
          </c:marker>
          <c:cat>
            <c:strRef>
              <c:f>Sheet1!$A$2:$A$24</c:f>
              <c:strCache>
                <c:ptCount val="23"/>
                <c:pt idx="0">
                  <c:v>feeder</c:v>
                </c:pt>
                <c:pt idx="1">
                  <c:v>substation</c:v>
                </c:pt>
                <c:pt idx="2">
                  <c:v>date</c:v>
                </c:pt>
                <c:pt idx="3">
                  <c:v>housing_units_count</c:v>
                </c:pt>
                <c:pt idx="4">
                  <c:v>industry_and_commerce_count</c:v>
                </c:pt>
                <c:pt idx="5">
                  <c:v>storage_heaters_kW</c:v>
                </c:pt>
                <c:pt idx="6">
                  <c:v>heat_pumps_kW</c:v>
                </c:pt>
                <c:pt idx="7">
                  <c:v>electric_heaters_kW</c:v>
                </c:pt>
                <c:pt idx="8">
                  <c:v>hot_water_tanks_kW</c:v>
                </c:pt>
                <c:pt idx="9">
                  <c:v>flow-type_heaters_kW</c:v>
                </c:pt>
                <c:pt idx="10">
                  <c:v>EV_chargers_kW</c:v>
                </c:pt>
                <c:pt idx="11">
                  <c:v>public_lighting_kW</c:v>
                </c:pt>
                <c:pt idx="12">
                  <c:v>other_consumers_kW</c:v>
                </c:pt>
                <c:pt idx="13">
                  <c:v>batteries_kW</c:v>
                </c:pt>
                <c:pt idx="14">
                  <c:v>PV_systems_kW</c:v>
                </c:pt>
                <c:pt idx="15">
                  <c:v>chp_kW</c:v>
                </c:pt>
                <c:pt idx="16">
                  <c:v>g0_general_kWh</c:v>
                </c:pt>
                <c:pt idx="17">
                  <c:v>g1_workdays_kWh</c:v>
                </c:pt>
                <c:pt idx="18">
                  <c:v>g2_evening_kWh</c:v>
                </c:pt>
                <c:pt idx="19">
                  <c:v>g3_continuous_kWh</c:v>
                </c:pt>
                <c:pt idx="20">
                  <c:v>g4_shop_hairdresser_kWh</c:v>
                </c:pt>
                <c:pt idx="21">
                  <c:v>g5_bakery_kWh</c:v>
                </c:pt>
                <c:pt idx="22">
                  <c:v>g6_weekend_kWh</c:v>
                </c:pt>
              </c:strCache>
            </c:strRef>
          </c:cat>
          <c:val>
            <c:numRef>
              <c:f>Sheet1!$B$2:$B$24</c:f>
              <c:numCache>
                <c:formatCode>General</c:formatCode>
                <c:ptCount val="23"/>
                <c:pt idx="0">
                  <c:v>0.95</c:v>
                </c:pt>
                <c:pt idx="1">
                  <c:v>0.93</c:v>
                </c:pt>
                <c:pt idx="2">
                  <c:v>0.35</c:v>
                </c:pt>
                <c:pt idx="3">
                  <c:v>0.15</c:v>
                </c:pt>
                <c:pt idx="4">
                  <c:v>0.1</c:v>
                </c:pt>
                <c:pt idx="5">
                  <c:v>0.01</c:v>
                </c:pt>
                <c:pt idx="6">
                  <c:v>0.01</c:v>
                </c:pt>
                <c:pt idx="7">
                  <c:v>0.01</c:v>
                </c:pt>
                <c:pt idx="8">
                  <c:v>0.01</c:v>
                </c:pt>
                <c:pt idx="9">
                  <c:v>0.01</c:v>
                </c:pt>
                <c:pt idx="10">
                  <c:v>0.01</c:v>
                </c:pt>
                <c:pt idx="11">
                  <c:v>0.01</c:v>
                </c:pt>
                <c:pt idx="12">
                  <c:v>0.01</c:v>
                </c:pt>
                <c:pt idx="13">
                  <c:v>0.01</c:v>
                </c:pt>
                <c:pt idx="14">
                  <c:v>0.01</c:v>
                </c:pt>
                <c:pt idx="15">
                  <c:v>0.01</c:v>
                </c:pt>
                <c:pt idx="16">
                  <c:v>0.01</c:v>
                </c:pt>
                <c:pt idx="17">
                  <c:v>0.01</c:v>
                </c:pt>
                <c:pt idx="18">
                  <c:v>0.01</c:v>
                </c:pt>
                <c:pt idx="19">
                  <c:v>0.01</c:v>
                </c:pt>
                <c:pt idx="20">
                  <c:v>0.01</c:v>
                </c:pt>
                <c:pt idx="21">
                  <c:v>0.01</c:v>
                </c:pt>
                <c:pt idx="22">
                  <c:v>0.01</c:v>
                </c:pt>
              </c:numCache>
            </c:numRef>
          </c:val>
          <c:smooth val="0"/>
          <c:extLst>
            <c:ext xmlns:c16="http://schemas.microsoft.com/office/drawing/2014/chart" uri="{C3380CC4-5D6E-409C-BE32-E72D297353CC}">
              <c16:uniqueId val="{00000000-8629-4CC1-9C46-7605A9F8F940}"/>
            </c:ext>
          </c:extLst>
        </c:ser>
        <c:ser>
          <c:idx val="1"/>
          <c:order val="1"/>
          <c:tx>
            <c:strRef>
              <c:f>Sheet1!$C$1</c:f>
              <c:strCache>
                <c:ptCount val="1"/>
                <c:pt idx="0">
                  <c:v>2</c:v>
                </c:pt>
              </c:strCache>
            </c:strRef>
          </c:tx>
          <c:spPr>
            <a:ln w="28575" cap="rnd">
              <a:solidFill>
                <a:schemeClr val="accent2"/>
              </a:solidFill>
              <a:round/>
            </a:ln>
            <a:effectLst/>
          </c:spPr>
          <c:marker>
            <c:symbol val="circle"/>
            <c:size val="5"/>
            <c:spPr>
              <a:solidFill>
                <a:schemeClr val="accent2"/>
              </a:solidFill>
              <a:ln w="9525">
                <a:solidFill>
                  <a:schemeClr val="accent2"/>
                </a:solidFill>
              </a:ln>
              <a:effectLst/>
            </c:spPr>
          </c:marker>
          <c:cat>
            <c:strRef>
              <c:f>Sheet1!$A$2:$A$24</c:f>
              <c:strCache>
                <c:ptCount val="23"/>
                <c:pt idx="0">
                  <c:v>feeder</c:v>
                </c:pt>
                <c:pt idx="1">
                  <c:v>substation</c:v>
                </c:pt>
                <c:pt idx="2">
                  <c:v>date</c:v>
                </c:pt>
                <c:pt idx="3">
                  <c:v>housing_units_count</c:v>
                </c:pt>
                <c:pt idx="4">
                  <c:v>industry_and_commerce_count</c:v>
                </c:pt>
                <c:pt idx="5">
                  <c:v>storage_heaters_kW</c:v>
                </c:pt>
                <c:pt idx="6">
                  <c:v>heat_pumps_kW</c:v>
                </c:pt>
                <c:pt idx="7">
                  <c:v>electric_heaters_kW</c:v>
                </c:pt>
                <c:pt idx="8">
                  <c:v>hot_water_tanks_kW</c:v>
                </c:pt>
                <c:pt idx="9">
                  <c:v>flow-type_heaters_kW</c:v>
                </c:pt>
                <c:pt idx="10">
                  <c:v>EV_chargers_kW</c:v>
                </c:pt>
                <c:pt idx="11">
                  <c:v>public_lighting_kW</c:v>
                </c:pt>
                <c:pt idx="12">
                  <c:v>other_consumers_kW</c:v>
                </c:pt>
                <c:pt idx="13">
                  <c:v>batteries_kW</c:v>
                </c:pt>
                <c:pt idx="14">
                  <c:v>PV_systems_kW</c:v>
                </c:pt>
                <c:pt idx="15">
                  <c:v>chp_kW</c:v>
                </c:pt>
                <c:pt idx="16">
                  <c:v>g0_general_kWh</c:v>
                </c:pt>
                <c:pt idx="17">
                  <c:v>g1_workdays_kWh</c:v>
                </c:pt>
                <c:pt idx="18">
                  <c:v>g2_evening_kWh</c:v>
                </c:pt>
                <c:pt idx="19">
                  <c:v>g3_continuous_kWh</c:v>
                </c:pt>
                <c:pt idx="20">
                  <c:v>g4_shop_hairdresser_kWh</c:v>
                </c:pt>
                <c:pt idx="21">
                  <c:v>g5_bakery_kWh</c:v>
                </c:pt>
                <c:pt idx="22">
                  <c:v>g6_weekend_kWh</c:v>
                </c:pt>
              </c:strCache>
            </c:strRef>
          </c:cat>
          <c:val>
            <c:numRef>
              <c:f>Sheet1!$C$2:$C$24</c:f>
              <c:numCache>
                <c:formatCode>General</c:formatCode>
                <c:ptCount val="23"/>
                <c:pt idx="0">
                  <c:v>0.95</c:v>
                </c:pt>
                <c:pt idx="1">
                  <c:v>0.93</c:v>
                </c:pt>
                <c:pt idx="2">
                  <c:v>0.88</c:v>
                </c:pt>
                <c:pt idx="3">
                  <c:v>0.75</c:v>
                </c:pt>
                <c:pt idx="4">
                  <c:v>0.7</c:v>
                </c:pt>
                <c:pt idx="5">
                  <c:v>0.3</c:v>
                </c:pt>
                <c:pt idx="6">
                  <c:v>0.28000000000000003</c:v>
                </c:pt>
                <c:pt idx="7">
                  <c:v>0.25</c:v>
                </c:pt>
                <c:pt idx="8">
                  <c:v>0.2</c:v>
                </c:pt>
                <c:pt idx="9">
                  <c:v>0.18</c:v>
                </c:pt>
                <c:pt idx="10">
                  <c:v>0.15</c:v>
                </c:pt>
                <c:pt idx="11">
                  <c:v>0.12</c:v>
                </c:pt>
                <c:pt idx="12">
                  <c:v>0.1</c:v>
                </c:pt>
                <c:pt idx="13">
                  <c:v>0.08</c:v>
                </c:pt>
                <c:pt idx="14">
                  <c:v>0.05</c:v>
                </c:pt>
                <c:pt idx="15">
                  <c:v>0.04</c:v>
                </c:pt>
                <c:pt idx="16">
                  <c:v>0.04</c:v>
                </c:pt>
                <c:pt idx="17">
                  <c:v>0.55000000000000004</c:v>
                </c:pt>
                <c:pt idx="18">
                  <c:v>0.52</c:v>
                </c:pt>
                <c:pt idx="19">
                  <c:v>0.48</c:v>
                </c:pt>
                <c:pt idx="20">
                  <c:v>0.45</c:v>
                </c:pt>
                <c:pt idx="21">
                  <c:v>0.42</c:v>
                </c:pt>
                <c:pt idx="22">
                  <c:v>0.4</c:v>
                </c:pt>
              </c:numCache>
            </c:numRef>
          </c:val>
          <c:smooth val="0"/>
          <c:extLst>
            <c:ext xmlns:c16="http://schemas.microsoft.com/office/drawing/2014/chart" uri="{C3380CC4-5D6E-409C-BE32-E72D297353CC}">
              <c16:uniqueId val="{00000001-8629-4CC1-9C46-7605A9F8F940}"/>
            </c:ext>
          </c:extLst>
        </c:ser>
        <c:ser>
          <c:idx val="2"/>
          <c:order val="2"/>
          <c:tx>
            <c:strRef>
              <c:f>Sheet1!$D$1</c:f>
              <c:strCache>
                <c:ptCount val="1"/>
                <c:pt idx="0">
                  <c:v>3</c:v>
                </c:pt>
              </c:strCache>
            </c:strRef>
          </c:tx>
          <c:spPr>
            <a:ln w="28575" cap="rnd">
              <a:solidFill>
                <a:schemeClr val="accent3"/>
              </a:solidFill>
              <a:round/>
            </a:ln>
            <a:effectLst/>
          </c:spPr>
          <c:marker>
            <c:symbol val="circle"/>
            <c:size val="5"/>
            <c:spPr>
              <a:solidFill>
                <a:schemeClr val="accent3"/>
              </a:solidFill>
              <a:ln w="9525">
                <a:solidFill>
                  <a:schemeClr val="accent3"/>
                </a:solidFill>
              </a:ln>
              <a:effectLst/>
            </c:spPr>
          </c:marker>
          <c:cat>
            <c:strRef>
              <c:f>Sheet1!$A$2:$A$24</c:f>
              <c:strCache>
                <c:ptCount val="23"/>
                <c:pt idx="0">
                  <c:v>feeder</c:v>
                </c:pt>
                <c:pt idx="1">
                  <c:v>substation</c:v>
                </c:pt>
                <c:pt idx="2">
                  <c:v>date</c:v>
                </c:pt>
                <c:pt idx="3">
                  <c:v>housing_units_count</c:v>
                </c:pt>
                <c:pt idx="4">
                  <c:v>industry_and_commerce_count</c:v>
                </c:pt>
                <c:pt idx="5">
                  <c:v>storage_heaters_kW</c:v>
                </c:pt>
                <c:pt idx="6">
                  <c:v>heat_pumps_kW</c:v>
                </c:pt>
                <c:pt idx="7">
                  <c:v>electric_heaters_kW</c:v>
                </c:pt>
                <c:pt idx="8">
                  <c:v>hot_water_tanks_kW</c:v>
                </c:pt>
                <c:pt idx="9">
                  <c:v>flow-type_heaters_kW</c:v>
                </c:pt>
                <c:pt idx="10">
                  <c:v>EV_chargers_kW</c:v>
                </c:pt>
                <c:pt idx="11">
                  <c:v>public_lighting_kW</c:v>
                </c:pt>
                <c:pt idx="12">
                  <c:v>other_consumers_kW</c:v>
                </c:pt>
                <c:pt idx="13">
                  <c:v>batteries_kW</c:v>
                </c:pt>
                <c:pt idx="14">
                  <c:v>PV_systems_kW</c:v>
                </c:pt>
                <c:pt idx="15">
                  <c:v>chp_kW</c:v>
                </c:pt>
                <c:pt idx="16">
                  <c:v>g0_general_kWh</c:v>
                </c:pt>
                <c:pt idx="17">
                  <c:v>g1_workdays_kWh</c:v>
                </c:pt>
                <c:pt idx="18">
                  <c:v>g2_evening_kWh</c:v>
                </c:pt>
                <c:pt idx="19">
                  <c:v>g3_continuous_kWh</c:v>
                </c:pt>
                <c:pt idx="20">
                  <c:v>g4_shop_hairdresser_kWh</c:v>
                </c:pt>
                <c:pt idx="21">
                  <c:v>g5_bakery_kWh</c:v>
                </c:pt>
                <c:pt idx="22">
                  <c:v>g6_weekend_kWh</c:v>
                </c:pt>
              </c:strCache>
            </c:strRef>
          </c:cat>
          <c:val>
            <c:numRef>
              <c:f>Sheet1!$D$2:$D$24</c:f>
              <c:numCache>
                <c:formatCode>General</c:formatCode>
                <c:ptCount val="23"/>
                <c:pt idx="0">
                  <c:v>0.95</c:v>
                </c:pt>
                <c:pt idx="1">
                  <c:v>0.92</c:v>
                </c:pt>
                <c:pt idx="2">
                  <c:v>0.88</c:v>
                </c:pt>
                <c:pt idx="3">
                  <c:v>0.88</c:v>
                </c:pt>
                <c:pt idx="4">
                  <c:v>0.86</c:v>
                </c:pt>
                <c:pt idx="5">
                  <c:v>0.55000000000000004</c:v>
                </c:pt>
                <c:pt idx="6">
                  <c:v>0.5</c:v>
                </c:pt>
                <c:pt idx="7">
                  <c:v>0.45</c:v>
                </c:pt>
                <c:pt idx="8">
                  <c:v>0.4</c:v>
                </c:pt>
                <c:pt idx="9">
                  <c:v>0.38</c:v>
                </c:pt>
                <c:pt idx="10">
                  <c:v>0.7</c:v>
                </c:pt>
                <c:pt idx="11">
                  <c:v>0.35</c:v>
                </c:pt>
                <c:pt idx="12">
                  <c:v>0.3</c:v>
                </c:pt>
                <c:pt idx="13">
                  <c:v>0.25</c:v>
                </c:pt>
                <c:pt idx="14">
                  <c:v>0.2</c:v>
                </c:pt>
                <c:pt idx="15">
                  <c:v>0.15</c:v>
                </c:pt>
                <c:pt idx="16">
                  <c:v>0.15</c:v>
                </c:pt>
                <c:pt idx="17">
                  <c:v>0.1</c:v>
                </c:pt>
                <c:pt idx="18">
                  <c:v>0.06</c:v>
                </c:pt>
                <c:pt idx="19">
                  <c:v>0.05</c:v>
                </c:pt>
                <c:pt idx="20">
                  <c:v>0.03</c:v>
                </c:pt>
                <c:pt idx="21">
                  <c:v>0.01</c:v>
                </c:pt>
                <c:pt idx="22">
                  <c:v>0.02</c:v>
                </c:pt>
              </c:numCache>
            </c:numRef>
          </c:val>
          <c:smooth val="0"/>
          <c:extLst>
            <c:ext xmlns:c16="http://schemas.microsoft.com/office/drawing/2014/chart" uri="{C3380CC4-5D6E-409C-BE32-E72D297353CC}">
              <c16:uniqueId val="{00000002-8629-4CC1-9C46-7605A9F8F940}"/>
            </c:ext>
          </c:extLst>
        </c:ser>
        <c:ser>
          <c:idx val="3"/>
          <c:order val="3"/>
          <c:tx>
            <c:strRef>
              <c:f>Sheet1!$E$1</c:f>
              <c:strCache>
                <c:ptCount val="1"/>
                <c:pt idx="0">
                  <c:v>4</c:v>
                </c:pt>
              </c:strCache>
            </c:strRef>
          </c:tx>
          <c:spPr>
            <a:ln w="28575" cap="rnd">
              <a:solidFill>
                <a:schemeClr val="accent4"/>
              </a:solidFill>
              <a:round/>
            </a:ln>
            <a:effectLst/>
          </c:spPr>
          <c:marker>
            <c:symbol val="circle"/>
            <c:size val="5"/>
            <c:spPr>
              <a:solidFill>
                <a:schemeClr val="accent4"/>
              </a:solidFill>
              <a:ln w="9525">
                <a:solidFill>
                  <a:schemeClr val="accent4"/>
                </a:solidFill>
              </a:ln>
              <a:effectLst/>
            </c:spPr>
          </c:marker>
          <c:cat>
            <c:strRef>
              <c:f>Sheet1!$A$2:$A$24</c:f>
              <c:strCache>
                <c:ptCount val="23"/>
                <c:pt idx="0">
                  <c:v>feeder</c:v>
                </c:pt>
                <c:pt idx="1">
                  <c:v>substation</c:v>
                </c:pt>
                <c:pt idx="2">
                  <c:v>date</c:v>
                </c:pt>
                <c:pt idx="3">
                  <c:v>housing_units_count</c:v>
                </c:pt>
                <c:pt idx="4">
                  <c:v>industry_and_commerce_count</c:v>
                </c:pt>
                <c:pt idx="5">
                  <c:v>storage_heaters_kW</c:v>
                </c:pt>
                <c:pt idx="6">
                  <c:v>heat_pumps_kW</c:v>
                </c:pt>
                <c:pt idx="7">
                  <c:v>electric_heaters_kW</c:v>
                </c:pt>
                <c:pt idx="8">
                  <c:v>hot_water_tanks_kW</c:v>
                </c:pt>
                <c:pt idx="9">
                  <c:v>flow-type_heaters_kW</c:v>
                </c:pt>
                <c:pt idx="10">
                  <c:v>EV_chargers_kW</c:v>
                </c:pt>
                <c:pt idx="11">
                  <c:v>public_lighting_kW</c:v>
                </c:pt>
                <c:pt idx="12">
                  <c:v>other_consumers_kW</c:v>
                </c:pt>
                <c:pt idx="13">
                  <c:v>batteries_kW</c:v>
                </c:pt>
                <c:pt idx="14">
                  <c:v>PV_systems_kW</c:v>
                </c:pt>
                <c:pt idx="15">
                  <c:v>chp_kW</c:v>
                </c:pt>
                <c:pt idx="16">
                  <c:v>g0_general_kWh</c:v>
                </c:pt>
                <c:pt idx="17">
                  <c:v>g1_workdays_kWh</c:v>
                </c:pt>
                <c:pt idx="18">
                  <c:v>g2_evening_kWh</c:v>
                </c:pt>
                <c:pt idx="19">
                  <c:v>g3_continuous_kWh</c:v>
                </c:pt>
                <c:pt idx="20">
                  <c:v>g4_shop_hairdresser_kWh</c:v>
                </c:pt>
                <c:pt idx="21">
                  <c:v>g5_bakery_kWh</c:v>
                </c:pt>
                <c:pt idx="22">
                  <c:v>g6_weekend_kWh</c:v>
                </c:pt>
              </c:strCache>
            </c:strRef>
          </c:cat>
          <c:val>
            <c:numRef>
              <c:f>Sheet1!$E$2:$E$24</c:f>
              <c:numCache>
                <c:formatCode>General</c:formatCode>
                <c:ptCount val="23"/>
                <c:pt idx="0">
                  <c:v>0.95</c:v>
                </c:pt>
                <c:pt idx="1">
                  <c:v>0.9</c:v>
                </c:pt>
                <c:pt idx="2">
                  <c:v>0.7</c:v>
                </c:pt>
                <c:pt idx="3">
                  <c:v>0.85</c:v>
                </c:pt>
                <c:pt idx="4">
                  <c:v>0.6</c:v>
                </c:pt>
                <c:pt idx="5">
                  <c:v>0.8</c:v>
                </c:pt>
                <c:pt idx="6">
                  <c:v>0.8</c:v>
                </c:pt>
                <c:pt idx="7">
                  <c:v>0.8</c:v>
                </c:pt>
                <c:pt idx="8">
                  <c:v>0.8</c:v>
                </c:pt>
                <c:pt idx="9">
                  <c:v>0.8</c:v>
                </c:pt>
                <c:pt idx="10">
                  <c:v>0.5</c:v>
                </c:pt>
                <c:pt idx="11">
                  <c:v>0.75</c:v>
                </c:pt>
                <c:pt idx="12">
                  <c:v>0.75</c:v>
                </c:pt>
                <c:pt idx="13">
                  <c:v>0.75</c:v>
                </c:pt>
                <c:pt idx="14">
                  <c:v>0.75</c:v>
                </c:pt>
                <c:pt idx="15">
                  <c:v>0.75</c:v>
                </c:pt>
                <c:pt idx="16">
                  <c:v>0.75</c:v>
                </c:pt>
                <c:pt idx="17">
                  <c:v>0.7</c:v>
                </c:pt>
                <c:pt idx="18">
                  <c:v>0.7</c:v>
                </c:pt>
                <c:pt idx="19">
                  <c:v>0.7</c:v>
                </c:pt>
                <c:pt idx="20">
                  <c:v>0.7</c:v>
                </c:pt>
                <c:pt idx="21">
                  <c:v>0.7</c:v>
                </c:pt>
                <c:pt idx="22">
                  <c:v>0.7</c:v>
                </c:pt>
              </c:numCache>
            </c:numRef>
          </c:val>
          <c:smooth val="0"/>
          <c:extLst>
            <c:ext xmlns:c16="http://schemas.microsoft.com/office/drawing/2014/chart" uri="{C3380CC4-5D6E-409C-BE32-E72D297353CC}">
              <c16:uniqueId val="{00000001-E7F8-4026-B5AC-7D63BB5EBA1D}"/>
            </c:ext>
          </c:extLst>
        </c:ser>
        <c:ser>
          <c:idx val="4"/>
          <c:order val="4"/>
          <c:tx>
            <c:strRef>
              <c:f>Sheet1!$F$1</c:f>
              <c:strCache>
                <c:ptCount val="1"/>
                <c:pt idx="0">
                  <c:v>5</c:v>
                </c:pt>
              </c:strCache>
            </c:strRef>
          </c:tx>
          <c:spPr>
            <a:ln w="28575" cap="rnd">
              <a:solidFill>
                <a:schemeClr val="accent5"/>
              </a:solidFill>
              <a:round/>
            </a:ln>
            <a:effectLst/>
          </c:spPr>
          <c:marker>
            <c:symbol val="circle"/>
            <c:size val="5"/>
            <c:spPr>
              <a:solidFill>
                <a:schemeClr val="accent5"/>
              </a:solidFill>
              <a:ln w="9525">
                <a:solidFill>
                  <a:schemeClr val="accent5"/>
                </a:solidFill>
              </a:ln>
              <a:effectLst/>
            </c:spPr>
          </c:marker>
          <c:cat>
            <c:strRef>
              <c:f>Sheet1!$A$2:$A$24</c:f>
              <c:strCache>
                <c:ptCount val="23"/>
                <c:pt idx="0">
                  <c:v>feeder</c:v>
                </c:pt>
                <c:pt idx="1">
                  <c:v>substation</c:v>
                </c:pt>
                <c:pt idx="2">
                  <c:v>date</c:v>
                </c:pt>
                <c:pt idx="3">
                  <c:v>housing_units_count</c:v>
                </c:pt>
                <c:pt idx="4">
                  <c:v>industry_and_commerce_count</c:v>
                </c:pt>
                <c:pt idx="5">
                  <c:v>storage_heaters_kW</c:v>
                </c:pt>
                <c:pt idx="6">
                  <c:v>heat_pumps_kW</c:v>
                </c:pt>
                <c:pt idx="7">
                  <c:v>electric_heaters_kW</c:v>
                </c:pt>
                <c:pt idx="8">
                  <c:v>hot_water_tanks_kW</c:v>
                </c:pt>
                <c:pt idx="9">
                  <c:v>flow-type_heaters_kW</c:v>
                </c:pt>
                <c:pt idx="10">
                  <c:v>EV_chargers_kW</c:v>
                </c:pt>
                <c:pt idx="11">
                  <c:v>public_lighting_kW</c:v>
                </c:pt>
                <c:pt idx="12">
                  <c:v>other_consumers_kW</c:v>
                </c:pt>
                <c:pt idx="13">
                  <c:v>batteries_kW</c:v>
                </c:pt>
                <c:pt idx="14">
                  <c:v>PV_systems_kW</c:v>
                </c:pt>
                <c:pt idx="15">
                  <c:v>chp_kW</c:v>
                </c:pt>
                <c:pt idx="16">
                  <c:v>g0_general_kWh</c:v>
                </c:pt>
                <c:pt idx="17">
                  <c:v>g1_workdays_kWh</c:v>
                </c:pt>
                <c:pt idx="18">
                  <c:v>g2_evening_kWh</c:v>
                </c:pt>
                <c:pt idx="19">
                  <c:v>g3_continuous_kWh</c:v>
                </c:pt>
                <c:pt idx="20">
                  <c:v>g4_shop_hairdresser_kWh</c:v>
                </c:pt>
                <c:pt idx="21">
                  <c:v>g5_bakery_kWh</c:v>
                </c:pt>
                <c:pt idx="22">
                  <c:v>g6_weekend_kWh</c:v>
                </c:pt>
              </c:strCache>
            </c:strRef>
          </c:cat>
          <c:val>
            <c:numRef>
              <c:f>Sheet1!$F$2:$F$24</c:f>
              <c:numCache>
                <c:formatCode>General</c:formatCode>
                <c:ptCount val="23"/>
                <c:pt idx="0">
                  <c:v>0.95</c:v>
                </c:pt>
                <c:pt idx="1">
                  <c:v>0.9</c:v>
                </c:pt>
                <c:pt idx="2">
                  <c:v>0.7</c:v>
                </c:pt>
                <c:pt idx="3">
                  <c:v>0.45</c:v>
                </c:pt>
                <c:pt idx="4">
                  <c:v>0.4</c:v>
                </c:pt>
                <c:pt idx="5">
                  <c:v>0.35</c:v>
                </c:pt>
                <c:pt idx="6">
                  <c:v>0.3</c:v>
                </c:pt>
                <c:pt idx="7">
                  <c:v>0.25</c:v>
                </c:pt>
                <c:pt idx="8">
                  <c:v>0.2</c:v>
                </c:pt>
                <c:pt idx="9">
                  <c:v>0.2</c:v>
                </c:pt>
                <c:pt idx="10">
                  <c:v>0.15</c:v>
                </c:pt>
                <c:pt idx="11">
                  <c:v>0.1</c:v>
                </c:pt>
                <c:pt idx="12">
                  <c:v>0.1</c:v>
                </c:pt>
                <c:pt idx="13">
                  <c:v>0.05</c:v>
                </c:pt>
                <c:pt idx="14">
                  <c:v>0.2</c:v>
                </c:pt>
                <c:pt idx="15">
                  <c:v>0.25</c:v>
                </c:pt>
                <c:pt idx="16">
                  <c:v>0.25</c:v>
                </c:pt>
                <c:pt idx="17">
                  <c:v>0.15</c:v>
                </c:pt>
                <c:pt idx="18">
                  <c:v>0.18</c:v>
                </c:pt>
                <c:pt idx="19">
                  <c:v>0.08</c:v>
                </c:pt>
                <c:pt idx="20">
                  <c:v>0.12</c:v>
                </c:pt>
                <c:pt idx="21">
                  <c:v>0.09</c:v>
                </c:pt>
                <c:pt idx="22">
                  <c:v>0.11</c:v>
                </c:pt>
              </c:numCache>
            </c:numRef>
          </c:val>
          <c:smooth val="0"/>
          <c:extLst>
            <c:ext xmlns:c16="http://schemas.microsoft.com/office/drawing/2014/chart" uri="{C3380CC4-5D6E-409C-BE32-E72D297353CC}">
              <c16:uniqueId val="{00000002-E7F8-4026-B5AC-7D63BB5EBA1D}"/>
            </c:ext>
          </c:extLst>
        </c:ser>
        <c:ser>
          <c:idx val="5"/>
          <c:order val="5"/>
          <c:tx>
            <c:strRef>
              <c:f>Sheet1!$G$1</c:f>
              <c:strCache>
                <c:ptCount val="1"/>
                <c:pt idx="0">
                  <c:v>6</c:v>
                </c:pt>
              </c:strCache>
            </c:strRef>
          </c:tx>
          <c:spPr>
            <a:ln w="28575" cap="rnd">
              <a:solidFill>
                <a:schemeClr val="accent6"/>
              </a:solidFill>
              <a:round/>
            </a:ln>
            <a:effectLst/>
          </c:spPr>
          <c:marker>
            <c:symbol val="circle"/>
            <c:size val="5"/>
            <c:spPr>
              <a:solidFill>
                <a:schemeClr val="accent6"/>
              </a:solidFill>
              <a:ln w="9525">
                <a:solidFill>
                  <a:schemeClr val="accent6"/>
                </a:solidFill>
              </a:ln>
              <a:effectLst/>
            </c:spPr>
          </c:marker>
          <c:cat>
            <c:strRef>
              <c:f>Sheet1!$A$2:$A$24</c:f>
              <c:strCache>
                <c:ptCount val="23"/>
                <c:pt idx="0">
                  <c:v>feeder</c:v>
                </c:pt>
                <c:pt idx="1">
                  <c:v>substation</c:v>
                </c:pt>
                <c:pt idx="2">
                  <c:v>date</c:v>
                </c:pt>
                <c:pt idx="3">
                  <c:v>housing_units_count</c:v>
                </c:pt>
                <c:pt idx="4">
                  <c:v>industry_and_commerce_count</c:v>
                </c:pt>
                <c:pt idx="5">
                  <c:v>storage_heaters_kW</c:v>
                </c:pt>
                <c:pt idx="6">
                  <c:v>heat_pumps_kW</c:v>
                </c:pt>
                <c:pt idx="7">
                  <c:v>electric_heaters_kW</c:v>
                </c:pt>
                <c:pt idx="8">
                  <c:v>hot_water_tanks_kW</c:v>
                </c:pt>
                <c:pt idx="9">
                  <c:v>flow-type_heaters_kW</c:v>
                </c:pt>
                <c:pt idx="10">
                  <c:v>EV_chargers_kW</c:v>
                </c:pt>
                <c:pt idx="11">
                  <c:v>public_lighting_kW</c:v>
                </c:pt>
                <c:pt idx="12">
                  <c:v>other_consumers_kW</c:v>
                </c:pt>
                <c:pt idx="13">
                  <c:v>batteries_kW</c:v>
                </c:pt>
                <c:pt idx="14">
                  <c:v>PV_systems_kW</c:v>
                </c:pt>
                <c:pt idx="15">
                  <c:v>chp_kW</c:v>
                </c:pt>
                <c:pt idx="16">
                  <c:v>g0_general_kWh</c:v>
                </c:pt>
                <c:pt idx="17">
                  <c:v>g1_workdays_kWh</c:v>
                </c:pt>
                <c:pt idx="18">
                  <c:v>g2_evening_kWh</c:v>
                </c:pt>
                <c:pt idx="19">
                  <c:v>g3_continuous_kWh</c:v>
                </c:pt>
                <c:pt idx="20">
                  <c:v>g4_shop_hairdresser_kWh</c:v>
                </c:pt>
                <c:pt idx="21">
                  <c:v>g5_bakery_kWh</c:v>
                </c:pt>
                <c:pt idx="22">
                  <c:v>g6_weekend_kWh</c:v>
                </c:pt>
              </c:strCache>
            </c:strRef>
          </c:cat>
          <c:val>
            <c:numRef>
              <c:f>Sheet1!$G$2:$G$24</c:f>
              <c:numCache>
                <c:formatCode>General</c:formatCode>
                <c:ptCount val="23"/>
                <c:pt idx="0">
                  <c:v>0.9</c:v>
                </c:pt>
                <c:pt idx="1">
                  <c:v>0.85</c:v>
                </c:pt>
                <c:pt idx="2">
                  <c:v>0.55000000000000004</c:v>
                </c:pt>
                <c:pt idx="3">
                  <c:v>0.2</c:v>
                </c:pt>
                <c:pt idx="4">
                  <c:v>0.2</c:v>
                </c:pt>
                <c:pt idx="5">
                  <c:v>0.2</c:v>
                </c:pt>
                <c:pt idx="6">
                  <c:v>0.2</c:v>
                </c:pt>
                <c:pt idx="7">
                  <c:v>0.2</c:v>
                </c:pt>
                <c:pt idx="8">
                  <c:v>0.2</c:v>
                </c:pt>
                <c:pt idx="9">
                  <c:v>0.2</c:v>
                </c:pt>
                <c:pt idx="10">
                  <c:v>0.2</c:v>
                </c:pt>
                <c:pt idx="11">
                  <c:v>0.2</c:v>
                </c:pt>
                <c:pt idx="12">
                  <c:v>0.2</c:v>
                </c:pt>
                <c:pt idx="13">
                  <c:v>0.2</c:v>
                </c:pt>
                <c:pt idx="14">
                  <c:v>0.2</c:v>
                </c:pt>
                <c:pt idx="15">
                  <c:v>0.2</c:v>
                </c:pt>
                <c:pt idx="16">
                  <c:v>0.2</c:v>
                </c:pt>
                <c:pt idx="17">
                  <c:v>0.2</c:v>
                </c:pt>
                <c:pt idx="18">
                  <c:v>0.2</c:v>
                </c:pt>
                <c:pt idx="19">
                  <c:v>0.2</c:v>
                </c:pt>
                <c:pt idx="20">
                  <c:v>0.2</c:v>
                </c:pt>
                <c:pt idx="21">
                  <c:v>0.2</c:v>
                </c:pt>
                <c:pt idx="22">
                  <c:v>0.2</c:v>
                </c:pt>
              </c:numCache>
            </c:numRef>
          </c:val>
          <c:smooth val="0"/>
          <c:extLst>
            <c:ext xmlns:c16="http://schemas.microsoft.com/office/drawing/2014/chart" uri="{C3380CC4-5D6E-409C-BE32-E72D297353CC}">
              <c16:uniqueId val="{00000003-E7F8-4026-B5AC-7D63BB5EBA1D}"/>
            </c:ext>
          </c:extLst>
        </c:ser>
        <c:dLbls>
          <c:showLegendKey val="0"/>
          <c:showVal val="0"/>
          <c:showCatName val="0"/>
          <c:showSerName val="0"/>
          <c:showPercent val="0"/>
          <c:showBubbleSize val="0"/>
        </c:dLbls>
        <c:marker val="1"/>
        <c:smooth val="0"/>
        <c:axId val="1085835040"/>
        <c:axId val="1085836000"/>
      </c:lineChart>
      <c:catAx>
        <c:axId val="1085835040"/>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1085836000"/>
        <c:crosses val="autoZero"/>
        <c:auto val="1"/>
        <c:lblAlgn val="ctr"/>
        <c:lblOffset val="100"/>
        <c:noMultiLvlLbl val="0"/>
      </c:catAx>
      <c:valAx>
        <c:axId val="1085836000"/>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1085835040"/>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r>
              <a:rPr lang="en-US"/>
              <a:t>mistral</a:t>
            </a:r>
          </a:p>
        </c:rich>
      </c:tx>
      <c:overlay val="0"/>
      <c:spPr>
        <a:noFill/>
        <a:ln>
          <a:noFill/>
        </a:ln>
        <a:effectLst/>
      </c:spPr>
      <c:txPr>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lineChart>
        <c:grouping val="standard"/>
        <c:varyColors val="0"/>
        <c:ser>
          <c:idx val="0"/>
          <c:order val="0"/>
          <c:tx>
            <c:strRef>
              <c:f>Sheet1!$B$1</c:f>
              <c:strCache>
                <c:ptCount val="1"/>
                <c:pt idx="0">
                  <c:v>1</c:v>
                </c:pt>
              </c:strCache>
            </c:strRef>
          </c:tx>
          <c:spPr>
            <a:ln w="28575" cap="rnd">
              <a:solidFill>
                <a:schemeClr val="accent1"/>
              </a:solidFill>
              <a:round/>
            </a:ln>
            <a:effectLst/>
          </c:spPr>
          <c:marker>
            <c:symbol val="circle"/>
            <c:size val="5"/>
            <c:spPr>
              <a:solidFill>
                <a:schemeClr val="accent1"/>
              </a:solidFill>
              <a:ln w="9525">
                <a:solidFill>
                  <a:schemeClr val="accent1"/>
                </a:solidFill>
              </a:ln>
              <a:effectLst/>
            </c:spPr>
          </c:marker>
          <c:cat>
            <c:strRef>
              <c:f>Sheet1!$A$2:$A$24</c:f>
              <c:strCache>
                <c:ptCount val="23"/>
                <c:pt idx="0">
                  <c:v>feeder</c:v>
                </c:pt>
                <c:pt idx="1">
                  <c:v>substation</c:v>
                </c:pt>
                <c:pt idx="2">
                  <c:v>date</c:v>
                </c:pt>
                <c:pt idx="3">
                  <c:v>housing_units_count</c:v>
                </c:pt>
                <c:pt idx="4">
                  <c:v>industry_and_commerce_count</c:v>
                </c:pt>
                <c:pt idx="5">
                  <c:v>storage_heaters_kW</c:v>
                </c:pt>
                <c:pt idx="6">
                  <c:v>heat_pumps_kW</c:v>
                </c:pt>
                <c:pt idx="7">
                  <c:v>electric_heaters_kW</c:v>
                </c:pt>
                <c:pt idx="8">
                  <c:v>hot_water_tanks_kW</c:v>
                </c:pt>
                <c:pt idx="9">
                  <c:v>flow-type_heaters_kW</c:v>
                </c:pt>
                <c:pt idx="10">
                  <c:v>EV_chargers_kW</c:v>
                </c:pt>
                <c:pt idx="11">
                  <c:v>public_lighting_kW</c:v>
                </c:pt>
                <c:pt idx="12">
                  <c:v>other_consumers_kW</c:v>
                </c:pt>
                <c:pt idx="13">
                  <c:v>batteries_kW</c:v>
                </c:pt>
                <c:pt idx="14">
                  <c:v>PV_systems_kW</c:v>
                </c:pt>
                <c:pt idx="15">
                  <c:v>chp_kW</c:v>
                </c:pt>
                <c:pt idx="16">
                  <c:v>g0_general_kWh</c:v>
                </c:pt>
                <c:pt idx="17">
                  <c:v>g1_workdays_kWh</c:v>
                </c:pt>
                <c:pt idx="18">
                  <c:v>g2_evening_kWh</c:v>
                </c:pt>
                <c:pt idx="19">
                  <c:v>g3_continuous_kWh</c:v>
                </c:pt>
                <c:pt idx="20">
                  <c:v>g4_shop_hairdresser_kWh</c:v>
                </c:pt>
                <c:pt idx="21">
                  <c:v>g5_bakery_kWh</c:v>
                </c:pt>
                <c:pt idx="22">
                  <c:v>g6_weekend_kWh</c:v>
                </c:pt>
              </c:strCache>
            </c:strRef>
          </c:cat>
          <c:val>
            <c:numRef>
              <c:f>Sheet1!$B$2:$B$24</c:f>
              <c:numCache>
                <c:formatCode>General</c:formatCode>
                <c:ptCount val="23"/>
                <c:pt idx="0">
                  <c:v>0.95</c:v>
                </c:pt>
                <c:pt idx="1">
                  <c:v>0.95</c:v>
                </c:pt>
                <c:pt idx="2">
                  <c:v>0.8</c:v>
                </c:pt>
                <c:pt idx="3">
                  <c:v>0.7</c:v>
                </c:pt>
                <c:pt idx="4">
                  <c:v>0.6</c:v>
                </c:pt>
                <c:pt idx="5">
                  <c:v>0.5</c:v>
                </c:pt>
                <c:pt idx="6">
                  <c:v>0.5</c:v>
                </c:pt>
                <c:pt idx="7">
                  <c:v>0.5</c:v>
                </c:pt>
                <c:pt idx="8">
                  <c:v>0.5</c:v>
                </c:pt>
                <c:pt idx="9">
                  <c:v>0.5</c:v>
                </c:pt>
                <c:pt idx="10">
                  <c:v>0.5</c:v>
                </c:pt>
                <c:pt idx="11">
                  <c:v>0.5</c:v>
                </c:pt>
                <c:pt idx="12">
                  <c:v>0.5</c:v>
                </c:pt>
                <c:pt idx="13">
                  <c:v>0.5</c:v>
                </c:pt>
                <c:pt idx="14">
                  <c:v>0.5</c:v>
                </c:pt>
                <c:pt idx="15">
                  <c:v>0.5</c:v>
                </c:pt>
                <c:pt idx="16">
                  <c:v>0.6</c:v>
                </c:pt>
                <c:pt idx="17">
                  <c:v>0.6</c:v>
                </c:pt>
                <c:pt idx="18">
                  <c:v>0.6</c:v>
                </c:pt>
                <c:pt idx="19">
                  <c:v>0.6</c:v>
                </c:pt>
                <c:pt idx="20">
                  <c:v>0.6</c:v>
                </c:pt>
                <c:pt idx="21">
                  <c:v>0.6</c:v>
                </c:pt>
                <c:pt idx="22">
                  <c:v>0.6</c:v>
                </c:pt>
              </c:numCache>
            </c:numRef>
          </c:val>
          <c:smooth val="0"/>
          <c:extLst>
            <c:ext xmlns:c16="http://schemas.microsoft.com/office/drawing/2014/chart" uri="{C3380CC4-5D6E-409C-BE32-E72D297353CC}">
              <c16:uniqueId val="{00000000-4A1A-4F41-A4EF-693C4582D5DD}"/>
            </c:ext>
          </c:extLst>
        </c:ser>
        <c:ser>
          <c:idx val="1"/>
          <c:order val="1"/>
          <c:tx>
            <c:strRef>
              <c:f>Sheet1!$C$1</c:f>
              <c:strCache>
                <c:ptCount val="1"/>
                <c:pt idx="0">
                  <c:v>2</c:v>
                </c:pt>
              </c:strCache>
            </c:strRef>
          </c:tx>
          <c:spPr>
            <a:ln w="28575" cap="rnd">
              <a:solidFill>
                <a:schemeClr val="accent2"/>
              </a:solidFill>
              <a:round/>
            </a:ln>
            <a:effectLst/>
          </c:spPr>
          <c:marker>
            <c:symbol val="circle"/>
            <c:size val="5"/>
            <c:spPr>
              <a:solidFill>
                <a:schemeClr val="accent2"/>
              </a:solidFill>
              <a:ln w="9525">
                <a:solidFill>
                  <a:schemeClr val="accent2"/>
                </a:solidFill>
              </a:ln>
              <a:effectLst/>
            </c:spPr>
          </c:marker>
          <c:cat>
            <c:strRef>
              <c:f>Sheet1!$A$2:$A$24</c:f>
              <c:strCache>
                <c:ptCount val="23"/>
                <c:pt idx="0">
                  <c:v>feeder</c:v>
                </c:pt>
                <c:pt idx="1">
                  <c:v>substation</c:v>
                </c:pt>
                <c:pt idx="2">
                  <c:v>date</c:v>
                </c:pt>
                <c:pt idx="3">
                  <c:v>housing_units_count</c:v>
                </c:pt>
                <c:pt idx="4">
                  <c:v>industry_and_commerce_count</c:v>
                </c:pt>
                <c:pt idx="5">
                  <c:v>storage_heaters_kW</c:v>
                </c:pt>
                <c:pt idx="6">
                  <c:v>heat_pumps_kW</c:v>
                </c:pt>
                <c:pt idx="7">
                  <c:v>electric_heaters_kW</c:v>
                </c:pt>
                <c:pt idx="8">
                  <c:v>hot_water_tanks_kW</c:v>
                </c:pt>
                <c:pt idx="9">
                  <c:v>flow-type_heaters_kW</c:v>
                </c:pt>
                <c:pt idx="10">
                  <c:v>EV_chargers_kW</c:v>
                </c:pt>
                <c:pt idx="11">
                  <c:v>public_lighting_kW</c:v>
                </c:pt>
                <c:pt idx="12">
                  <c:v>other_consumers_kW</c:v>
                </c:pt>
                <c:pt idx="13">
                  <c:v>batteries_kW</c:v>
                </c:pt>
                <c:pt idx="14">
                  <c:v>PV_systems_kW</c:v>
                </c:pt>
                <c:pt idx="15">
                  <c:v>chp_kW</c:v>
                </c:pt>
                <c:pt idx="16">
                  <c:v>g0_general_kWh</c:v>
                </c:pt>
                <c:pt idx="17">
                  <c:v>g1_workdays_kWh</c:v>
                </c:pt>
                <c:pt idx="18">
                  <c:v>g2_evening_kWh</c:v>
                </c:pt>
                <c:pt idx="19">
                  <c:v>g3_continuous_kWh</c:v>
                </c:pt>
                <c:pt idx="20">
                  <c:v>g4_shop_hairdresser_kWh</c:v>
                </c:pt>
                <c:pt idx="21">
                  <c:v>g5_bakery_kWh</c:v>
                </c:pt>
                <c:pt idx="22">
                  <c:v>g6_weekend_kWh</c:v>
                </c:pt>
              </c:strCache>
            </c:strRef>
          </c:cat>
          <c:val>
            <c:numRef>
              <c:f>Sheet1!$C$2:$C$24</c:f>
              <c:numCache>
                <c:formatCode>General</c:formatCode>
                <c:ptCount val="23"/>
                <c:pt idx="0">
                  <c:v>1</c:v>
                </c:pt>
                <c:pt idx="1">
                  <c:v>1</c:v>
                </c:pt>
                <c:pt idx="2">
                  <c:v>0.95</c:v>
                </c:pt>
                <c:pt idx="3">
                  <c:v>0.8</c:v>
                </c:pt>
                <c:pt idx="4">
                  <c:v>0.85</c:v>
                </c:pt>
                <c:pt idx="5">
                  <c:v>0.7</c:v>
                </c:pt>
                <c:pt idx="6">
                  <c:v>0.7</c:v>
                </c:pt>
                <c:pt idx="7">
                  <c:v>0.7</c:v>
                </c:pt>
                <c:pt idx="8">
                  <c:v>0.7</c:v>
                </c:pt>
                <c:pt idx="9">
                  <c:v>0.7</c:v>
                </c:pt>
                <c:pt idx="10">
                  <c:v>0.7</c:v>
                </c:pt>
                <c:pt idx="11">
                  <c:v>0.7</c:v>
                </c:pt>
                <c:pt idx="12">
                  <c:v>0.7</c:v>
                </c:pt>
                <c:pt idx="13">
                  <c:v>0.7</c:v>
                </c:pt>
                <c:pt idx="14">
                  <c:v>0.7</c:v>
                </c:pt>
                <c:pt idx="15">
                  <c:v>0.7</c:v>
                </c:pt>
                <c:pt idx="16">
                  <c:v>0.6</c:v>
                </c:pt>
                <c:pt idx="17">
                  <c:v>0.6</c:v>
                </c:pt>
                <c:pt idx="18">
                  <c:v>0.6</c:v>
                </c:pt>
                <c:pt idx="19">
                  <c:v>0.6</c:v>
                </c:pt>
                <c:pt idx="20">
                  <c:v>0.6</c:v>
                </c:pt>
                <c:pt idx="21">
                  <c:v>0.6</c:v>
                </c:pt>
                <c:pt idx="22">
                  <c:v>0.6</c:v>
                </c:pt>
              </c:numCache>
            </c:numRef>
          </c:val>
          <c:smooth val="0"/>
          <c:extLst>
            <c:ext xmlns:c16="http://schemas.microsoft.com/office/drawing/2014/chart" uri="{C3380CC4-5D6E-409C-BE32-E72D297353CC}">
              <c16:uniqueId val="{00000001-4A1A-4F41-A4EF-693C4582D5DD}"/>
            </c:ext>
          </c:extLst>
        </c:ser>
        <c:ser>
          <c:idx val="2"/>
          <c:order val="2"/>
          <c:tx>
            <c:strRef>
              <c:f>Sheet1!$D$1</c:f>
              <c:strCache>
                <c:ptCount val="1"/>
                <c:pt idx="0">
                  <c:v>3</c:v>
                </c:pt>
              </c:strCache>
            </c:strRef>
          </c:tx>
          <c:spPr>
            <a:ln w="28575" cap="rnd">
              <a:solidFill>
                <a:schemeClr val="accent3"/>
              </a:solidFill>
              <a:round/>
            </a:ln>
            <a:effectLst/>
          </c:spPr>
          <c:marker>
            <c:symbol val="circle"/>
            <c:size val="5"/>
            <c:spPr>
              <a:solidFill>
                <a:schemeClr val="accent3"/>
              </a:solidFill>
              <a:ln w="9525">
                <a:solidFill>
                  <a:schemeClr val="accent3"/>
                </a:solidFill>
              </a:ln>
              <a:effectLst/>
            </c:spPr>
          </c:marker>
          <c:cat>
            <c:strRef>
              <c:f>Sheet1!$A$2:$A$24</c:f>
              <c:strCache>
                <c:ptCount val="23"/>
                <c:pt idx="0">
                  <c:v>feeder</c:v>
                </c:pt>
                <c:pt idx="1">
                  <c:v>substation</c:v>
                </c:pt>
                <c:pt idx="2">
                  <c:v>date</c:v>
                </c:pt>
                <c:pt idx="3">
                  <c:v>housing_units_count</c:v>
                </c:pt>
                <c:pt idx="4">
                  <c:v>industry_and_commerce_count</c:v>
                </c:pt>
                <c:pt idx="5">
                  <c:v>storage_heaters_kW</c:v>
                </c:pt>
                <c:pt idx="6">
                  <c:v>heat_pumps_kW</c:v>
                </c:pt>
                <c:pt idx="7">
                  <c:v>electric_heaters_kW</c:v>
                </c:pt>
                <c:pt idx="8">
                  <c:v>hot_water_tanks_kW</c:v>
                </c:pt>
                <c:pt idx="9">
                  <c:v>flow-type_heaters_kW</c:v>
                </c:pt>
                <c:pt idx="10">
                  <c:v>EV_chargers_kW</c:v>
                </c:pt>
                <c:pt idx="11">
                  <c:v>public_lighting_kW</c:v>
                </c:pt>
                <c:pt idx="12">
                  <c:v>other_consumers_kW</c:v>
                </c:pt>
                <c:pt idx="13">
                  <c:v>batteries_kW</c:v>
                </c:pt>
                <c:pt idx="14">
                  <c:v>PV_systems_kW</c:v>
                </c:pt>
                <c:pt idx="15">
                  <c:v>chp_kW</c:v>
                </c:pt>
                <c:pt idx="16">
                  <c:v>g0_general_kWh</c:v>
                </c:pt>
                <c:pt idx="17">
                  <c:v>g1_workdays_kWh</c:v>
                </c:pt>
                <c:pt idx="18">
                  <c:v>g2_evening_kWh</c:v>
                </c:pt>
                <c:pt idx="19">
                  <c:v>g3_continuous_kWh</c:v>
                </c:pt>
                <c:pt idx="20">
                  <c:v>g4_shop_hairdresser_kWh</c:v>
                </c:pt>
                <c:pt idx="21">
                  <c:v>g5_bakery_kWh</c:v>
                </c:pt>
                <c:pt idx="22">
                  <c:v>g6_weekend_kWh</c:v>
                </c:pt>
              </c:strCache>
            </c:strRef>
          </c:cat>
          <c:val>
            <c:numRef>
              <c:f>Sheet1!$D$2:$D$24</c:f>
              <c:numCache>
                <c:formatCode>General</c:formatCode>
                <c:ptCount val="23"/>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0.8</c:v>
                </c:pt>
                <c:pt idx="17">
                  <c:v>0.8</c:v>
                </c:pt>
                <c:pt idx="18">
                  <c:v>0.8</c:v>
                </c:pt>
                <c:pt idx="19">
                  <c:v>0.8</c:v>
                </c:pt>
                <c:pt idx="20">
                  <c:v>0.9</c:v>
                </c:pt>
                <c:pt idx="21">
                  <c:v>0.8</c:v>
                </c:pt>
                <c:pt idx="22">
                  <c:v>0.8</c:v>
                </c:pt>
              </c:numCache>
            </c:numRef>
          </c:val>
          <c:smooth val="0"/>
          <c:extLst>
            <c:ext xmlns:c16="http://schemas.microsoft.com/office/drawing/2014/chart" uri="{C3380CC4-5D6E-409C-BE32-E72D297353CC}">
              <c16:uniqueId val="{00000002-4A1A-4F41-A4EF-693C4582D5DD}"/>
            </c:ext>
          </c:extLst>
        </c:ser>
        <c:ser>
          <c:idx val="3"/>
          <c:order val="3"/>
          <c:tx>
            <c:strRef>
              <c:f>Sheet1!$E$1</c:f>
              <c:strCache>
                <c:ptCount val="1"/>
                <c:pt idx="0">
                  <c:v>4</c:v>
                </c:pt>
              </c:strCache>
            </c:strRef>
          </c:tx>
          <c:spPr>
            <a:ln w="28575" cap="rnd">
              <a:solidFill>
                <a:schemeClr val="accent4"/>
              </a:solidFill>
              <a:round/>
            </a:ln>
            <a:effectLst/>
          </c:spPr>
          <c:marker>
            <c:symbol val="circle"/>
            <c:size val="5"/>
            <c:spPr>
              <a:solidFill>
                <a:schemeClr val="accent4"/>
              </a:solidFill>
              <a:ln w="9525">
                <a:solidFill>
                  <a:schemeClr val="accent4"/>
                </a:solidFill>
              </a:ln>
              <a:effectLst/>
            </c:spPr>
          </c:marker>
          <c:cat>
            <c:strRef>
              <c:f>Sheet1!$A$2:$A$24</c:f>
              <c:strCache>
                <c:ptCount val="23"/>
                <c:pt idx="0">
                  <c:v>feeder</c:v>
                </c:pt>
                <c:pt idx="1">
                  <c:v>substation</c:v>
                </c:pt>
                <c:pt idx="2">
                  <c:v>date</c:v>
                </c:pt>
                <c:pt idx="3">
                  <c:v>housing_units_count</c:v>
                </c:pt>
                <c:pt idx="4">
                  <c:v>industry_and_commerce_count</c:v>
                </c:pt>
                <c:pt idx="5">
                  <c:v>storage_heaters_kW</c:v>
                </c:pt>
                <c:pt idx="6">
                  <c:v>heat_pumps_kW</c:v>
                </c:pt>
                <c:pt idx="7">
                  <c:v>electric_heaters_kW</c:v>
                </c:pt>
                <c:pt idx="8">
                  <c:v>hot_water_tanks_kW</c:v>
                </c:pt>
                <c:pt idx="9">
                  <c:v>flow-type_heaters_kW</c:v>
                </c:pt>
                <c:pt idx="10">
                  <c:v>EV_chargers_kW</c:v>
                </c:pt>
                <c:pt idx="11">
                  <c:v>public_lighting_kW</c:v>
                </c:pt>
                <c:pt idx="12">
                  <c:v>other_consumers_kW</c:v>
                </c:pt>
                <c:pt idx="13">
                  <c:v>batteries_kW</c:v>
                </c:pt>
                <c:pt idx="14">
                  <c:v>PV_systems_kW</c:v>
                </c:pt>
                <c:pt idx="15">
                  <c:v>chp_kW</c:v>
                </c:pt>
                <c:pt idx="16">
                  <c:v>g0_general_kWh</c:v>
                </c:pt>
                <c:pt idx="17">
                  <c:v>g1_workdays_kWh</c:v>
                </c:pt>
                <c:pt idx="18">
                  <c:v>g2_evening_kWh</c:v>
                </c:pt>
                <c:pt idx="19">
                  <c:v>g3_continuous_kWh</c:v>
                </c:pt>
                <c:pt idx="20">
                  <c:v>g4_shop_hairdresser_kWh</c:v>
                </c:pt>
                <c:pt idx="21">
                  <c:v>g5_bakery_kWh</c:v>
                </c:pt>
                <c:pt idx="22">
                  <c:v>g6_weekend_kWh</c:v>
                </c:pt>
              </c:strCache>
            </c:strRef>
          </c:cat>
          <c:val>
            <c:numRef>
              <c:f>Sheet1!$E$2:$E$24</c:f>
              <c:numCache>
                <c:formatCode>General</c:formatCode>
                <c:ptCount val="23"/>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0</c:v>
                </c:pt>
                <c:pt idx="19">
                  <c:v>0</c:v>
                </c:pt>
                <c:pt idx="20">
                  <c:v>0</c:v>
                </c:pt>
                <c:pt idx="21">
                  <c:v>0</c:v>
                </c:pt>
                <c:pt idx="22">
                  <c:v>0</c:v>
                </c:pt>
              </c:numCache>
            </c:numRef>
          </c:val>
          <c:smooth val="0"/>
          <c:extLst>
            <c:ext xmlns:c16="http://schemas.microsoft.com/office/drawing/2014/chart" uri="{C3380CC4-5D6E-409C-BE32-E72D297353CC}">
              <c16:uniqueId val="{00000001-6BBB-442B-8D8B-F6DF44E9F38E}"/>
            </c:ext>
          </c:extLst>
        </c:ser>
        <c:ser>
          <c:idx val="4"/>
          <c:order val="4"/>
          <c:tx>
            <c:strRef>
              <c:f>Sheet1!$F$1</c:f>
              <c:strCache>
                <c:ptCount val="1"/>
                <c:pt idx="0">
                  <c:v>5</c:v>
                </c:pt>
              </c:strCache>
            </c:strRef>
          </c:tx>
          <c:spPr>
            <a:ln w="28575" cap="rnd">
              <a:solidFill>
                <a:schemeClr val="accent5"/>
              </a:solidFill>
              <a:round/>
            </a:ln>
            <a:effectLst/>
          </c:spPr>
          <c:marker>
            <c:symbol val="circle"/>
            <c:size val="5"/>
            <c:spPr>
              <a:solidFill>
                <a:schemeClr val="accent5"/>
              </a:solidFill>
              <a:ln w="9525">
                <a:solidFill>
                  <a:schemeClr val="accent5"/>
                </a:solidFill>
              </a:ln>
              <a:effectLst/>
            </c:spPr>
          </c:marker>
          <c:cat>
            <c:strRef>
              <c:f>Sheet1!$A$2:$A$24</c:f>
              <c:strCache>
                <c:ptCount val="23"/>
                <c:pt idx="0">
                  <c:v>feeder</c:v>
                </c:pt>
                <c:pt idx="1">
                  <c:v>substation</c:v>
                </c:pt>
                <c:pt idx="2">
                  <c:v>date</c:v>
                </c:pt>
                <c:pt idx="3">
                  <c:v>housing_units_count</c:v>
                </c:pt>
                <c:pt idx="4">
                  <c:v>industry_and_commerce_count</c:v>
                </c:pt>
                <c:pt idx="5">
                  <c:v>storage_heaters_kW</c:v>
                </c:pt>
                <c:pt idx="6">
                  <c:v>heat_pumps_kW</c:v>
                </c:pt>
                <c:pt idx="7">
                  <c:v>electric_heaters_kW</c:v>
                </c:pt>
                <c:pt idx="8">
                  <c:v>hot_water_tanks_kW</c:v>
                </c:pt>
                <c:pt idx="9">
                  <c:v>flow-type_heaters_kW</c:v>
                </c:pt>
                <c:pt idx="10">
                  <c:v>EV_chargers_kW</c:v>
                </c:pt>
                <c:pt idx="11">
                  <c:v>public_lighting_kW</c:v>
                </c:pt>
                <c:pt idx="12">
                  <c:v>other_consumers_kW</c:v>
                </c:pt>
                <c:pt idx="13">
                  <c:v>batteries_kW</c:v>
                </c:pt>
                <c:pt idx="14">
                  <c:v>PV_systems_kW</c:v>
                </c:pt>
                <c:pt idx="15">
                  <c:v>chp_kW</c:v>
                </c:pt>
                <c:pt idx="16">
                  <c:v>g0_general_kWh</c:v>
                </c:pt>
                <c:pt idx="17">
                  <c:v>g1_workdays_kWh</c:v>
                </c:pt>
                <c:pt idx="18">
                  <c:v>g2_evening_kWh</c:v>
                </c:pt>
                <c:pt idx="19">
                  <c:v>g3_continuous_kWh</c:v>
                </c:pt>
                <c:pt idx="20">
                  <c:v>g4_shop_hairdresser_kWh</c:v>
                </c:pt>
                <c:pt idx="21">
                  <c:v>g5_bakery_kWh</c:v>
                </c:pt>
                <c:pt idx="22">
                  <c:v>g6_weekend_kWh</c:v>
                </c:pt>
              </c:strCache>
            </c:strRef>
          </c:cat>
          <c:val>
            <c:numRef>
              <c:f>Sheet1!$F$2:$F$24</c:f>
              <c:numCache>
                <c:formatCode>General</c:formatCode>
                <c:ptCount val="23"/>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0</c:v>
                </c:pt>
                <c:pt idx="19">
                  <c:v>0</c:v>
                </c:pt>
                <c:pt idx="20">
                  <c:v>0.9</c:v>
                </c:pt>
                <c:pt idx="21">
                  <c:v>0.9</c:v>
                </c:pt>
                <c:pt idx="22">
                  <c:v>0</c:v>
                </c:pt>
              </c:numCache>
            </c:numRef>
          </c:val>
          <c:smooth val="0"/>
          <c:extLst>
            <c:ext xmlns:c16="http://schemas.microsoft.com/office/drawing/2014/chart" uri="{C3380CC4-5D6E-409C-BE32-E72D297353CC}">
              <c16:uniqueId val="{00000003-6BBB-442B-8D8B-F6DF44E9F38E}"/>
            </c:ext>
          </c:extLst>
        </c:ser>
        <c:ser>
          <c:idx val="5"/>
          <c:order val="5"/>
          <c:tx>
            <c:strRef>
              <c:f>Sheet1!$G$1</c:f>
              <c:strCache>
                <c:ptCount val="1"/>
                <c:pt idx="0">
                  <c:v>6</c:v>
                </c:pt>
              </c:strCache>
            </c:strRef>
          </c:tx>
          <c:spPr>
            <a:ln w="28575" cap="rnd">
              <a:solidFill>
                <a:schemeClr val="accent6"/>
              </a:solidFill>
              <a:round/>
            </a:ln>
            <a:effectLst/>
          </c:spPr>
          <c:marker>
            <c:symbol val="circle"/>
            <c:size val="5"/>
            <c:spPr>
              <a:solidFill>
                <a:schemeClr val="accent6"/>
              </a:solidFill>
              <a:ln w="9525">
                <a:solidFill>
                  <a:schemeClr val="accent6"/>
                </a:solidFill>
              </a:ln>
              <a:effectLst/>
            </c:spPr>
          </c:marker>
          <c:cat>
            <c:strRef>
              <c:f>Sheet1!$A$2:$A$24</c:f>
              <c:strCache>
                <c:ptCount val="23"/>
                <c:pt idx="0">
                  <c:v>feeder</c:v>
                </c:pt>
                <c:pt idx="1">
                  <c:v>substation</c:v>
                </c:pt>
                <c:pt idx="2">
                  <c:v>date</c:v>
                </c:pt>
                <c:pt idx="3">
                  <c:v>housing_units_count</c:v>
                </c:pt>
                <c:pt idx="4">
                  <c:v>industry_and_commerce_count</c:v>
                </c:pt>
                <c:pt idx="5">
                  <c:v>storage_heaters_kW</c:v>
                </c:pt>
                <c:pt idx="6">
                  <c:v>heat_pumps_kW</c:v>
                </c:pt>
                <c:pt idx="7">
                  <c:v>electric_heaters_kW</c:v>
                </c:pt>
                <c:pt idx="8">
                  <c:v>hot_water_tanks_kW</c:v>
                </c:pt>
                <c:pt idx="9">
                  <c:v>flow-type_heaters_kW</c:v>
                </c:pt>
                <c:pt idx="10">
                  <c:v>EV_chargers_kW</c:v>
                </c:pt>
                <c:pt idx="11">
                  <c:v>public_lighting_kW</c:v>
                </c:pt>
                <c:pt idx="12">
                  <c:v>other_consumers_kW</c:v>
                </c:pt>
                <c:pt idx="13">
                  <c:v>batteries_kW</c:v>
                </c:pt>
                <c:pt idx="14">
                  <c:v>PV_systems_kW</c:v>
                </c:pt>
                <c:pt idx="15">
                  <c:v>chp_kW</c:v>
                </c:pt>
                <c:pt idx="16">
                  <c:v>g0_general_kWh</c:v>
                </c:pt>
                <c:pt idx="17">
                  <c:v>g1_workdays_kWh</c:v>
                </c:pt>
                <c:pt idx="18">
                  <c:v>g2_evening_kWh</c:v>
                </c:pt>
                <c:pt idx="19">
                  <c:v>g3_continuous_kWh</c:v>
                </c:pt>
                <c:pt idx="20">
                  <c:v>g4_shop_hairdresser_kWh</c:v>
                </c:pt>
                <c:pt idx="21">
                  <c:v>g5_bakery_kWh</c:v>
                </c:pt>
                <c:pt idx="22">
                  <c:v>g6_weekend_kWh</c:v>
                </c:pt>
              </c:strCache>
            </c:strRef>
          </c:cat>
          <c:val>
            <c:numRef>
              <c:f>Sheet1!$G$2:$G$24</c:f>
              <c:numCache>
                <c:formatCode>General</c:formatCode>
                <c:ptCount val="23"/>
                <c:pt idx="0">
                  <c:v>0</c:v>
                </c:pt>
                <c:pt idx="1">
                  <c:v>0</c:v>
                </c:pt>
                <c:pt idx="2">
                  <c:v>0</c:v>
                </c:pt>
                <c:pt idx="3">
                  <c:v>0.3</c:v>
                </c:pt>
                <c:pt idx="4">
                  <c:v>0.3</c:v>
                </c:pt>
                <c:pt idx="5">
                  <c:v>0.5</c:v>
                </c:pt>
                <c:pt idx="6">
                  <c:v>0.5</c:v>
                </c:pt>
                <c:pt idx="7">
                  <c:v>0.5</c:v>
                </c:pt>
                <c:pt idx="8">
                  <c:v>0.5</c:v>
                </c:pt>
                <c:pt idx="9">
                  <c:v>0.5</c:v>
                </c:pt>
                <c:pt idx="10">
                  <c:v>0.5</c:v>
                </c:pt>
                <c:pt idx="11">
                  <c:v>0.5</c:v>
                </c:pt>
                <c:pt idx="12">
                  <c:v>0.5</c:v>
                </c:pt>
                <c:pt idx="13">
                  <c:v>0.5</c:v>
                </c:pt>
                <c:pt idx="14">
                  <c:v>0.5</c:v>
                </c:pt>
                <c:pt idx="15">
                  <c:v>0.5</c:v>
                </c:pt>
                <c:pt idx="16">
                  <c:v>0.7</c:v>
                </c:pt>
                <c:pt idx="17">
                  <c:v>0.7</c:v>
                </c:pt>
                <c:pt idx="18">
                  <c:v>0.7</c:v>
                </c:pt>
                <c:pt idx="19">
                  <c:v>0.7</c:v>
                </c:pt>
                <c:pt idx="20">
                  <c:v>0.8</c:v>
                </c:pt>
                <c:pt idx="21">
                  <c:v>0.8</c:v>
                </c:pt>
                <c:pt idx="22">
                  <c:v>0.7</c:v>
                </c:pt>
              </c:numCache>
            </c:numRef>
          </c:val>
          <c:smooth val="0"/>
          <c:extLst>
            <c:ext xmlns:c16="http://schemas.microsoft.com/office/drawing/2014/chart" uri="{C3380CC4-5D6E-409C-BE32-E72D297353CC}">
              <c16:uniqueId val="{00000005-6BBB-442B-8D8B-F6DF44E9F38E}"/>
            </c:ext>
          </c:extLst>
        </c:ser>
        <c:dLbls>
          <c:showLegendKey val="0"/>
          <c:showVal val="0"/>
          <c:showCatName val="0"/>
          <c:showSerName val="0"/>
          <c:showPercent val="0"/>
          <c:showBubbleSize val="0"/>
        </c:dLbls>
        <c:marker val="1"/>
        <c:smooth val="0"/>
        <c:axId val="755015071"/>
        <c:axId val="755025631"/>
      </c:lineChart>
      <c:catAx>
        <c:axId val="755015071"/>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755025631"/>
        <c:crosses val="autoZero"/>
        <c:auto val="1"/>
        <c:lblAlgn val="ctr"/>
        <c:lblOffset val="100"/>
        <c:noMultiLvlLbl val="0"/>
      </c:catAx>
      <c:valAx>
        <c:axId val="755025631"/>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755015071"/>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r>
              <a:rPr lang="en-US"/>
              <a:t>GPT-5.4-mini </a:t>
            </a:r>
          </a:p>
        </c:rich>
      </c:tx>
      <c:overlay val="0"/>
      <c:spPr>
        <a:noFill/>
        <a:ln>
          <a:noFill/>
        </a:ln>
        <a:effectLst/>
      </c:spPr>
      <c:txPr>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lineChart>
        <c:grouping val="standard"/>
        <c:varyColors val="0"/>
        <c:ser>
          <c:idx val="0"/>
          <c:order val="0"/>
          <c:tx>
            <c:strRef>
              <c:f>Sheet1!$B$1</c:f>
              <c:strCache>
                <c:ptCount val="1"/>
                <c:pt idx="0">
                  <c:v>1</c:v>
                </c:pt>
              </c:strCache>
            </c:strRef>
          </c:tx>
          <c:spPr>
            <a:ln w="28575" cap="rnd">
              <a:solidFill>
                <a:schemeClr val="accent1"/>
              </a:solidFill>
              <a:round/>
            </a:ln>
            <a:effectLst/>
          </c:spPr>
          <c:marker>
            <c:symbol val="circle"/>
            <c:size val="5"/>
            <c:spPr>
              <a:solidFill>
                <a:schemeClr val="accent1"/>
              </a:solidFill>
              <a:ln w="9525">
                <a:solidFill>
                  <a:schemeClr val="accent1"/>
                </a:solidFill>
              </a:ln>
              <a:effectLst/>
            </c:spPr>
          </c:marker>
          <c:cat>
            <c:strRef>
              <c:f>Sheet1!$A$2:$A$24</c:f>
              <c:strCache>
                <c:ptCount val="23"/>
                <c:pt idx="0">
                  <c:v>feeder</c:v>
                </c:pt>
                <c:pt idx="1">
                  <c:v>substation</c:v>
                </c:pt>
                <c:pt idx="2">
                  <c:v>date</c:v>
                </c:pt>
                <c:pt idx="3">
                  <c:v>housing_units_count</c:v>
                </c:pt>
                <c:pt idx="4">
                  <c:v>industry_and_commerce_count</c:v>
                </c:pt>
                <c:pt idx="5">
                  <c:v>storage_heaters_kW</c:v>
                </c:pt>
                <c:pt idx="6">
                  <c:v>heat_pumps_kW</c:v>
                </c:pt>
                <c:pt idx="7">
                  <c:v>electric_heaters_kW</c:v>
                </c:pt>
                <c:pt idx="8">
                  <c:v>hot_water_tanks_kW</c:v>
                </c:pt>
                <c:pt idx="9">
                  <c:v>flow-type_heaters_kW</c:v>
                </c:pt>
                <c:pt idx="10">
                  <c:v>EV_chargers_kW</c:v>
                </c:pt>
                <c:pt idx="11">
                  <c:v>public_lighting_kW</c:v>
                </c:pt>
                <c:pt idx="12">
                  <c:v>other_consumers_kW</c:v>
                </c:pt>
                <c:pt idx="13">
                  <c:v>batteries_kW</c:v>
                </c:pt>
                <c:pt idx="14">
                  <c:v>PV_systems_kW</c:v>
                </c:pt>
                <c:pt idx="15">
                  <c:v>chp_kW</c:v>
                </c:pt>
                <c:pt idx="16">
                  <c:v>g0_general_kWh</c:v>
                </c:pt>
                <c:pt idx="17">
                  <c:v>g1_workdays_kWh</c:v>
                </c:pt>
                <c:pt idx="18">
                  <c:v>g2_evening_kWh</c:v>
                </c:pt>
                <c:pt idx="19">
                  <c:v>g3_continuous_kWh</c:v>
                </c:pt>
                <c:pt idx="20">
                  <c:v>g4_shop_hairdresser_kWh</c:v>
                </c:pt>
                <c:pt idx="21">
                  <c:v>g5_bakery_kWh</c:v>
                </c:pt>
                <c:pt idx="22">
                  <c:v>g6_weekend_kWh</c:v>
                </c:pt>
              </c:strCache>
            </c:strRef>
          </c:cat>
          <c:val>
            <c:numRef>
              <c:f>Sheet1!$B$2:$B$24</c:f>
              <c:numCache>
                <c:formatCode>General</c:formatCode>
                <c:ptCount val="23"/>
                <c:pt idx="0">
                  <c:v>0.85</c:v>
                </c:pt>
                <c:pt idx="1">
                  <c:v>0.9</c:v>
                </c:pt>
                <c:pt idx="2">
                  <c:v>0.7</c:v>
                </c:pt>
                <c:pt idx="3">
                  <c:v>0.8</c:v>
                </c:pt>
                <c:pt idx="4">
                  <c:v>0.8</c:v>
                </c:pt>
                <c:pt idx="5">
                  <c:v>0.75</c:v>
                </c:pt>
                <c:pt idx="6">
                  <c:v>0.75</c:v>
                </c:pt>
                <c:pt idx="7">
                  <c:v>0.75</c:v>
                </c:pt>
                <c:pt idx="8">
                  <c:v>0.75</c:v>
                </c:pt>
                <c:pt idx="9">
                  <c:v>0.75</c:v>
                </c:pt>
                <c:pt idx="10">
                  <c:v>0.85</c:v>
                </c:pt>
                <c:pt idx="11">
                  <c:v>0.6</c:v>
                </c:pt>
                <c:pt idx="12">
                  <c:v>0.7</c:v>
                </c:pt>
                <c:pt idx="13">
                  <c:v>0.8</c:v>
                </c:pt>
                <c:pt idx="14">
                  <c:v>0.8</c:v>
                </c:pt>
                <c:pt idx="15">
                  <c:v>0.8</c:v>
                </c:pt>
                <c:pt idx="16">
                  <c:v>0.65</c:v>
                </c:pt>
                <c:pt idx="17">
                  <c:v>0.7</c:v>
                </c:pt>
                <c:pt idx="18">
                  <c:v>0.7</c:v>
                </c:pt>
                <c:pt idx="19">
                  <c:v>0.7</c:v>
                </c:pt>
                <c:pt idx="20">
                  <c:v>0.75</c:v>
                </c:pt>
                <c:pt idx="21">
                  <c:v>0.75</c:v>
                </c:pt>
                <c:pt idx="22">
                  <c:v>0.7</c:v>
                </c:pt>
              </c:numCache>
            </c:numRef>
          </c:val>
          <c:smooth val="0"/>
          <c:extLst>
            <c:ext xmlns:c16="http://schemas.microsoft.com/office/drawing/2014/chart" uri="{C3380CC4-5D6E-409C-BE32-E72D297353CC}">
              <c16:uniqueId val="{00000000-1CC1-43CA-B8ED-C9719B3543D4}"/>
            </c:ext>
          </c:extLst>
        </c:ser>
        <c:ser>
          <c:idx val="1"/>
          <c:order val="1"/>
          <c:tx>
            <c:strRef>
              <c:f>Sheet1!$C$1</c:f>
              <c:strCache>
                <c:ptCount val="1"/>
                <c:pt idx="0">
                  <c:v>2</c:v>
                </c:pt>
              </c:strCache>
            </c:strRef>
          </c:tx>
          <c:spPr>
            <a:ln w="28575" cap="rnd">
              <a:solidFill>
                <a:schemeClr val="accent2"/>
              </a:solidFill>
              <a:round/>
            </a:ln>
            <a:effectLst/>
          </c:spPr>
          <c:marker>
            <c:symbol val="circle"/>
            <c:size val="5"/>
            <c:spPr>
              <a:solidFill>
                <a:schemeClr val="accent2"/>
              </a:solidFill>
              <a:ln w="9525">
                <a:solidFill>
                  <a:schemeClr val="accent2"/>
                </a:solidFill>
              </a:ln>
              <a:effectLst/>
            </c:spPr>
          </c:marker>
          <c:cat>
            <c:strRef>
              <c:f>Sheet1!$A$2:$A$24</c:f>
              <c:strCache>
                <c:ptCount val="23"/>
                <c:pt idx="0">
                  <c:v>feeder</c:v>
                </c:pt>
                <c:pt idx="1">
                  <c:v>substation</c:v>
                </c:pt>
                <c:pt idx="2">
                  <c:v>date</c:v>
                </c:pt>
                <c:pt idx="3">
                  <c:v>housing_units_count</c:v>
                </c:pt>
                <c:pt idx="4">
                  <c:v>industry_and_commerce_count</c:v>
                </c:pt>
                <c:pt idx="5">
                  <c:v>storage_heaters_kW</c:v>
                </c:pt>
                <c:pt idx="6">
                  <c:v>heat_pumps_kW</c:v>
                </c:pt>
                <c:pt idx="7">
                  <c:v>electric_heaters_kW</c:v>
                </c:pt>
                <c:pt idx="8">
                  <c:v>hot_water_tanks_kW</c:v>
                </c:pt>
                <c:pt idx="9">
                  <c:v>flow-type_heaters_kW</c:v>
                </c:pt>
                <c:pt idx="10">
                  <c:v>EV_chargers_kW</c:v>
                </c:pt>
                <c:pt idx="11">
                  <c:v>public_lighting_kW</c:v>
                </c:pt>
                <c:pt idx="12">
                  <c:v>other_consumers_kW</c:v>
                </c:pt>
                <c:pt idx="13">
                  <c:v>batteries_kW</c:v>
                </c:pt>
                <c:pt idx="14">
                  <c:v>PV_systems_kW</c:v>
                </c:pt>
                <c:pt idx="15">
                  <c:v>chp_kW</c:v>
                </c:pt>
                <c:pt idx="16">
                  <c:v>g0_general_kWh</c:v>
                </c:pt>
                <c:pt idx="17">
                  <c:v>g1_workdays_kWh</c:v>
                </c:pt>
                <c:pt idx="18">
                  <c:v>g2_evening_kWh</c:v>
                </c:pt>
                <c:pt idx="19">
                  <c:v>g3_continuous_kWh</c:v>
                </c:pt>
                <c:pt idx="20">
                  <c:v>g4_shop_hairdresser_kWh</c:v>
                </c:pt>
                <c:pt idx="21">
                  <c:v>g5_bakery_kWh</c:v>
                </c:pt>
                <c:pt idx="22">
                  <c:v>g6_weekend_kWh</c:v>
                </c:pt>
              </c:strCache>
            </c:strRef>
          </c:cat>
          <c:val>
            <c:numRef>
              <c:f>Sheet1!$C$2:$C$24</c:f>
              <c:numCache>
                <c:formatCode>General</c:formatCode>
                <c:ptCount val="23"/>
                <c:pt idx="0">
                  <c:v>0.85</c:v>
                </c:pt>
                <c:pt idx="1">
                  <c:v>0.9</c:v>
                </c:pt>
                <c:pt idx="2">
                  <c:v>0.75</c:v>
                </c:pt>
                <c:pt idx="3">
                  <c:v>0.8</c:v>
                </c:pt>
                <c:pt idx="4">
                  <c:v>0.8</c:v>
                </c:pt>
                <c:pt idx="5">
                  <c:v>0.7</c:v>
                </c:pt>
                <c:pt idx="6">
                  <c:v>0.7</c:v>
                </c:pt>
                <c:pt idx="7">
                  <c:v>0.7</c:v>
                </c:pt>
                <c:pt idx="8">
                  <c:v>0.65</c:v>
                </c:pt>
                <c:pt idx="9">
                  <c:v>0.7</c:v>
                </c:pt>
                <c:pt idx="10">
                  <c:v>0.85</c:v>
                </c:pt>
                <c:pt idx="11">
                  <c:v>0.55000000000000004</c:v>
                </c:pt>
                <c:pt idx="12">
                  <c:v>0.6</c:v>
                </c:pt>
                <c:pt idx="13">
                  <c:v>0.8</c:v>
                </c:pt>
                <c:pt idx="14">
                  <c:v>0.8</c:v>
                </c:pt>
                <c:pt idx="15">
                  <c:v>0.75</c:v>
                </c:pt>
                <c:pt idx="16">
                  <c:v>0.6</c:v>
                </c:pt>
                <c:pt idx="17">
                  <c:v>0.6</c:v>
                </c:pt>
                <c:pt idx="18">
                  <c:v>0.6</c:v>
                </c:pt>
                <c:pt idx="19">
                  <c:v>0.6</c:v>
                </c:pt>
                <c:pt idx="20">
                  <c:v>0.75</c:v>
                </c:pt>
                <c:pt idx="21">
                  <c:v>0.8</c:v>
                </c:pt>
                <c:pt idx="22">
                  <c:v>0.6</c:v>
                </c:pt>
              </c:numCache>
            </c:numRef>
          </c:val>
          <c:smooth val="0"/>
          <c:extLst>
            <c:ext xmlns:c16="http://schemas.microsoft.com/office/drawing/2014/chart" uri="{C3380CC4-5D6E-409C-BE32-E72D297353CC}">
              <c16:uniqueId val="{00000001-1CC1-43CA-B8ED-C9719B3543D4}"/>
            </c:ext>
          </c:extLst>
        </c:ser>
        <c:ser>
          <c:idx val="2"/>
          <c:order val="2"/>
          <c:tx>
            <c:strRef>
              <c:f>Sheet1!$D$1</c:f>
              <c:strCache>
                <c:ptCount val="1"/>
                <c:pt idx="0">
                  <c:v>3</c:v>
                </c:pt>
              </c:strCache>
            </c:strRef>
          </c:tx>
          <c:spPr>
            <a:ln w="28575" cap="rnd">
              <a:solidFill>
                <a:schemeClr val="accent3"/>
              </a:solidFill>
              <a:round/>
            </a:ln>
            <a:effectLst/>
          </c:spPr>
          <c:marker>
            <c:symbol val="circle"/>
            <c:size val="5"/>
            <c:spPr>
              <a:solidFill>
                <a:schemeClr val="accent3"/>
              </a:solidFill>
              <a:ln w="9525">
                <a:solidFill>
                  <a:schemeClr val="accent3"/>
                </a:solidFill>
              </a:ln>
              <a:effectLst/>
            </c:spPr>
          </c:marker>
          <c:cat>
            <c:strRef>
              <c:f>Sheet1!$A$2:$A$24</c:f>
              <c:strCache>
                <c:ptCount val="23"/>
                <c:pt idx="0">
                  <c:v>feeder</c:v>
                </c:pt>
                <c:pt idx="1">
                  <c:v>substation</c:v>
                </c:pt>
                <c:pt idx="2">
                  <c:v>date</c:v>
                </c:pt>
                <c:pt idx="3">
                  <c:v>housing_units_count</c:v>
                </c:pt>
                <c:pt idx="4">
                  <c:v>industry_and_commerce_count</c:v>
                </c:pt>
                <c:pt idx="5">
                  <c:v>storage_heaters_kW</c:v>
                </c:pt>
                <c:pt idx="6">
                  <c:v>heat_pumps_kW</c:v>
                </c:pt>
                <c:pt idx="7">
                  <c:v>electric_heaters_kW</c:v>
                </c:pt>
                <c:pt idx="8">
                  <c:v>hot_water_tanks_kW</c:v>
                </c:pt>
                <c:pt idx="9">
                  <c:v>flow-type_heaters_kW</c:v>
                </c:pt>
                <c:pt idx="10">
                  <c:v>EV_chargers_kW</c:v>
                </c:pt>
                <c:pt idx="11">
                  <c:v>public_lighting_kW</c:v>
                </c:pt>
                <c:pt idx="12">
                  <c:v>other_consumers_kW</c:v>
                </c:pt>
                <c:pt idx="13">
                  <c:v>batteries_kW</c:v>
                </c:pt>
                <c:pt idx="14">
                  <c:v>PV_systems_kW</c:v>
                </c:pt>
                <c:pt idx="15">
                  <c:v>chp_kW</c:v>
                </c:pt>
                <c:pt idx="16">
                  <c:v>g0_general_kWh</c:v>
                </c:pt>
                <c:pt idx="17">
                  <c:v>g1_workdays_kWh</c:v>
                </c:pt>
                <c:pt idx="18">
                  <c:v>g2_evening_kWh</c:v>
                </c:pt>
                <c:pt idx="19">
                  <c:v>g3_continuous_kWh</c:v>
                </c:pt>
                <c:pt idx="20">
                  <c:v>g4_shop_hairdresser_kWh</c:v>
                </c:pt>
                <c:pt idx="21">
                  <c:v>g5_bakery_kWh</c:v>
                </c:pt>
                <c:pt idx="22">
                  <c:v>g6_weekend_kWh</c:v>
                </c:pt>
              </c:strCache>
            </c:strRef>
          </c:cat>
          <c:val>
            <c:numRef>
              <c:f>Sheet1!$D$2:$D$24</c:f>
              <c:numCache>
                <c:formatCode>General</c:formatCode>
                <c:ptCount val="23"/>
                <c:pt idx="0">
                  <c:v>0.85</c:v>
                </c:pt>
                <c:pt idx="1">
                  <c:v>0.9</c:v>
                </c:pt>
                <c:pt idx="2">
                  <c:v>0.75</c:v>
                </c:pt>
                <c:pt idx="3">
                  <c:v>0.8</c:v>
                </c:pt>
                <c:pt idx="4">
                  <c:v>0.8</c:v>
                </c:pt>
                <c:pt idx="5">
                  <c:v>0.7</c:v>
                </c:pt>
                <c:pt idx="6">
                  <c:v>0.7</c:v>
                </c:pt>
                <c:pt idx="7">
                  <c:v>0.7</c:v>
                </c:pt>
                <c:pt idx="8">
                  <c:v>0.65</c:v>
                </c:pt>
                <c:pt idx="9">
                  <c:v>0.7</c:v>
                </c:pt>
                <c:pt idx="10">
                  <c:v>0.85</c:v>
                </c:pt>
                <c:pt idx="11">
                  <c:v>0.6</c:v>
                </c:pt>
                <c:pt idx="12">
                  <c:v>0.75</c:v>
                </c:pt>
                <c:pt idx="13">
                  <c:v>0.85</c:v>
                </c:pt>
                <c:pt idx="14">
                  <c:v>0.85</c:v>
                </c:pt>
                <c:pt idx="15">
                  <c:v>0.8</c:v>
                </c:pt>
                <c:pt idx="16">
                  <c:v>0.65</c:v>
                </c:pt>
                <c:pt idx="17">
                  <c:v>0.65</c:v>
                </c:pt>
                <c:pt idx="18">
                  <c:v>0.65</c:v>
                </c:pt>
                <c:pt idx="19">
                  <c:v>0.65</c:v>
                </c:pt>
                <c:pt idx="20">
                  <c:v>0.8</c:v>
                </c:pt>
                <c:pt idx="21">
                  <c:v>0.85</c:v>
                </c:pt>
                <c:pt idx="22">
                  <c:v>0.65</c:v>
                </c:pt>
              </c:numCache>
            </c:numRef>
          </c:val>
          <c:smooth val="0"/>
          <c:extLst>
            <c:ext xmlns:c16="http://schemas.microsoft.com/office/drawing/2014/chart" uri="{C3380CC4-5D6E-409C-BE32-E72D297353CC}">
              <c16:uniqueId val="{00000002-1CC1-43CA-B8ED-C9719B3543D4}"/>
            </c:ext>
          </c:extLst>
        </c:ser>
        <c:ser>
          <c:idx val="3"/>
          <c:order val="3"/>
          <c:tx>
            <c:strRef>
              <c:f>Sheet1!$E$1</c:f>
              <c:strCache>
                <c:ptCount val="1"/>
                <c:pt idx="0">
                  <c:v>4</c:v>
                </c:pt>
              </c:strCache>
            </c:strRef>
          </c:tx>
          <c:spPr>
            <a:ln w="28575" cap="rnd">
              <a:solidFill>
                <a:schemeClr val="accent4"/>
              </a:solidFill>
              <a:round/>
            </a:ln>
            <a:effectLst/>
          </c:spPr>
          <c:marker>
            <c:symbol val="circle"/>
            <c:size val="5"/>
            <c:spPr>
              <a:solidFill>
                <a:schemeClr val="accent4"/>
              </a:solidFill>
              <a:ln w="9525">
                <a:solidFill>
                  <a:schemeClr val="accent4"/>
                </a:solidFill>
              </a:ln>
              <a:effectLst/>
            </c:spPr>
          </c:marker>
          <c:cat>
            <c:strRef>
              <c:f>Sheet1!$A$2:$A$24</c:f>
              <c:strCache>
                <c:ptCount val="23"/>
                <c:pt idx="0">
                  <c:v>feeder</c:v>
                </c:pt>
                <c:pt idx="1">
                  <c:v>substation</c:v>
                </c:pt>
                <c:pt idx="2">
                  <c:v>date</c:v>
                </c:pt>
                <c:pt idx="3">
                  <c:v>housing_units_count</c:v>
                </c:pt>
                <c:pt idx="4">
                  <c:v>industry_and_commerce_count</c:v>
                </c:pt>
                <c:pt idx="5">
                  <c:v>storage_heaters_kW</c:v>
                </c:pt>
                <c:pt idx="6">
                  <c:v>heat_pumps_kW</c:v>
                </c:pt>
                <c:pt idx="7">
                  <c:v>electric_heaters_kW</c:v>
                </c:pt>
                <c:pt idx="8">
                  <c:v>hot_water_tanks_kW</c:v>
                </c:pt>
                <c:pt idx="9">
                  <c:v>flow-type_heaters_kW</c:v>
                </c:pt>
                <c:pt idx="10">
                  <c:v>EV_chargers_kW</c:v>
                </c:pt>
                <c:pt idx="11">
                  <c:v>public_lighting_kW</c:v>
                </c:pt>
                <c:pt idx="12">
                  <c:v>other_consumers_kW</c:v>
                </c:pt>
                <c:pt idx="13">
                  <c:v>batteries_kW</c:v>
                </c:pt>
                <c:pt idx="14">
                  <c:v>PV_systems_kW</c:v>
                </c:pt>
                <c:pt idx="15">
                  <c:v>chp_kW</c:v>
                </c:pt>
                <c:pt idx="16">
                  <c:v>g0_general_kWh</c:v>
                </c:pt>
                <c:pt idx="17">
                  <c:v>g1_workdays_kWh</c:v>
                </c:pt>
                <c:pt idx="18">
                  <c:v>g2_evening_kWh</c:v>
                </c:pt>
                <c:pt idx="19">
                  <c:v>g3_continuous_kWh</c:v>
                </c:pt>
                <c:pt idx="20">
                  <c:v>g4_shop_hairdresser_kWh</c:v>
                </c:pt>
                <c:pt idx="21">
                  <c:v>g5_bakery_kWh</c:v>
                </c:pt>
                <c:pt idx="22">
                  <c:v>g6_weekend_kWh</c:v>
                </c:pt>
              </c:strCache>
            </c:strRef>
          </c:cat>
          <c:val>
            <c:numRef>
              <c:f>Sheet1!$E$2:$E$24</c:f>
              <c:numCache>
                <c:formatCode>General</c:formatCode>
                <c:ptCount val="23"/>
                <c:pt idx="0">
                  <c:v>0.85</c:v>
                </c:pt>
                <c:pt idx="1">
                  <c:v>0.9</c:v>
                </c:pt>
                <c:pt idx="2">
                  <c:v>0.75</c:v>
                </c:pt>
                <c:pt idx="3">
                  <c:v>0.8</c:v>
                </c:pt>
                <c:pt idx="4">
                  <c:v>0.8</c:v>
                </c:pt>
                <c:pt idx="5">
                  <c:v>0.7</c:v>
                </c:pt>
                <c:pt idx="6">
                  <c:v>0.7</c:v>
                </c:pt>
                <c:pt idx="7">
                  <c:v>0.7</c:v>
                </c:pt>
                <c:pt idx="8">
                  <c:v>0.65</c:v>
                </c:pt>
                <c:pt idx="9">
                  <c:v>0.7</c:v>
                </c:pt>
                <c:pt idx="10">
                  <c:v>0.85</c:v>
                </c:pt>
                <c:pt idx="11">
                  <c:v>0.6</c:v>
                </c:pt>
                <c:pt idx="12">
                  <c:v>0.75</c:v>
                </c:pt>
                <c:pt idx="13">
                  <c:v>0.8</c:v>
                </c:pt>
                <c:pt idx="14">
                  <c:v>0.8</c:v>
                </c:pt>
                <c:pt idx="15">
                  <c:v>0.65</c:v>
                </c:pt>
                <c:pt idx="16">
                  <c:v>0.65</c:v>
                </c:pt>
                <c:pt idx="17">
                  <c:v>0.65</c:v>
                </c:pt>
                <c:pt idx="18">
                  <c:v>0.65</c:v>
                </c:pt>
                <c:pt idx="19">
                  <c:v>0.65</c:v>
                </c:pt>
                <c:pt idx="20">
                  <c:v>0.75</c:v>
                </c:pt>
                <c:pt idx="21">
                  <c:v>0.85</c:v>
                </c:pt>
                <c:pt idx="22">
                  <c:v>0.65</c:v>
                </c:pt>
              </c:numCache>
            </c:numRef>
          </c:val>
          <c:smooth val="0"/>
          <c:extLst>
            <c:ext xmlns:c16="http://schemas.microsoft.com/office/drawing/2014/chart" uri="{C3380CC4-5D6E-409C-BE32-E72D297353CC}">
              <c16:uniqueId val="{00000001-9C8D-478F-8215-3C6B3AD69390}"/>
            </c:ext>
          </c:extLst>
        </c:ser>
        <c:ser>
          <c:idx val="4"/>
          <c:order val="4"/>
          <c:tx>
            <c:strRef>
              <c:f>Sheet1!$F$1</c:f>
              <c:strCache>
                <c:ptCount val="1"/>
                <c:pt idx="0">
                  <c:v>5</c:v>
                </c:pt>
              </c:strCache>
            </c:strRef>
          </c:tx>
          <c:spPr>
            <a:ln w="28575" cap="rnd">
              <a:solidFill>
                <a:schemeClr val="accent5"/>
              </a:solidFill>
              <a:round/>
            </a:ln>
            <a:effectLst/>
          </c:spPr>
          <c:marker>
            <c:symbol val="circle"/>
            <c:size val="5"/>
            <c:spPr>
              <a:solidFill>
                <a:schemeClr val="accent5"/>
              </a:solidFill>
              <a:ln w="9525">
                <a:solidFill>
                  <a:schemeClr val="accent5"/>
                </a:solidFill>
              </a:ln>
              <a:effectLst/>
            </c:spPr>
          </c:marker>
          <c:cat>
            <c:strRef>
              <c:f>Sheet1!$A$2:$A$24</c:f>
              <c:strCache>
                <c:ptCount val="23"/>
                <c:pt idx="0">
                  <c:v>feeder</c:v>
                </c:pt>
                <c:pt idx="1">
                  <c:v>substation</c:v>
                </c:pt>
                <c:pt idx="2">
                  <c:v>date</c:v>
                </c:pt>
                <c:pt idx="3">
                  <c:v>housing_units_count</c:v>
                </c:pt>
                <c:pt idx="4">
                  <c:v>industry_and_commerce_count</c:v>
                </c:pt>
                <c:pt idx="5">
                  <c:v>storage_heaters_kW</c:v>
                </c:pt>
                <c:pt idx="6">
                  <c:v>heat_pumps_kW</c:v>
                </c:pt>
                <c:pt idx="7">
                  <c:v>electric_heaters_kW</c:v>
                </c:pt>
                <c:pt idx="8">
                  <c:v>hot_water_tanks_kW</c:v>
                </c:pt>
                <c:pt idx="9">
                  <c:v>flow-type_heaters_kW</c:v>
                </c:pt>
                <c:pt idx="10">
                  <c:v>EV_chargers_kW</c:v>
                </c:pt>
                <c:pt idx="11">
                  <c:v>public_lighting_kW</c:v>
                </c:pt>
                <c:pt idx="12">
                  <c:v>other_consumers_kW</c:v>
                </c:pt>
                <c:pt idx="13">
                  <c:v>batteries_kW</c:v>
                </c:pt>
                <c:pt idx="14">
                  <c:v>PV_systems_kW</c:v>
                </c:pt>
                <c:pt idx="15">
                  <c:v>chp_kW</c:v>
                </c:pt>
                <c:pt idx="16">
                  <c:v>g0_general_kWh</c:v>
                </c:pt>
                <c:pt idx="17">
                  <c:v>g1_workdays_kWh</c:v>
                </c:pt>
                <c:pt idx="18">
                  <c:v>g2_evening_kWh</c:v>
                </c:pt>
                <c:pt idx="19">
                  <c:v>g3_continuous_kWh</c:v>
                </c:pt>
                <c:pt idx="20">
                  <c:v>g4_shop_hairdresser_kWh</c:v>
                </c:pt>
                <c:pt idx="21">
                  <c:v>g5_bakery_kWh</c:v>
                </c:pt>
                <c:pt idx="22">
                  <c:v>g6_weekend_kWh</c:v>
                </c:pt>
              </c:strCache>
            </c:strRef>
          </c:cat>
          <c:val>
            <c:numRef>
              <c:f>Sheet1!$F$2:$F$24</c:f>
              <c:numCache>
                <c:formatCode>General</c:formatCode>
                <c:ptCount val="23"/>
                <c:pt idx="0">
                  <c:v>0.85</c:v>
                </c:pt>
                <c:pt idx="1">
                  <c:v>0.9</c:v>
                </c:pt>
                <c:pt idx="2">
                  <c:v>0.75</c:v>
                </c:pt>
                <c:pt idx="3">
                  <c:v>0.8</c:v>
                </c:pt>
                <c:pt idx="4">
                  <c:v>0.8</c:v>
                </c:pt>
                <c:pt idx="5">
                  <c:v>0.7</c:v>
                </c:pt>
                <c:pt idx="6">
                  <c:v>0.7</c:v>
                </c:pt>
                <c:pt idx="7">
                  <c:v>0.7</c:v>
                </c:pt>
                <c:pt idx="8">
                  <c:v>0.65</c:v>
                </c:pt>
                <c:pt idx="9">
                  <c:v>0.7</c:v>
                </c:pt>
                <c:pt idx="10">
                  <c:v>0.85</c:v>
                </c:pt>
                <c:pt idx="11">
                  <c:v>0.6</c:v>
                </c:pt>
                <c:pt idx="12">
                  <c:v>0.75</c:v>
                </c:pt>
                <c:pt idx="13">
                  <c:v>0.8</c:v>
                </c:pt>
                <c:pt idx="14">
                  <c:v>0.8</c:v>
                </c:pt>
                <c:pt idx="15">
                  <c:v>0.75</c:v>
                </c:pt>
                <c:pt idx="16">
                  <c:v>0.65</c:v>
                </c:pt>
                <c:pt idx="17">
                  <c:v>0.65</c:v>
                </c:pt>
                <c:pt idx="18">
                  <c:v>0.7</c:v>
                </c:pt>
                <c:pt idx="19">
                  <c:v>0.6</c:v>
                </c:pt>
                <c:pt idx="20">
                  <c:v>0.85</c:v>
                </c:pt>
                <c:pt idx="21">
                  <c:v>0.9</c:v>
                </c:pt>
                <c:pt idx="22">
                  <c:v>0.65</c:v>
                </c:pt>
              </c:numCache>
            </c:numRef>
          </c:val>
          <c:smooth val="0"/>
          <c:extLst>
            <c:ext xmlns:c16="http://schemas.microsoft.com/office/drawing/2014/chart" uri="{C3380CC4-5D6E-409C-BE32-E72D297353CC}">
              <c16:uniqueId val="{00000003-9C8D-478F-8215-3C6B3AD69390}"/>
            </c:ext>
          </c:extLst>
        </c:ser>
        <c:ser>
          <c:idx val="5"/>
          <c:order val="5"/>
          <c:tx>
            <c:strRef>
              <c:f>Sheet1!$G$1</c:f>
              <c:strCache>
                <c:ptCount val="1"/>
                <c:pt idx="0">
                  <c:v>6</c:v>
                </c:pt>
              </c:strCache>
            </c:strRef>
          </c:tx>
          <c:spPr>
            <a:ln w="28575" cap="rnd">
              <a:solidFill>
                <a:schemeClr val="accent6"/>
              </a:solidFill>
              <a:round/>
            </a:ln>
            <a:effectLst/>
          </c:spPr>
          <c:marker>
            <c:symbol val="circle"/>
            <c:size val="5"/>
            <c:spPr>
              <a:solidFill>
                <a:schemeClr val="accent6"/>
              </a:solidFill>
              <a:ln w="9525">
                <a:solidFill>
                  <a:schemeClr val="accent6"/>
                </a:solidFill>
              </a:ln>
              <a:effectLst/>
            </c:spPr>
          </c:marker>
          <c:cat>
            <c:strRef>
              <c:f>Sheet1!$A$2:$A$24</c:f>
              <c:strCache>
                <c:ptCount val="23"/>
                <c:pt idx="0">
                  <c:v>feeder</c:v>
                </c:pt>
                <c:pt idx="1">
                  <c:v>substation</c:v>
                </c:pt>
                <c:pt idx="2">
                  <c:v>date</c:v>
                </c:pt>
                <c:pt idx="3">
                  <c:v>housing_units_count</c:v>
                </c:pt>
                <c:pt idx="4">
                  <c:v>industry_and_commerce_count</c:v>
                </c:pt>
                <c:pt idx="5">
                  <c:v>storage_heaters_kW</c:v>
                </c:pt>
                <c:pt idx="6">
                  <c:v>heat_pumps_kW</c:v>
                </c:pt>
                <c:pt idx="7">
                  <c:v>electric_heaters_kW</c:v>
                </c:pt>
                <c:pt idx="8">
                  <c:v>hot_water_tanks_kW</c:v>
                </c:pt>
                <c:pt idx="9">
                  <c:v>flow-type_heaters_kW</c:v>
                </c:pt>
                <c:pt idx="10">
                  <c:v>EV_chargers_kW</c:v>
                </c:pt>
                <c:pt idx="11">
                  <c:v>public_lighting_kW</c:v>
                </c:pt>
                <c:pt idx="12">
                  <c:v>other_consumers_kW</c:v>
                </c:pt>
                <c:pt idx="13">
                  <c:v>batteries_kW</c:v>
                </c:pt>
                <c:pt idx="14">
                  <c:v>PV_systems_kW</c:v>
                </c:pt>
                <c:pt idx="15">
                  <c:v>chp_kW</c:v>
                </c:pt>
                <c:pt idx="16">
                  <c:v>g0_general_kWh</c:v>
                </c:pt>
                <c:pt idx="17">
                  <c:v>g1_workdays_kWh</c:v>
                </c:pt>
                <c:pt idx="18">
                  <c:v>g2_evening_kWh</c:v>
                </c:pt>
                <c:pt idx="19">
                  <c:v>g3_continuous_kWh</c:v>
                </c:pt>
                <c:pt idx="20">
                  <c:v>g4_shop_hairdresser_kWh</c:v>
                </c:pt>
                <c:pt idx="21">
                  <c:v>g5_bakery_kWh</c:v>
                </c:pt>
                <c:pt idx="22">
                  <c:v>g6_weekend_kWh</c:v>
                </c:pt>
              </c:strCache>
            </c:strRef>
          </c:cat>
          <c:val>
            <c:numRef>
              <c:f>Sheet1!$G$2:$G$24</c:f>
              <c:numCache>
                <c:formatCode>General</c:formatCode>
                <c:ptCount val="23"/>
                <c:pt idx="0">
                  <c:v>0.85</c:v>
                </c:pt>
                <c:pt idx="1">
                  <c:v>0.9</c:v>
                </c:pt>
                <c:pt idx="2">
                  <c:v>0.75</c:v>
                </c:pt>
                <c:pt idx="3">
                  <c:v>0.8</c:v>
                </c:pt>
                <c:pt idx="4">
                  <c:v>0.8</c:v>
                </c:pt>
                <c:pt idx="5">
                  <c:v>0.7</c:v>
                </c:pt>
                <c:pt idx="6">
                  <c:v>0.7</c:v>
                </c:pt>
                <c:pt idx="7">
                  <c:v>0.7</c:v>
                </c:pt>
                <c:pt idx="8">
                  <c:v>0.65</c:v>
                </c:pt>
                <c:pt idx="9">
                  <c:v>0.7</c:v>
                </c:pt>
                <c:pt idx="10">
                  <c:v>0.85</c:v>
                </c:pt>
                <c:pt idx="11">
                  <c:v>0.6</c:v>
                </c:pt>
                <c:pt idx="12">
                  <c:v>0.75</c:v>
                </c:pt>
                <c:pt idx="13">
                  <c:v>0.85</c:v>
                </c:pt>
                <c:pt idx="14">
                  <c:v>0.85</c:v>
                </c:pt>
                <c:pt idx="15">
                  <c:v>0.8</c:v>
                </c:pt>
                <c:pt idx="16">
                  <c:v>0.65</c:v>
                </c:pt>
                <c:pt idx="17">
                  <c:v>0.7</c:v>
                </c:pt>
                <c:pt idx="18">
                  <c:v>0.75</c:v>
                </c:pt>
                <c:pt idx="19">
                  <c:v>0.7</c:v>
                </c:pt>
                <c:pt idx="20">
                  <c:v>0.85</c:v>
                </c:pt>
                <c:pt idx="21">
                  <c:v>0.85</c:v>
                </c:pt>
                <c:pt idx="22">
                  <c:v>0.75</c:v>
                </c:pt>
              </c:numCache>
            </c:numRef>
          </c:val>
          <c:smooth val="0"/>
          <c:extLst>
            <c:ext xmlns:c16="http://schemas.microsoft.com/office/drawing/2014/chart" uri="{C3380CC4-5D6E-409C-BE32-E72D297353CC}">
              <c16:uniqueId val="{00000005-9C8D-478F-8215-3C6B3AD69390}"/>
            </c:ext>
          </c:extLst>
        </c:ser>
        <c:dLbls>
          <c:showLegendKey val="0"/>
          <c:showVal val="0"/>
          <c:showCatName val="0"/>
          <c:showSerName val="0"/>
          <c:showPercent val="0"/>
          <c:showBubbleSize val="0"/>
        </c:dLbls>
        <c:marker val="1"/>
        <c:smooth val="0"/>
        <c:axId val="567753104"/>
        <c:axId val="634215824"/>
      </c:lineChart>
      <c:catAx>
        <c:axId val="567753104"/>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634215824"/>
        <c:crosses val="autoZero"/>
        <c:auto val="1"/>
        <c:lblAlgn val="ctr"/>
        <c:lblOffset val="100"/>
        <c:noMultiLvlLbl val="0"/>
      </c:catAx>
      <c:valAx>
        <c:axId val="634215824"/>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567753104"/>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r>
              <a:rPr lang="en-US"/>
              <a:t>GPT-5.4</a:t>
            </a:r>
          </a:p>
        </c:rich>
      </c:tx>
      <c:overlay val="0"/>
      <c:spPr>
        <a:noFill/>
        <a:ln>
          <a:noFill/>
        </a:ln>
        <a:effectLst/>
      </c:spPr>
      <c:txPr>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lineChart>
        <c:grouping val="standard"/>
        <c:varyColors val="0"/>
        <c:ser>
          <c:idx val="0"/>
          <c:order val="0"/>
          <c:tx>
            <c:strRef>
              <c:f>Sheet1!$B$1</c:f>
              <c:strCache>
                <c:ptCount val="1"/>
                <c:pt idx="0">
                  <c:v>1</c:v>
                </c:pt>
              </c:strCache>
            </c:strRef>
          </c:tx>
          <c:spPr>
            <a:ln w="28575" cap="rnd">
              <a:solidFill>
                <a:schemeClr val="accent1"/>
              </a:solidFill>
              <a:round/>
            </a:ln>
            <a:effectLst/>
          </c:spPr>
          <c:marker>
            <c:symbol val="circle"/>
            <c:size val="5"/>
            <c:spPr>
              <a:solidFill>
                <a:schemeClr val="accent1"/>
              </a:solidFill>
              <a:ln w="9525">
                <a:solidFill>
                  <a:schemeClr val="accent1"/>
                </a:solidFill>
              </a:ln>
              <a:effectLst/>
            </c:spPr>
          </c:marker>
          <c:cat>
            <c:strRef>
              <c:f>Sheet1!$A$2:$A$24</c:f>
              <c:strCache>
                <c:ptCount val="23"/>
                <c:pt idx="0">
                  <c:v>feeder</c:v>
                </c:pt>
                <c:pt idx="1">
                  <c:v>substation</c:v>
                </c:pt>
                <c:pt idx="2">
                  <c:v>date</c:v>
                </c:pt>
                <c:pt idx="3">
                  <c:v>housing_units_count</c:v>
                </c:pt>
                <c:pt idx="4">
                  <c:v>industry_and_commerce_count</c:v>
                </c:pt>
                <c:pt idx="5">
                  <c:v>storage_heaters_kW</c:v>
                </c:pt>
                <c:pt idx="6">
                  <c:v>heat_pumps_kW</c:v>
                </c:pt>
                <c:pt idx="7">
                  <c:v>electric_heaters_kW</c:v>
                </c:pt>
                <c:pt idx="8">
                  <c:v>hot_water_tanks_kW</c:v>
                </c:pt>
                <c:pt idx="9">
                  <c:v>flow-type_heaters_kW</c:v>
                </c:pt>
                <c:pt idx="10">
                  <c:v>EV_chargers_kW</c:v>
                </c:pt>
                <c:pt idx="11">
                  <c:v>public_lighting_kW</c:v>
                </c:pt>
                <c:pt idx="12">
                  <c:v>other_consumers_kW</c:v>
                </c:pt>
                <c:pt idx="13">
                  <c:v>batteries_kW</c:v>
                </c:pt>
                <c:pt idx="14">
                  <c:v>PV_systems_kW</c:v>
                </c:pt>
                <c:pt idx="15">
                  <c:v>chp_kW</c:v>
                </c:pt>
                <c:pt idx="16">
                  <c:v>g0_general_kWh</c:v>
                </c:pt>
                <c:pt idx="17">
                  <c:v>g1_workdays_kWh</c:v>
                </c:pt>
                <c:pt idx="18">
                  <c:v>g2_evening_kWh</c:v>
                </c:pt>
                <c:pt idx="19">
                  <c:v>g3_continuous_kWh</c:v>
                </c:pt>
                <c:pt idx="20">
                  <c:v>g4_shop_hairdresser_kWh</c:v>
                </c:pt>
                <c:pt idx="21">
                  <c:v>g5_bakery_kWh</c:v>
                </c:pt>
                <c:pt idx="22">
                  <c:v>g6_weekend_kWh</c:v>
                </c:pt>
              </c:strCache>
            </c:strRef>
          </c:cat>
          <c:val>
            <c:numRef>
              <c:f>Sheet1!$B$2:$B$24</c:f>
              <c:numCache>
                <c:formatCode>General</c:formatCode>
                <c:ptCount val="23"/>
                <c:pt idx="0">
                  <c:v>0.75</c:v>
                </c:pt>
                <c:pt idx="1">
                  <c:v>0.8</c:v>
                </c:pt>
                <c:pt idx="2">
                  <c:v>0.85</c:v>
                </c:pt>
                <c:pt idx="3">
                  <c:v>0.7</c:v>
                </c:pt>
                <c:pt idx="4">
                  <c:v>0.7</c:v>
                </c:pt>
                <c:pt idx="5">
                  <c:v>0.65</c:v>
                </c:pt>
                <c:pt idx="6">
                  <c:v>0.65</c:v>
                </c:pt>
                <c:pt idx="7">
                  <c:v>0.65</c:v>
                </c:pt>
                <c:pt idx="8">
                  <c:v>0.6</c:v>
                </c:pt>
                <c:pt idx="9">
                  <c:v>0.6</c:v>
                </c:pt>
                <c:pt idx="10">
                  <c:v>0.9</c:v>
                </c:pt>
                <c:pt idx="11">
                  <c:v>0.5</c:v>
                </c:pt>
                <c:pt idx="12">
                  <c:v>0.55000000000000004</c:v>
                </c:pt>
                <c:pt idx="13">
                  <c:v>0.85</c:v>
                </c:pt>
                <c:pt idx="14">
                  <c:v>0.85</c:v>
                </c:pt>
                <c:pt idx="15">
                  <c:v>0.75</c:v>
                </c:pt>
                <c:pt idx="16">
                  <c:v>0.6</c:v>
                </c:pt>
                <c:pt idx="17">
                  <c:v>0.8</c:v>
                </c:pt>
                <c:pt idx="18">
                  <c:v>0.85</c:v>
                </c:pt>
                <c:pt idx="19">
                  <c:v>0.7</c:v>
                </c:pt>
                <c:pt idx="20">
                  <c:v>0.9</c:v>
                </c:pt>
                <c:pt idx="21">
                  <c:v>0.9</c:v>
                </c:pt>
                <c:pt idx="22">
                  <c:v>0.8</c:v>
                </c:pt>
              </c:numCache>
            </c:numRef>
          </c:val>
          <c:smooth val="0"/>
          <c:extLst>
            <c:ext xmlns:c16="http://schemas.microsoft.com/office/drawing/2014/chart" uri="{C3380CC4-5D6E-409C-BE32-E72D297353CC}">
              <c16:uniqueId val="{00000000-B786-4786-AAFB-1349BDFD19DD}"/>
            </c:ext>
          </c:extLst>
        </c:ser>
        <c:ser>
          <c:idx val="1"/>
          <c:order val="1"/>
          <c:tx>
            <c:strRef>
              <c:f>Sheet1!$C$1</c:f>
              <c:strCache>
                <c:ptCount val="1"/>
                <c:pt idx="0">
                  <c:v>2</c:v>
                </c:pt>
              </c:strCache>
            </c:strRef>
          </c:tx>
          <c:spPr>
            <a:ln w="28575" cap="rnd">
              <a:solidFill>
                <a:schemeClr val="accent2"/>
              </a:solidFill>
              <a:round/>
            </a:ln>
            <a:effectLst/>
          </c:spPr>
          <c:marker>
            <c:symbol val="circle"/>
            <c:size val="5"/>
            <c:spPr>
              <a:solidFill>
                <a:schemeClr val="accent2"/>
              </a:solidFill>
              <a:ln w="9525">
                <a:solidFill>
                  <a:schemeClr val="accent2"/>
                </a:solidFill>
              </a:ln>
              <a:effectLst/>
            </c:spPr>
          </c:marker>
          <c:cat>
            <c:strRef>
              <c:f>Sheet1!$A$2:$A$24</c:f>
              <c:strCache>
                <c:ptCount val="23"/>
                <c:pt idx="0">
                  <c:v>feeder</c:v>
                </c:pt>
                <c:pt idx="1">
                  <c:v>substation</c:v>
                </c:pt>
                <c:pt idx="2">
                  <c:v>date</c:v>
                </c:pt>
                <c:pt idx="3">
                  <c:v>housing_units_count</c:v>
                </c:pt>
                <c:pt idx="4">
                  <c:v>industry_and_commerce_count</c:v>
                </c:pt>
                <c:pt idx="5">
                  <c:v>storage_heaters_kW</c:v>
                </c:pt>
                <c:pt idx="6">
                  <c:v>heat_pumps_kW</c:v>
                </c:pt>
                <c:pt idx="7">
                  <c:v>electric_heaters_kW</c:v>
                </c:pt>
                <c:pt idx="8">
                  <c:v>hot_water_tanks_kW</c:v>
                </c:pt>
                <c:pt idx="9">
                  <c:v>flow-type_heaters_kW</c:v>
                </c:pt>
                <c:pt idx="10">
                  <c:v>EV_chargers_kW</c:v>
                </c:pt>
                <c:pt idx="11">
                  <c:v>public_lighting_kW</c:v>
                </c:pt>
                <c:pt idx="12">
                  <c:v>other_consumers_kW</c:v>
                </c:pt>
                <c:pt idx="13">
                  <c:v>batteries_kW</c:v>
                </c:pt>
                <c:pt idx="14">
                  <c:v>PV_systems_kW</c:v>
                </c:pt>
                <c:pt idx="15">
                  <c:v>chp_kW</c:v>
                </c:pt>
                <c:pt idx="16">
                  <c:v>g0_general_kWh</c:v>
                </c:pt>
                <c:pt idx="17">
                  <c:v>g1_workdays_kWh</c:v>
                </c:pt>
                <c:pt idx="18">
                  <c:v>g2_evening_kWh</c:v>
                </c:pt>
                <c:pt idx="19">
                  <c:v>g3_continuous_kWh</c:v>
                </c:pt>
                <c:pt idx="20">
                  <c:v>g4_shop_hairdresser_kWh</c:v>
                </c:pt>
                <c:pt idx="21">
                  <c:v>g5_bakery_kWh</c:v>
                </c:pt>
                <c:pt idx="22">
                  <c:v>g6_weekend_kWh</c:v>
                </c:pt>
              </c:strCache>
            </c:strRef>
          </c:cat>
          <c:val>
            <c:numRef>
              <c:f>Sheet1!$C$2:$C$24</c:f>
              <c:numCache>
                <c:formatCode>General</c:formatCode>
                <c:ptCount val="23"/>
                <c:pt idx="0">
                  <c:v>0.85</c:v>
                </c:pt>
                <c:pt idx="1">
                  <c:v>0.9</c:v>
                </c:pt>
                <c:pt idx="2">
                  <c:v>0.75</c:v>
                </c:pt>
                <c:pt idx="3">
                  <c:v>0.8</c:v>
                </c:pt>
                <c:pt idx="4">
                  <c:v>0.8</c:v>
                </c:pt>
                <c:pt idx="5">
                  <c:v>0.7</c:v>
                </c:pt>
                <c:pt idx="6">
                  <c:v>0.7</c:v>
                </c:pt>
                <c:pt idx="7">
                  <c:v>0.7</c:v>
                </c:pt>
                <c:pt idx="8">
                  <c:v>0.7</c:v>
                </c:pt>
                <c:pt idx="9">
                  <c:v>0.7</c:v>
                </c:pt>
                <c:pt idx="10">
                  <c:v>0.75</c:v>
                </c:pt>
                <c:pt idx="11">
                  <c:v>0.4</c:v>
                </c:pt>
                <c:pt idx="12">
                  <c:v>0.75</c:v>
                </c:pt>
                <c:pt idx="13">
                  <c:v>0.8</c:v>
                </c:pt>
                <c:pt idx="14">
                  <c:v>0.8</c:v>
                </c:pt>
                <c:pt idx="15">
                  <c:v>0.75</c:v>
                </c:pt>
                <c:pt idx="16">
                  <c:v>0.5</c:v>
                </c:pt>
                <c:pt idx="17">
                  <c:v>0.5</c:v>
                </c:pt>
                <c:pt idx="18">
                  <c:v>0.55000000000000004</c:v>
                </c:pt>
                <c:pt idx="19">
                  <c:v>0.45</c:v>
                </c:pt>
                <c:pt idx="20">
                  <c:v>0.85</c:v>
                </c:pt>
                <c:pt idx="21">
                  <c:v>0.85</c:v>
                </c:pt>
                <c:pt idx="22">
                  <c:v>0.55000000000000004</c:v>
                </c:pt>
              </c:numCache>
            </c:numRef>
          </c:val>
          <c:smooth val="0"/>
          <c:extLst>
            <c:ext xmlns:c16="http://schemas.microsoft.com/office/drawing/2014/chart" uri="{C3380CC4-5D6E-409C-BE32-E72D297353CC}">
              <c16:uniqueId val="{00000001-B786-4786-AAFB-1349BDFD19DD}"/>
            </c:ext>
          </c:extLst>
        </c:ser>
        <c:ser>
          <c:idx val="2"/>
          <c:order val="2"/>
          <c:tx>
            <c:strRef>
              <c:f>Sheet1!$D$1</c:f>
              <c:strCache>
                <c:ptCount val="1"/>
                <c:pt idx="0">
                  <c:v>3</c:v>
                </c:pt>
              </c:strCache>
            </c:strRef>
          </c:tx>
          <c:spPr>
            <a:ln w="28575" cap="rnd">
              <a:solidFill>
                <a:schemeClr val="accent3"/>
              </a:solidFill>
              <a:round/>
            </a:ln>
            <a:effectLst/>
          </c:spPr>
          <c:marker>
            <c:symbol val="circle"/>
            <c:size val="5"/>
            <c:spPr>
              <a:solidFill>
                <a:schemeClr val="accent3"/>
              </a:solidFill>
              <a:ln w="9525">
                <a:solidFill>
                  <a:schemeClr val="accent3"/>
                </a:solidFill>
              </a:ln>
              <a:effectLst/>
            </c:spPr>
          </c:marker>
          <c:cat>
            <c:strRef>
              <c:f>Sheet1!$A$2:$A$24</c:f>
              <c:strCache>
                <c:ptCount val="23"/>
                <c:pt idx="0">
                  <c:v>feeder</c:v>
                </c:pt>
                <c:pt idx="1">
                  <c:v>substation</c:v>
                </c:pt>
                <c:pt idx="2">
                  <c:v>date</c:v>
                </c:pt>
                <c:pt idx="3">
                  <c:v>housing_units_count</c:v>
                </c:pt>
                <c:pt idx="4">
                  <c:v>industry_and_commerce_count</c:v>
                </c:pt>
                <c:pt idx="5">
                  <c:v>storage_heaters_kW</c:v>
                </c:pt>
                <c:pt idx="6">
                  <c:v>heat_pumps_kW</c:v>
                </c:pt>
                <c:pt idx="7">
                  <c:v>electric_heaters_kW</c:v>
                </c:pt>
                <c:pt idx="8">
                  <c:v>hot_water_tanks_kW</c:v>
                </c:pt>
                <c:pt idx="9">
                  <c:v>flow-type_heaters_kW</c:v>
                </c:pt>
                <c:pt idx="10">
                  <c:v>EV_chargers_kW</c:v>
                </c:pt>
                <c:pt idx="11">
                  <c:v>public_lighting_kW</c:v>
                </c:pt>
                <c:pt idx="12">
                  <c:v>other_consumers_kW</c:v>
                </c:pt>
                <c:pt idx="13">
                  <c:v>batteries_kW</c:v>
                </c:pt>
                <c:pt idx="14">
                  <c:v>PV_systems_kW</c:v>
                </c:pt>
                <c:pt idx="15">
                  <c:v>chp_kW</c:v>
                </c:pt>
                <c:pt idx="16">
                  <c:v>g0_general_kWh</c:v>
                </c:pt>
                <c:pt idx="17">
                  <c:v>g1_workdays_kWh</c:v>
                </c:pt>
                <c:pt idx="18">
                  <c:v>g2_evening_kWh</c:v>
                </c:pt>
                <c:pt idx="19">
                  <c:v>g3_continuous_kWh</c:v>
                </c:pt>
                <c:pt idx="20">
                  <c:v>g4_shop_hairdresser_kWh</c:v>
                </c:pt>
                <c:pt idx="21">
                  <c:v>g5_bakery_kWh</c:v>
                </c:pt>
                <c:pt idx="22">
                  <c:v>g6_weekend_kWh</c:v>
                </c:pt>
              </c:strCache>
            </c:strRef>
          </c:cat>
          <c:val>
            <c:numRef>
              <c:f>Sheet1!$D$2:$D$24</c:f>
              <c:numCache>
                <c:formatCode>General</c:formatCode>
                <c:ptCount val="23"/>
                <c:pt idx="0">
                  <c:v>0.64</c:v>
                </c:pt>
                <c:pt idx="1">
                  <c:v>0.7</c:v>
                </c:pt>
                <c:pt idx="2">
                  <c:v>0.6</c:v>
                </c:pt>
                <c:pt idx="3">
                  <c:v>0.85</c:v>
                </c:pt>
                <c:pt idx="4">
                  <c:v>0.85</c:v>
                </c:pt>
                <c:pt idx="5">
                  <c:v>0.8</c:v>
                </c:pt>
                <c:pt idx="6">
                  <c:v>0.8</c:v>
                </c:pt>
                <c:pt idx="7">
                  <c:v>0.75</c:v>
                </c:pt>
                <c:pt idx="8">
                  <c:v>0.75</c:v>
                </c:pt>
                <c:pt idx="9">
                  <c:v>0.75</c:v>
                </c:pt>
                <c:pt idx="10">
                  <c:v>0.9</c:v>
                </c:pt>
                <c:pt idx="11">
                  <c:v>0.7</c:v>
                </c:pt>
                <c:pt idx="12">
                  <c:v>0.7</c:v>
                </c:pt>
                <c:pt idx="13">
                  <c:v>0.88</c:v>
                </c:pt>
                <c:pt idx="14">
                  <c:v>0.88</c:v>
                </c:pt>
                <c:pt idx="15">
                  <c:v>0.9</c:v>
                </c:pt>
                <c:pt idx="16">
                  <c:v>0.55000000000000004</c:v>
                </c:pt>
                <c:pt idx="17">
                  <c:v>0.55000000000000004</c:v>
                </c:pt>
                <c:pt idx="18">
                  <c:v>0.55000000000000004</c:v>
                </c:pt>
                <c:pt idx="19">
                  <c:v>0.55000000000000004</c:v>
                </c:pt>
                <c:pt idx="20">
                  <c:v>0.8</c:v>
                </c:pt>
                <c:pt idx="21">
                  <c:v>0.9</c:v>
                </c:pt>
                <c:pt idx="22">
                  <c:v>0.55000000000000004</c:v>
                </c:pt>
              </c:numCache>
            </c:numRef>
          </c:val>
          <c:smooth val="0"/>
          <c:extLst>
            <c:ext xmlns:c16="http://schemas.microsoft.com/office/drawing/2014/chart" uri="{C3380CC4-5D6E-409C-BE32-E72D297353CC}">
              <c16:uniqueId val="{00000002-B786-4786-AAFB-1349BDFD19DD}"/>
            </c:ext>
          </c:extLst>
        </c:ser>
        <c:ser>
          <c:idx val="3"/>
          <c:order val="3"/>
          <c:tx>
            <c:strRef>
              <c:f>Sheet1!$E$1</c:f>
              <c:strCache>
                <c:ptCount val="1"/>
                <c:pt idx="0">
                  <c:v>4</c:v>
                </c:pt>
              </c:strCache>
            </c:strRef>
          </c:tx>
          <c:spPr>
            <a:ln w="28575" cap="rnd">
              <a:solidFill>
                <a:schemeClr val="accent4"/>
              </a:solidFill>
              <a:round/>
            </a:ln>
            <a:effectLst/>
          </c:spPr>
          <c:marker>
            <c:symbol val="circle"/>
            <c:size val="5"/>
            <c:spPr>
              <a:solidFill>
                <a:schemeClr val="accent4"/>
              </a:solidFill>
              <a:ln w="9525">
                <a:solidFill>
                  <a:schemeClr val="accent4"/>
                </a:solidFill>
              </a:ln>
              <a:effectLst/>
            </c:spPr>
          </c:marker>
          <c:cat>
            <c:strRef>
              <c:f>Sheet1!$A$2:$A$24</c:f>
              <c:strCache>
                <c:ptCount val="23"/>
                <c:pt idx="0">
                  <c:v>feeder</c:v>
                </c:pt>
                <c:pt idx="1">
                  <c:v>substation</c:v>
                </c:pt>
                <c:pt idx="2">
                  <c:v>date</c:v>
                </c:pt>
                <c:pt idx="3">
                  <c:v>housing_units_count</c:v>
                </c:pt>
                <c:pt idx="4">
                  <c:v>industry_and_commerce_count</c:v>
                </c:pt>
                <c:pt idx="5">
                  <c:v>storage_heaters_kW</c:v>
                </c:pt>
                <c:pt idx="6">
                  <c:v>heat_pumps_kW</c:v>
                </c:pt>
                <c:pt idx="7">
                  <c:v>electric_heaters_kW</c:v>
                </c:pt>
                <c:pt idx="8">
                  <c:v>hot_water_tanks_kW</c:v>
                </c:pt>
                <c:pt idx="9">
                  <c:v>flow-type_heaters_kW</c:v>
                </c:pt>
                <c:pt idx="10">
                  <c:v>EV_chargers_kW</c:v>
                </c:pt>
                <c:pt idx="11">
                  <c:v>public_lighting_kW</c:v>
                </c:pt>
                <c:pt idx="12">
                  <c:v>other_consumers_kW</c:v>
                </c:pt>
                <c:pt idx="13">
                  <c:v>batteries_kW</c:v>
                </c:pt>
                <c:pt idx="14">
                  <c:v>PV_systems_kW</c:v>
                </c:pt>
                <c:pt idx="15">
                  <c:v>chp_kW</c:v>
                </c:pt>
                <c:pt idx="16">
                  <c:v>g0_general_kWh</c:v>
                </c:pt>
                <c:pt idx="17">
                  <c:v>g1_workdays_kWh</c:v>
                </c:pt>
                <c:pt idx="18">
                  <c:v>g2_evening_kWh</c:v>
                </c:pt>
                <c:pt idx="19">
                  <c:v>g3_continuous_kWh</c:v>
                </c:pt>
                <c:pt idx="20">
                  <c:v>g4_shop_hairdresser_kWh</c:v>
                </c:pt>
                <c:pt idx="21">
                  <c:v>g5_bakery_kWh</c:v>
                </c:pt>
                <c:pt idx="22">
                  <c:v>g6_weekend_kWh</c:v>
                </c:pt>
              </c:strCache>
            </c:strRef>
          </c:cat>
          <c:val>
            <c:numRef>
              <c:f>Sheet1!$E$2:$E$24</c:f>
              <c:numCache>
                <c:formatCode>General</c:formatCode>
                <c:ptCount val="23"/>
                <c:pt idx="0">
                  <c:v>0.95</c:v>
                </c:pt>
                <c:pt idx="1">
                  <c:v>0.8</c:v>
                </c:pt>
                <c:pt idx="2">
                  <c:v>0.8</c:v>
                </c:pt>
                <c:pt idx="3">
                  <c:v>0.85</c:v>
                </c:pt>
                <c:pt idx="4">
                  <c:v>0.85</c:v>
                </c:pt>
                <c:pt idx="5">
                  <c:v>0.7</c:v>
                </c:pt>
                <c:pt idx="6">
                  <c:v>0.7</c:v>
                </c:pt>
                <c:pt idx="7">
                  <c:v>0.7</c:v>
                </c:pt>
                <c:pt idx="8">
                  <c:v>0.7</c:v>
                </c:pt>
                <c:pt idx="9">
                  <c:v>0.7</c:v>
                </c:pt>
                <c:pt idx="10">
                  <c:v>0.75</c:v>
                </c:pt>
                <c:pt idx="11">
                  <c:v>0.6</c:v>
                </c:pt>
                <c:pt idx="12">
                  <c:v>0.75</c:v>
                </c:pt>
                <c:pt idx="13">
                  <c:v>0.8</c:v>
                </c:pt>
                <c:pt idx="14">
                  <c:v>0.8</c:v>
                </c:pt>
                <c:pt idx="15">
                  <c:v>0.8</c:v>
                </c:pt>
                <c:pt idx="16">
                  <c:v>0.75</c:v>
                </c:pt>
                <c:pt idx="17">
                  <c:v>0.85</c:v>
                </c:pt>
                <c:pt idx="18">
                  <c:v>0.9</c:v>
                </c:pt>
                <c:pt idx="19">
                  <c:v>0.8</c:v>
                </c:pt>
                <c:pt idx="20">
                  <c:v>0.95</c:v>
                </c:pt>
                <c:pt idx="21">
                  <c:v>0.95</c:v>
                </c:pt>
                <c:pt idx="22">
                  <c:v>0.85</c:v>
                </c:pt>
              </c:numCache>
            </c:numRef>
          </c:val>
          <c:smooth val="0"/>
          <c:extLst>
            <c:ext xmlns:c16="http://schemas.microsoft.com/office/drawing/2014/chart" uri="{C3380CC4-5D6E-409C-BE32-E72D297353CC}">
              <c16:uniqueId val="{00000001-7E27-4E9C-AF94-510451A30372}"/>
            </c:ext>
          </c:extLst>
        </c:ser>
        <c:ser>
          <c:idx val="4"/>
          <c:order val="4"/>
          <c:tx>
            <c:strRef>
              <c:f>Sheet1!$F$1</c:f>
              <c:strCache>
                <c:ptCount val="1"/>
                <c:pt idx="0">
                  <c:v>5</c:v>
                </c:pt>
              </c:strCache>
            </c:strRef>
          </c:tx>
          <c:spPr>
            <a:ln w="28575" cap="rnd">
              <a:solidFill>
                <a:schemeClr val="accent5"/>
              </a:solidFill>
              <a:round/>
            </a:ln>
            <a:effectLst/>
          </c:spPr>
          <c:marker>
            <c:symbol val="circle"/>
            <c:size val="5"/>
            <c:spPr>
              <a:solidFill>
                <a:schemeClr val="accent5"/>
              </a:solidFill>
              <a:ln w="9525">
                <a:solidFill>
                  <a:schemeClr val="accent5"/>
                </a:solidFill>
              </a:ln>
              <a:effectLst/>
            </c:spPr>
          </c:marker>
          <c:cat>
            <c:strRef>
              <c:f>Sheet1!$A$2:$A$24</c:f>
              <c:strCache>
                <c:ptCount val="23"/>
                <c:pt idx="0">
                  <c:v>feeder</c:v>
                </c:pt>
                <c:pt idx="1">
                  <c:v>substation</c:v>
                </c:pt>
                <c:pt idx="2">
                  <c:v>date</c:v>
                </c:pt>
                <c:pt idx="3">
                  <c:v>housing_units_count</c:v>
                </c:pt>
                <c:pt idx="4">
                  <c:v>industry_and_commerce_count</c:v>
                </c:pt>
                <c:pt idx="5">
                  <c:v>storage_heaters_kW</c:v>
                </c:pt>
                <c:pt idx="6">
                  <c:v>heat_pumps_kW</c:v>
                </c:pt>
                <c:pt idx="7">
                  <c:v>electric_heaters_kW</c:v>
                </c:pt>
                <c:pt idx="8">
                  <c:v>hot_water_tanks_kW</c:v>
                </c:pt>
                <c:pt idx="9">
                  <c:v>flow-type_heaters_kW</c:v>
                </c:pt>
                <c:pt idx="10">
                  <c:v>EV_chargers_kW</c:v>
                </c:pt>
                <c:pt idx="11">
                  <c:v>public_lighting_kW</c:v>
                </c:pt>
                <c:pt idx="12">
                  <c:v>other_consumers_kW</c:v>
                </c:pt>
                <c:pt idx="13">
                  <c:v>batteries_kW</c:v>
                </c:pt>
                <c:pt idx="14">
                  <c:v>PV_systems_kW</c:v>
                </c:pt>
                <c:pt idx="15">
                  <c:v>chp_kW</c:v>
                </c:pt>
                <c:pt idx="16">
                  <c:v>g0_general_kWh</c:v>
                </c:pt>
                <c:pt idx="17">
                  <c:v>g1_workdays_kWh</c:v>
                </c:pt>
                <c:pt idx="18">
                  <c:v>g2_evening_kWh</c:v>
                </c:pt>
                <c:pt idx="19">
                  <c:v>g3_continuous_kWh</c:v>
                </c:pt>
                <c:pt idx="20">
                  <c:v>g4_shop_hairdresser_kWh</c:v>
                </c:pt>
                <c:pt idx="21">
                  <c:v>g5_bakery_kWh</c:v>
                </c:pt>
                <c:pt idx="22">
                  <c:v>g6_weekend_kWh</c:v>
                </c:pt>
              </c:strCache>
            </c:strRef>
          </c:cat>
          <c:val>
            <c:numRef>
              <c:f>Sheet1!$F$2:$F$24</c:f>
              <c:numCache>
                <c:formatCode>General</c:formatCode>
                <c:ptCount val="23"/>
                <c:pt idx="0">
                  <c:v>0.65</c:v>
                </c:pt>
                <c:pt idx="1">
                  <c:v>0.75</c:v>
                </c:pt>
                <c:pt idx="2">
                  <c:v>0.85</c:v>
                </c:pt>
                <c:pt idx="3">
                  <c:v>0.7</c:v>
                </c:pt>
                <c:pt idx="4">
                  <c:v>0.7</c:v>
                </c:pt>
                <c:pt idx="5">
                  <c:v>0.55000000000000004</c:v>
                </c:pt>
                <c:pt idx="6">
                  <c:v>0.55000000000000004</c:v>
                </c:pt>
                <c:pt idx="7">
                  <c:v>0.55000000000000004</c:v>
                </c:pt>
                <c:pt idx="8">
                  <c:v>0.55000000000000004</c:v>
                </c:pt>
                <c:pt idx="9">
                  <c:v>0.55000000000000004</c:v>
                </c:pt>
                <c:pt idx="10">
                  <c:v>0.75</c:v>
                </c:pt>
                <c:pt idx="11">
                  <c:v>0.4</c:v>
                </c:pt>
                <c:pt idx="12">
                  <c:v>0.6</c:v>
                </c:pt>
                <c:pt idx="13">
                  <c:v>0.75</c:v>
                </c:pt>
                <c:pt idx="14">
                  <c:v>0.75</c:v>
                </c:pt>
                <c:pt idx="15">
                  <c:v>0.75</c:v>
                </c:pt>
                <c:pt idx="16">
                  <c:v>0.5</c:v>
                </c:pt>
                <c:pt idx="17">
                  <c:v>0.6</c:v>
                </c:pt>
                <c:pt idx="18">
                  <c:v>0.6</c:v>
                </c:pt>
                <c:pt idx="19">
                  <c:v>0.55000000000000004</c:v>
                </c:pt>
                <c:pt idx="20">
                  <c:v>0.8</c:v>
                </c:pt>
                <c:pt idx="21">
                  <c:v>0.8</c:v>
                </c:pt>
                <c:pt idx="22">
                  <c:v>0.6</c:v>
                </c:pt>
              </c:numCache>
            </c:numRef>
          </c:val>
          <c:smooth val="0"/>
          <c:extLst>
            <c:ext xmlns:c16="http://schemas.microsoft.com/office/drawing/2014/chart" uri="{C3380CC4-5D6E-409C-BE32-E72D297353CC}">
              <c16:uniqueId val="{00000003-7E27-4E9C-AF94-510451A30372}"/>
            </c:ext>
          </c:extLst>
        </c:ser>
        <c:ser>
          <c:idx val="5"/>
          <c:order val="5"/>
          <c:tx>
            <c:strRef>
              <c:f>Sheet1!$G$1</c:f>
              <c:strCache>
                <c:ptCount val="1"/>
                <c:pt idx="0">
                  <c:v>6</c:v>
                </c:pt>
              </c:strCache>
            </c:strRef>
          </c:tx>
          <c:spPr>
            <a:ln w="28575" cap="rnd">
              <a:solidFill>
                <a:schemeClr val="accent6"/>
              </a:solidFill>
              <a:round/>
            </a:ln>
            <a:effectLst/>
          </c:spPr>
          <c:marker>
            <c:symbol val="circle"/>
            <c:size val="5"/>
            <c:spPr>
              <a:solidFill>
                <a:schemeClr val="accent6"/>
              </a:solidFill>
              <a:ln w="9525">
                <a:solidFill>
                  <a:schemeClr val="accent6"/>
                </a:solidFill>
              </a:ln>
              <a:effectLst/>
            </c:spPr>
          </c:marker>
          <c:cat>
            <c:strRef>
              <c:f>Sheet1!$A$2:$A$24</c:f>
              <c:strCache>
                <c:ptCount val="23"/>
                <c:pt idx="0">
                  <c:v>feeder</c:v>
                </c:pt>
                <c:pt idx="1">
                  <c:v>substation</c:v>
                </c:pt>
                <c:pt idx="2">
                  <c:v>date</c:v>
                </c:pt>
                <c:pt idx="3">
                  <c:v>housing_units_count</c:v>
                </c:pt>
                <c:pt idx="4">
                  <c:v>industry_and_commerce_count</c:v>
                </c:pt>
                <c:pt idx="5">
                  <c:v>storage_heaters_kW</c:v>
                </c:pt>
                <c:pt idx="6">
                  <c:v>heat_pumps_kW</c:v>
                </c:pt>
                <c:pt idx="7">
                  <c:v>electric_heaters_kW</c:v>
                </c:pt>
                <c:pt idx="8">
                  <c:v>hot_water_tanks_kW</c:v>
                </c:pt>
                <c:pt idx="9">
                  <c:v>flow-type_heaters_kW</c:v>
                </c:pt>
                <c:pt idx="10">
                  <c:v>EV_chargers_kW</c:v>
                </c:pt>
                <c:pt idx="11">
                  <c:v>public_lighting_kW</c:v>
                </c:pt>
                <c:pt idx="12">
                  <c:v>other_consumers_kW</c:v>
                </c:pt>
                <c:pt idx="13">
                  <c:v>batteries_kW</c:v>
                </c:pt>
                <c:pt idx="14">
                  <c:v>PV_systems_kW</c:v>
                </c:pt>
                <c:pt idx="15">
                  <c:v>chp_kW</c:v>
                </c:pt>
                <c:pt idx="16">
                  <c:v>g0_general_kWh</c:v>
                </c:pt>
                <c:pt idx="17">
                  <c:v>g1_workdays_kWh</c:v>
                </c:pt>
                <c:pt idx="18">
                  <c:v>g2_evening_kWh</c:v>
                </c:pt>
                <c:pt idx="19">
                  <c:v>g3_continuous_kWh</c:v>
                </c:pt>
                <c:pt idx="20">
                  <c:v>g4_shop_hairdresser_kWh</c:v>
                </c:pt>
                <c:pt idx="21">
                  <c:v>g5_bakery_kWh</c:v>
                </c:pt>
                <c:pt idx="22">
                  <c:v>g6_weekend_kWh</c:v>
                </c:pt>
              </c:strCache>
            </c:strRef>
          </c:cat>
          <c:val>
            <c:numRef>
              <c:f>Sheet1!$G$2:$G$24</c:f>
              <c:numCache>
                <c:formatCode>General</c:formatCode>
                <c:ptCount val="23"/>
                <c:pt idx="0">
                  <c:v>0.85</c:v>
                </c:pt>
                <c:pt idx="1">
                  <c:v>0.95</c:v>
                </c:pt>
                <c:pt idx="2">
                  <c:v>0.8</c:v>
                </c:pt>
                <c:pt idx="3">
                  <c:v>0.7</c:v>
                </c:pt>
                <c:pt idx="4">
                  <c:v>0.7</c:v>
                </c:pt>
                <c:pt idx="5">
                  <c:v>0.75</c:v>
                </c:pt>
                <c:pt idx="6">
                  <c:v>0.75</c:v>
                </c:pt>
                <c:pt idx="7">
                  <c:v>0.75</c:v>
                </c:pt>
                <c:pt idx="8">
                  <c:v>0.75</c:v>
                </c:pt>
                <c:pt idx="9">
                  <c:v>0.75</c:v>
                </c:pt>
                <c:pt idx="10">
                  <c:v>0.9</c:v>
                </c:pt>
                <c:pt idx="11">
                  <c:v>0.6</c:v>
                </c:pt>
                <c:pt idx="12">
                  <c:v>0.65</c:v>
                </c:pt>
                <c:pt idx="13">
                  <c:v>0.9</c:v>
                </c:pt>
                <c:pt idx="14">
                  <c:v>0.9</c:v>
                </c:pt>
                <c:pt idx="15">
                  <c:v>0.85</c:v>
                </c:pt>
                <c:pt idx="16">
                  <c:v>0.6</c:v>
                </c:pt>
                <c:pt idx="17">
                  <c:v>0.6</c:v>
                </c:pt>
                <c:pt idx="18">
                  <c:v>0.6</c:v>
                </c:pt>
                <c:pt idx="19">
                  <c:v>0.55000000000000004</c:v>
                </c:pt>
                <c:pt idx="20">
                  <c:v>0.75</c:v>
                </c:pt>
                <c:pt idx="21">
                  <c:v>0.85</c:v>
                </c:pt>
                <c:pt idx="22">
                  <c:v>0.6</c:v>
                </c:pt>
              </c:numCache>
            </c:numRef>
          </c:val>
          <c:smooth val="0"/>
          <c:extLst>
            <c:ext xmlns:c16="http://schemas.microsoft.com/office/drawing/2014/chart" uri="{C3380CC4-5D6E-409C-BE32-E72D297353CC}">
              <c16:uniqueId val="{00000005-7E27-4E9C-AF94-510451A30372}"/>
            </c:ext>
          </c:extLst>
        </c:ser>
        <c:dLbls>
          <c:showLegendKey val="0"/>
          <c:showVal val="0"/>
          <c:showCatName val="0"/>
          <c:showSerName val="0"/>
          <c:showPercent val="0"/>
          <c:showBubbleSize val="0"/>
        </c:dLbls>
        <c:marker val="1"/>
        <c:smooth val="0"/>
        <c:axId val="1019268720"/>
        <c:axId val="1019275920"/>
      </c:lineChart>
      <c:catAx>
        <c:axId val="1019268720"/>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1019275920"/>
        <c:crosses val="autoZero"/>
        <c:auto val="1"/>
        <c:lblAlgn val="ctr"/>
        <c:lblOffset val="100"/>
        <c:noMultiLvlLbl val="0"/>
      </c:catAx>
      <c:valAx>
        <c:axId val="1019275920"/>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1019268720"/>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r>
              <a:rPr lang="en-US"/>
              <a:t>GPT-5.2</a:t>
            </a:r>
          </a:p>
        </c:rich>
      </c:tx>
      <c:overlay val="0"/>
      <c:spPr>
        <a:noFill/>
        <a:ln>
          <a:noFill/>
        </a:ln>
        <a:effectLst/>
      </c:spPr>
      <c:txPr>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lineChart>
        <c:grouping val="standard"/>
        <c:varyColors val="0"/>
        <c:ser>
          <c:idx val="0"/>
          <c:order val="0"/>
          <c:tx>
            <c:strRef>
              <c:f>Sheet1!$B$1</c:f>
              <c:strCache>
                <c:ptCount val="1"/>
                <c:pt idx="0">
                  <c:v>1</c:v>
                </c:pt>
              </c:strCache>
            </c:strRef>
          </c:tx>
          <c:spPr>
            <a:ln w="28575" cap="rnd">
              <a:solidFill>
                <a:schemeClr val="accent1"/>
              </a:solidFill>
              <a:round/>
            </a:ln>
            <a:effectLst/>
          </c:spPr>
          <c:marker>
            <c:symbol val="circle"/>
            <c:size val="5"/>
            <c:spPr>
              <a:solidFill>
                <a:schemeClr val="accent1"/>
              </a:solidFill>
              <a:ln w="9525">
                <a:solidFill>
                  <a:schemeClr val="accent1"/>
                </a:solidFill>
              </a:ln>
              <a:effectLst/>
            </c:spPr>
          </c:marker>
          <c:cat>
            <c:strRef>
              <c:f>Sheet1!$A$2:$A$24</c:f>
              <c:strCache>
                <c:ptCount val="23"/>
                <c:pt idx="0">
                  <c:v>feeder</c:v>
                </c:pt>
                <c:pt idx="1">
                  <c:v>substation</c:v>
                </c:pt>
                <c:pt idx="2">
                  <c:v>date</c:v>
                </c:pt>
                <c:pt idx="3">
                  <c:v>housing_units_count</c:v>
                </c:pt>
                <c:pt idx="4">
                  <c:v>industry_and_commerce_count</c:v>
                </c:pt>
                <c:pt idx="5">
                  <c:v>storage_heaters_kW</c:v>
                </c:pt>
                <c:pt idx="6">
                  <c:v>heat_pumps_kW</c:v>
                </c:pt>
                <c:pt idx="7">
                  <c:v>electric_heaters_kW</c:v>
                </c:pt>
                <c:pt idx="8">
                  <c:v>hot_water_tanks_kW</c:v>
                </c:pt>
                <c:pt idx="9">
                  <c:v>flow-type_heaters_kW</c:v>
                </c:pt>
                <c:pt idx="10">
                  <c:v>EV_chargers_kW</c:v>
                </c:pt>
                <c:pt idx="11">
                  <c:v>public_lighting_kW</c:v>
                </c:pt>
                <c:pt idx="12">
                  <c:v>other_consumers_kW</c:v>
                </c:pt>
                <c:pt idx="13">
                  <c:v>batteries_kW</c:v>
                </c:pt>
                <c:pt idx="14">
                  <c:v>PV_systems_kW</c:v>
                </c:pt>
                <c:pt idx="15">
                  <c:v>chp_kW</c:v>
                </c:pt>
                <c:pt idx="16">
                  <c:v>g0_general_kWh</c:v>
                </c:pt>
                <c:pt idx="17">
                  <c:v>g1_workdays_kWh</c:v>
                </c:pt>
                <c:pt idx="18">
                  <c:v>g2_evening_kWh</c:v>
                </c:pt>
                <c:pt idx="19">
                  <c:v>g3_continuous_kWh</c:v>
                </c:pt>
                <c:pt idx="20">
                  <c:v>g4_shop_hairdresser_kWh</c:v>
                </c:pt>
                <c:pt idx="21">
                  <c:v>g5_bakery_kWh</c:v>
                </c:pt>
                <c:pt idx="22">
                  <c:v>g6_weekend_kWh</c:v>
                </c:pt>
              </c:strCache>
            </c:strRef>
          </c:cat>
          <c:val>
            <c:numRef>
              <c:f>Sheet1!$B$2:$B$24</c:f>
              <c:numCache>
                <c:formatCode>General</c:formatCode>
                <c:ptCount val="23"/>
                <c:pt idx="0">
                  <c:v>0.7</c:v>
                </c:pt>
                <c:pt idx="1">
                  <c:v>0.8</c:v>
                </c:pt>
                <c:pt idx="2">
                  <c:v>0.6</c:v>
                </c:pt>
                <c:pt idx="3">
                  <c:v>0.55000000000000004</c:v>
                </c:pt>
                <c:pt idx="4">
                  <c:v>0.6</c:v>
                </c:pt>
                <c:pt idx="5">
                  <c:v>0.5</c:v>
                </c:pt>
                <c:pt idx="6">
                  <c:v>0.5</c:v>
                </c:pt>
                <c:pt idx="7">
                  <c:v>0.45</c:v>
                </c:pt>
                <c:pt idx="8">
                  <c:v>0.45</c:v>
                </c:pt>
                <c:pt idx="9">
                  <c:v>0.45</c:v>
                </c:pt>
                <c:pt idx="10">
                  <c:v>0.55000000000000004</c:v>
                </c:pt>
                <c:pt idx="11">
                  <c:v>0.35</c:v>
                </c:pt>
                <c:pt idx="12">
                  <c:v>0.45</c:v>
                </c:pt>
                <c:pt idx="13">
                  <c:v>0.55000000000000004</c:v>
                </c:pt>
                <c:pt idx="14">
                  <c:v>0.55000000000000004</c:v>
                </c:pt>
                <c:pt idx="15">
                  <c:v>0.55000000000000004</c:v>
                </c:pt>
                <c:pt idx="16">
                  <c:v>0.5</c:v>
                </c:pt>
                <c:pt idx="17">
                  <c:v>0.55000000000000004</c:v>
                </c:pt>
                <c:pt idx="18">
                  <c:v>0.55000000000000004</c:v>
                </c:pt>
                <c:pt idx="19">
                  <c:v>0.45</c:v>
                </c:pt>
                <c:pt idx="20">
                  <c:v>0.65</c:v>
                </c:pt>
                <c:pt idx="21">
                  <c:v>0.65</c:v>
                </c:pt>
                <c:pt idx="22">
                  <c:v>0.45</c:v>
                </c:pt>
              </c:numCache>
            </c:numRef>
          </c:val>
          <c:smooth val="0"/>
          <c:extLst>
            <c:ext xmlns:c16="http://schemas.microsoft.com/office/drawing/2014/chart" uri="{C3380CC4-5D6E-409C-BE32-E72D297353CC}">
              <c16:uniqueId val="{00000000-A400-4986-A459-2221DFBD0251}"/>
            </c:ext>
          </c:extLst>
        </c:ser>
        <c:ser>
          <c:idx val="1"/>
          <c:order val="1"/>
          <c:tx>
            <c:strRef>
              <c:f>Sheet1!$C$1</c:f>
              <c:strCache>
                <c:ptCount val="1"/>
                <c:pt idx="0">
                  <c:v>2</c:v>
                </c:pt>
              </c:strCache>
            </c:strRef>
          </c:tx>
          <c:spPr>
            <a:ln w="28575" cap="rnd">
              <a:solidFill>
                <a:schemeClr val="accent2"/>
              </a:solidFill>
              <a:round/>
            </a:ln>
            <a:effectLst/>
          </c:spPr>
          <c:marker>
            <c:symbol val="circle"/>
            <c:size val="5"/>
            <c:spPr>
              <a:solidFill>
                <a:schemeClr val="accent2"/>
              </a:solidFill>
              <a:ln w="9525">
                <a:solidFill>
                  <a:schemeClr val="accent2"/>
                </a:solidFill>
              </a:ln>
              <a:effectLst/>
            </c:spPr>
          </c:marker>
          <c:cat>
            <c:strRef>
              <c:f>Sheet1!$A$2:$A$24</c:f>
              <c:strCache>
                <c:ptCount val="23"/>
                <c:pt idx="0">
                  <c:v>feeder</c:v>
                </c:pt>
                <c:pt idx="1">
                  <c:v>substation</c:v>
                </c:pt>
                <c:pt idx="2">
                  <c:v>date</c:v>
                </c:pt>
                <c:pt idx="3">
                  <c:v>housing_units_count</c:v>
                </c:pt>
                <c:pt idx="4">
                  <c:v>industry_and_commerce_count</c:v>
                </c:pt>
                <c:pt idx="5">
                  <c:v>storage_heaters_kW</c:v>
                </c:pt>
                <c:pt idx="6">
                  <c:v>heat_pumps_kW</c:v>
                </c:pt>
                <c:pt idx="7">
                  <c:v>electric_heaters_kW</c:v>
                </c:pt>
                <c:pt idx="8">
                  <c:v>hot_water_tanks_kW</c:v>
                </c:pt>
                <c:pt idx="9">
                  <c:v>flow-type_heaters_kW</c:v>
                </c:pt>
                <c:pt idx="10">
                  <c:v>EV_chargers_kW</c:v>
                </c:pt>
                <c:pt idx="11">
                  <c:v>public_lighting_kW</c:v>
                </c:pt>
                <c:pt idx="12">
                  <c:v>other_consumers_kW</c:v>
                </c:pt>
                <c:pt idx="13">
                  <c:v>batteries_kW</c:v>
                </c:pt>
                <c:pt idx="14">
                  <c:v>PV_systems_kW</c:v>
                </c:pt>
                <c:pt idx="15">
                  <c:v>chp_kW</c:v>
                </c:pt>
                <c:pt idx="16">
                  <c:v>g0_general_kWh</c:v>
                </c:pt>
                <c:pt idx="17">
                  <c:v>g1_workdays_kWh</c:v>
                </c:pt>
                <c:pt idx="18">
                  <c:v>g2_evening_kWh</c:v>
                </c:pt>
                <c:pt idx="19">
                  <c:v>g3_continuous_kWh</c:v>
                </c:pt>
                <c:pt idx="20">
                  <c:v>g4_shop_hairdresser_kWh</c:v>
                </c:pt>
                <c:pt idx="21">
                  <c:v>g5_bakery_kWh</c:v>
                </c:pt>
                <c:pt idx="22">
                  <c:v>g6_weekend_kWh</c:v>
                </c:pt>
              </c:strCache>
            </c:strRef>
          </c:cat>
          <c:val>
            <c:numRef>
              <c:f>Sheet1!$C$2:$C$24</c:f>
              <c:numCache>
                <c:formatCode>General</c:formatCode>
                <c:ptCount val="23"/>
                <c:pt idx="0">
                  <c:v>0.7</c:v>
                </c:pt>
                <c:pt idx="1">
                  <c:v>0.75</c:v>
                </c:pt>
                <c:pt idx="2">
                  <c:v>0.6</c:v>
                </c:pt>
                <c:pt idx="3">
                  <c:v>0.35</c:v>
                </c:pt>
                <c:pt idx="4">
                  <c:v>0.35</c:v>
                </c:pt>
                <c:pt idx="5">
                  <c:v>0.45</c:v>
                </c:pt>
                <c:pt idx="6">
                  <c:v>0.45</c:v>
                </c:pt>
                <c:pt idx="7">
                  <c:v>0.45</c:v>
                </c:pt>
                <c:pt idx="8">
                  <c:v>0.45</c:v>
                </c:pt>
                <c:pt idx="9">
                  <c:v>0.45</c:v>
                </c:pt>
                <c:pt idx="10">
                  <c:v>0.45</c:v>
                </c:pt>
                <c:pt idx="11">
                  <c:v>0.3</c:v>
                </c:pt>
                <c:pt idx="12">
                  <c:v>0.45</c:v>
                </c:pt>
                <c:pt idx="13">
                  <c:v>0.45</c:v>
                </c:pt>
                <c:pt idx="14">
                  <c:v>0.45</c:v>
                </c:pt>
                <c:pt idx="15">
                  <c:v>0.45</c:v>
                </c:pt>
                <c:pt idx="16">
                  <c:v>0.55000000000000004</c:v>
                </c:pt>
                <c:pt idx="17">
                  <c:v>0.55000000000000004</c:v>
                </c:pt>
                <c:pt idx="18">
                  <c:v>0.55000000000000004</c:v>
                </c:pt>
                <c:pt idx="19">
                  <c:v>0.55000000000000004</c:v>
                </c:pt>
                <c:pt idx="20">
                  <c:v>0.6</c:v>
                </c:pt>
                <c:pt idx="21">
                  <c:v>0.6</c:v>
                </c:pt>
                <c:pt idx="22">
                  <c:v>0.55000000000000004</c:v>
                </c:pt>
              </c:numCache>
            </c:numRef>
          </c:val>
          <c:smooth val="0"/>
          <c:extLst>
            <c:ext xmlns:c16="http://schemas.microsoft.com/office/drawing/2014/chart" uri="{C3380CC4-5D6E-409C-BE32-E72D297353CC}">
              <c16:uniqueId val="{00000001-A400-4986-A459-2221DFBD0251}"/>
            </c:ext>
          </c:extLst>
        </c:ser>
        <c:ser>
          <c:idx val="2"/>
          <c:order val="2"/>
          <c:tx>
            <c:strRef>
              <c:f>Sheet1!$D$1</c:f>
              <c:strCache>
                <c:ptCount val="1"/>
                <c:pt idx="0">
                  <c:v>3</c:v>
                </c:pt>
              </c:strCache>
            </c:strRef>
          </c:tx>
          <c:spPr>
            <a:ln w="28575" cap="rnd">
              <a:solidFill>
                <a:schemeClr val="accent3"/>
              </a:solidFill>
              <a:round/>
            </a:ln>
            <a:effectLst/>
          </c:spPr>
          <c:marker>
            <c:symbol val="circle"/>
            <c:size val="5"/>
            <c:spPr>
              <a:solidFill>
                <a:schemeClr val="accent3"/>
              </a:solidFill>
              <a:ln w="9525">
                <a:solidFill>
                  <a:schemeClr val="accent3"/>
                </a:solidFill>
              </a:ln>
              <a:effectLst/>
            </c:spPr>
          </c:marker>
          <c:cat>
            <c:strRef>
              <c:f>Sheet1!$A$2:$A$24</c:f>
              <c:strCache>
                <c:ptCount val="23"/>
                <c:pt idx="0">
                  <c:v>feeder</c:v>
                </c:pt>
                <c:pt idx="1">
                  <c:v>substation</c:v>
                </c:pt>
                <c:pt idx="2">
                  <c:v>date</c:v>
                </c:pt>
                <c:pt idx="3">
                  <c:v>housing_units_count</c:v>
                </c:pt>
                <c:pt idx="4">
                  <c:v>industry_and_commerce_count</c:v>
                </c:pt>
                <c:pt idx="5">
                  <c:v>storage_heaters_kW</c:v>
                </c:pt>
                <c:pt idx="6">
                  <c:v>heat_pumps_kW</c:v>
                </c:pt>
                <c:pt idx="7">
                  <c:v>electric_heaters_kW</c:v>
                </c:pt>
                <c:pt idx="8">
                  <c:v>hot_water_tanks_kW</c:v>
                </c:pt>
                <c:pt idx="9">
                  <c:v>flow-type_heaters_kW</c:v>
                </c:pt>
                <c:pt idx="10">
                  <c:v>EV_chargers_kW</c:v>
                </c:pt>
                <c:pt idx="11">
                  <c:v>public_lighting_kW</c:v>
                </c:pt>
                <c:pt idx="12">
                  <c:v>other_consumers_kW</c:v>
                </c:pt>
                <c:pt idx="13">
                  <c:v>batteries_kW</c:v>
                </c:pt>
                <c:pt idx="14">
                  <c:v>PV_systems_kW</c:v>
                </c:pt>
                <c:pt idx="15">
                  <c:v>chp_kW</c:v>
                </c:pt>
                <c:pt idx="16">
                  <c:v>g0_general_kWh</c:v>
                </c:pt>
                <c:pt idx="17">
                  <c:v>g1_workdays_kWh</c:v>
                </c:pt>
                <c:pt idx="18">
                  <c:v>g2_evening_kWh</c:v>
                </c:pt>
                <c:pt idx="19">
                  <c:v>g3_continuous_kWh</c:v>
                </c:pt>
                <c:pt idx="20">
                  <c:v>g4_shop_hairdresser_kWh</c:v>
                </c:pt>
                <c:pt idx="21">
                  <c:v>g5_bakery_kWh</c:v>
                </c:pt>
                <c:pt idx="22">
                  <c:v>g6_weekend_kWh</c:v>
                </c:pt>
              </c:strCache>
            </c:strRef>
          </c:cat>
          <c:val>
            <c:numRef>
              <c:f>Sheet1!$D$2:$D$24</c:f>
              <c:numCache>
                <c:formatCode>General</c:formatCode>
                <c:ptCount val="23"/>
                <c:pt idx="0">
                  <c:v>0.55000000000000004</c:v>
                </c:pt>
                <c:pt idx="1">
                  <c:v>0.65</c:v>
                </c:pt>
                <c:pt idx="2">
                  <c:v>0.6</c:v>
                </c:pt>
                <c:pt idx="3">
                  <c:v>0.45</c:v>
                </c:pt>
                <c:pt idx="4">
                  <c:v>0.55000000000000004</c:v>
                </c:pt>
                <c:pt idx="5">
                  <c:v>0.4</c:v>
                </c:pt>
                <c:pt idx="6">
                  <c:v>0.45</c:v>
                </c:pt>
                <c:pt idx="7">
                  <c:v>0.4</c:v>
                </c:pt>
                <c:pt idx="8">
                  <c:v>0.4</c:v>
                </c:pt>
                <c:pt idx="9">
                  <c:v>0.4</c:v>
                </c:pt>
                <c:pt idx="10">
                  <c:v>0.45</c:v>
                </c:pt>
                <c:pt idx="11">
                  <c:v>0.35</c:v>
                </c:pt>
                <c:pt idx="12">
                  <c:v>0.45</c:v>
                </c:pt>
                <c:pt idx="13">
                  <c:v>0.45</c:v>
                </c:pt>
                <c:pt idx="14">
                  <c:v>0.45</c:v>
                </c:pt>
                <c:pt idx="15">
                  <c:v>0.5</c:v>
                </c:pt>
                <c:pt idx="16">
                  <c:v>0.5</c:v>
                </c:pt>
                <c:pt idx="17">
                  <c:v>0.55000000000000004</c:v>
                </c:pt>
                <c:pt idx="18">
                  <c:v>0.55000000000000004</c:v>
                </c:pt>
                <c:pt idx="19">
                  <c:v>0.5</c:v>
                </c:pt>
                <c:pt idx="20">
                  <c:v>0.6</c:v>
                </c:pt>
                <c:pt idx="21">
                  <c:v>0.6</c:v>
                </c:pt>
                <c:pt idx="22">
                  <c:v>0.5</c:v>
                </c:pt>
              </c:numCache>
            </c:numRef>
          </c:val>
          <c:smooth val="0"/>
          <c:extLst>
            <c:ext xmlns:c16="http://schemas.microsoft.com/office/drawing/2014/chart" uri="{C3380CC4-5D6E-409C-BE32-E72D297353CC}">
              <c16:uniqueId val="{00000002-A400-4986-A459-2221DFBD0251}"/>
            </c:ext>
          </c:extLst>
        </c:ser>
        <c:ser>
          <c:idx val="3"/>
          <c:order val="3"/>
          <c:tx>
            <c:strRef>
              <c:f>Sheet1!$E$1</c:f>
              <c:strCache>
                <c:ptCount val="1"/>
                <c:pt idx="0">
                  <c:v>4</c:v>
                </c:pt>
              </c:strCache>
            </c:strRef>
          </c:tx>
          <c:spPr>
            <a:ln w="28575" cap="rnd">
              <a:solidFill>
                <a:schemeClr val="accent4"/>
              </a:solidFill>
              <a:round/>
            </a:ln>
            <a:effectLst/>
          </c:spPr>
          <c:marker>
            <c:symbol val="circle"/>
            <c:size val="5"/>
            <c:spPr>
              <a:solidFill>
                <a:schemeClr val="accent4"/>
              </a:solidFill>
              <a:ln w="9525">
                <a:solidFill>
                  <a:schemeClr val="accent4"/>
                </a:solidFill>
              </a:ln>
              <a:effectLst/>
            </c:spPr>
          </c:marker>
          <c:cat>
            <c:strRef>
              <c:f>Sheet1!$A$2:$A$24</c:f>
              <c:strCache>
                <c:ptCount val="23"/>
                <c:pt idx="0">
                  <c:v>feeder</c:v>
                </c:pt>
                <c:pt idx="1">
                  <c:v>substation</c:v>
                </c:pt>
                <c:pt idx="2">
                  <c:v>date</c:v>
                </c:pt>
                <c:pt idx="3">
                  <c:v>housing_units_count</c:v>
                </c:pt>
                <c:pt idx="4">
                  <c:v>industry_and_commerce_count</c:v>
                </c:pt>
                <c:pt idx="5">
                  <c:v>storage_heaters_kW</c:v>
                </c:pt>
                <c:pt idx="6">
                  <c:v>heat_pumps_kW</c:v>
                </c:pt>
                <c:pt idx="7">
                  <c:v>electric_heaters_kW</c:v>
                </c:pt>
                <c:pt idx="8">
                  <c:v>hot_water_tanks_kW</c:v>
                </c:pt>
                <c:pt idx="9">
                  <c:v>flow-type_heaters_kW</c:v>
                </c:pt>
                <c:pt idx="10">
                  <c:v>EV_chargers_kW</c:v>
                </c:pt>
                <c:pt idx="11">
                  <c:v>public_lighting_kW</c:v>
                </c:pt>
                <c:pt idx="12">
                  <c:v>other_consumers_kW</c:v>
                </c:pt>
                <c:pt idx="13">
                  <c:v>batteries_kW</c:v>
                </c:pt>
                <c:pt idx="14">
                  <c:v>PV_systems_kW</c:v>
                </c:pt>
                <c:pt idx="15">
                  <c:v>chp_kW</c:v>
                </c:pt>
                <c:pt idx="16">
                  <c:v>g0_general_kWh</c:v>
                </c:pt>
                <c:pt idx="17">
                  <c:v>g1_workdays_kWh</c:v>
                </c:pt>
                <c:pt idx="18">
                  <c:v>g2_evening_kWh</c:v>
                </c:pt>
                <c:pt idx="19">
                  <c:v>g3_continuous_kWh</c:v>
                </c:pt>
                <c:pt idx="20">
                  <c:v>g4_shop_hairdresser_kWh</c:v>
                </c:pt>
                <c:pt idx="21">
                  <c:v>g5_bakery_kWh</c:v>
                </c:pt>
                <c:pt idx="22">
                  <c:v>g6_weekend_kWh</c:v>
                </c:pt>
              </c:strCache>
            </c:strRef>
          </c:cat>
          <c:val>
            <c:numRef>
              <c:f>Sheet1!$E$2:$E$24</c:f>
              <c:numCache>
                <c:formatCode>General</c:formatCode>
                <c:ptCount val="23"/>
                <c:pt idx="0">
                  <c:v>0.55000000000000004</c:v>
                </c:pt>
                <c:pt idx="1">
                  <c:v>0.65</c:v>
                </c:pt>
                <c:pt idx="2">
                  <c:v>0.6</c:v>
                </c:pt>
                <c:pt idx="3">
                  <c:v>0.45</c:v>
                </c:pt>
                <c:pt idx="4">
                  <c:v>0.5</c:v>
                </c:pt>
                <c:pt idx="5">
                  <c:v>0.4</c:v>
                </c:pt>
                <c:pt idx="6">
                  <c:v>0.4</c:v>
                </c:pt>
                <c:pt idx="7">
                  <c:v>0.4</c:v>
                </c:pt>
                <c:pt idx="8">
                  <c:v>0.4</c:v>
                </c:pt>
                <c:pt idx="9">
                  <c:v>0.4</c:v>
                </c:pt>
                <c:pt idx="10">
                  <c:v>0.35</c:v>
                </c:pt>
                <c:pt idx="11">
                  <c:v>0.35</c:v>
                </c:pt>
                <c:pt idx="12">
                  <c:v>0.45</c:v>
                </c:pt>
                <c:pt idx="13">
                  <c:v>0.35</c:v>
                </c:pt>
                <c:pt idx="14">
                  <c:v>0.35</c:v>
                </c:pt>
                <c:pt idx="15">
                  <c:v>0.45</c:v>
                </c:pt>
                <c:pt idx="16">
                  <c:v>0.5</c:v>
                </c:pt>
                <c:pt idx="17">
                  <c:v>0.55000000000000004</c:v>
                </c:pt>
                <c:pt idx="18">
                  <c:v>0.55000000000000004</c:v>
                </c:pt>
                <c:pt idx="19">
                  <c:v>0.45</c:v>
                </c:pt>
                <c:pt idx="20">
                  <c:v>0.7</c:v>
                </c:pt>
                <c:pt idx="21">
                  <c:v>0.65</c:v>
                </c:pt>
                <c:pt idx="22">
                  <c:v>0.5</c:v>
                </c:pt>
              </c:numCache>
            </c:numRef>
          </c:val>
          <c:smooth val="0"/>
          <c:extLst>
            <c:ext xmlns:c16="http://schemas.microsoft.com/office/drawing/2014/chart" uri="{C3380CC4-5D6E-409C-BE32-E72D297353CC}">
              <c16:uniqueId val="{00000001-9654-4A52-AF5A-F1981EB65826}"/>
            </c:ext>
          </c:extLst>
        </c:ser>
        <c:ser>
          <c:idx val="4"/>
          <c:order val="4"/>
          <c:tx>
            <c:strRef>
              <c:f>Sheet1!$F$1</c:f>
              <c:strCache>
                <c:ptCount val="1"/>
                <c:pt idx="0">
                  <c:v>5</c:v>
                </c:pt>
              </c:strCache>
            </c:strRef>
          </c:tx>
          <c:spPr>
            <a:ln w="28575" cap="rnd">
              <a:solidFill>
                <a:schemeClr val="accent5"/>
              </a:solidFill>
              <a:round/>
            </a:ln>
            <a:effectLst/>
          </c:spPr>
          <c:marker>
            <c:symbol val="circle"/>
            <c:size val="5"/>
            <c:spPr>
              <a:solidFill>
                <a:schemeClr val="accent5"/>
              </a:solidFill>
              <a:ln w="9525">
                <a:solidFill>
                  <a:schemeClr val="accent5"/>
                </a:solidFill>
              </a:ln>
              <a:effectLst/>
            </c:spPr>
          </c:marker>
          <c:cat>
            <c:strRef>
              <c:f>Sheet1!$A$2:$A$24</c:f>
              <c:strCache>
                <c:ptCount val="23"/>
                <c:pt idx="0">
                  <c:v>feeder</c:v>
                </c:pt>
                <c:pt idx="1">
                  <c:v>substation</c:v>
                </c:pt>
                <c:pt idx="2">
                  <c:v>date</c:v>
                </c:pt>
                <c:pt idx="3">
                  <c:v>housing_units_count</c:v>
                </c:pt>
                <c:pt idx="4">
                  <c:v>industry_and_commerce_count</c:v>
                </c:pt>
                <c:pt idx="5">
                  <c:v>storage_heaters_kW</c:v>
                </c:pt>
                <c:pt idx="6">
                  <c:v>heat_pumps_kW</c:v>
                </c:pt>
                <c:pt idx="7">
                  <c:v>electric_heaters_kW</c:v>
                </c:pt>
                <c:pt idx="8">
                  <c:v>hot_water_tanks_kW</c:v>
                </c:pt>
                <c:pt idx="9">
                  <c:v>flow-type_heaters_kW</c:v>
                </c:pt>
                <c:pt idx="10">
                  <c:v>EV_chargers_kW</c:v>
                </c:pt>
                <c:pt idx="11">
                  <c:v>public_lighting_kW</c:v>
                </c:pt>
                <c:pt idx="12">
                  <c:v>other_consumers_kW</c:v>
                </c:pt>
                <c:pt idx="13">
                  <c:v>batteries_kW</c:v>
                </c:pt>
                <c:pt idx="14">
                  <c:v>PV_systems_kW</c:v>
                </c:pt>
                <c:pt idx="15">
                  <c:v>chp_kW</c:v>
                </c:pt>
                <c:pt idx="16">
                  <c:v>g0_general_kWh</c:v>
                </c:pt>
                <c:pt idx="17">
                  <c:v>g1_workdays_kWh</c:v>
                </c:pt>
                <c:pt idx="18">
                  <c:v>g2_evening_kWh</c:v>
                </c:pt>
                <c:pt idx="19">
                  <c:v>g3_continuous_kWh</c:v>
                </c:pt>
                <c:pt idx="20">
                  <c:v>g4_shop_hairdresser_kWh</c:v>
                </c:pt>
                <c:pt idx="21">
                  <c:v>g5_bakery_kWh</c:v>
                </c:pt>
                <c:pt idx="22">
                  <c:v>g6_weekend_kWh</c:v>
                </c:pt>
              </c:strCache>
            </c:strRef>
          </c:cat>
          <c:val>
            <c:numRef>
              <c:f>Sheet1!$F$2:$F$24</c:f>
              <c:numCache>
                <c:formatCode>General</c:formatCode>
                <c:ptCount val="23"/>
                <c:pt idx="0">
                  <c:v>0.55000000000000004</c:v>
                </c:pt>
                <c:pt idx="1">
                  <c:v>0.6</c:v>
                </c:pt>
                <c:pt idx="2">
                  <c:v>0.65</c:v>
                </c:pt>
                <c:pt idx="3">
                  <c:v>0.25</c:v>
                </c:pt>
                <c:pt idx="4">
                  <c:v>0.3</c:v>
                </c:pt>
                <c:pt idx="5">
                  <c:v>0.45</c:v>
                </c:pt>
                <c:pt idx="6">
                  <c:v>0.45</c:v>
                </c:pt>
                <c:pt idx="7">
                  <c:v>0.4</c:v>
                </c:pt>
                <c:pt idx="8">
                  <c:v>0.4</c:v>
                </c:pt>
                <c:pt idx="9">
                  <c:v>0.4</c:v>
                </c:pt>
                <c:pt idx="10">
                  <c:v>0.45</c:v>
                </c:pt>
                <c:pt idx="11">
                  <c:v>0.2</c:v>
                </c:pt>
                <c:pt idx="12">
                  <c:v>0.4</c:v>
                </c:pt>
                <c:pt idx="13">
                  <c:v>0.45</c:v>
                </c:pt>
                <c:pt idx="14">
                  <c:v>0.45</c:v>
                </c:pt>
                <c:pt idx="15">
                  <c:v>0.45</c:v>
                </c:pt>
                <c:pt idx="16">
                  <c:v>0.5</c:v>
                </c:pt>
                <c:pt idx="17">
                  <c:v>0.55000000000000004</c:v>
                </c:pt>
                <c:pt idx="18">
                  <c:v>0.55000000000000004</c:v>
                </c:pt>
                <c:pt idx="19">
                  <c:v>0.45</c:v>
                </c:pt>
                <c:pt idx="20">
                  <c:v>0.6</c:v>
                </c:pt>
                <c:pt idx="21">
                  <c:v>0.55000000000000004</c:v>
                </c:pt>
                <c:pt idx="22">
                  <c:v>0.5</c:v>
                </c:pt>
              </c:numCache>
            </c:numRef>
          </c:val>
          <c:smooth val="0"/>
          <c:extLst>
            <c:ext xmlns:c16="http://schemas.microsoft.com/office/drawing/2014/chart" uri="{C3380CC4-5D6E-409C-BE32-E72D297353CC}">
              <c16:uniqueId val="{00000003-9654-4A52-AF5A-F1981EB65826}"/>
            </c:ext>
          </c:extLst>
        </c:ser>
        <c:ser>
          <c:idx val="5"/>
          <c:order val="5"/>
          <c:tx>
            <c:strRef>
              <c:f>Sheet1!$G$1</c:f>
              <c:strCache>
                <c:ptCount val="1"/>
                <c:pt idx="0">
                  <c:v>6</c:v>
                </c:pt>
              </c:strCache>
            </c:strRef>
          </c:tx>
          <c:spPr>
            <a:ln w="28575" cap="rnd">
              <a:solidFill>
                <a:schemeClr val="accent6"/>
              </a:solidFill>
              <a:round/>
            </a:ln>
            <a:effectLst/>
          </c:spPr>
          <c:marker>
            <c:symbol val="circle"/>
            <c:size val="5"/>
            <c:spPr>
              <a:solidFill>
                <a:schemeClr val="accent6"/>
              </a:solidFill>
              <a:ln w="9525">
                <a:solidFill>
                  <a:schemeClr val="accent6"/>
                </a:solidFill>
              </a:ln>
              <a:effectLst/>
            </c:spPr>
          </c:marker>
          <c:cat>
            <c:strRef>
              <c:f>Sheet1!$A$2:$A$24</c:f>
              <c:strCache>
                <c:ptCount val="23"/>
                <c:pt idx="0">
                  <c:v>feeder</c:v>
                </c:pt>
                <c:pt idx="1">
                  <c:v>substation</c:v>
                </c:pt>
                <c:pt idx="2">
                  <c:v>date</c:v>
                </c:pt>
                <c:pt idx="3">
                  <c:v>housing_units_count</c:v>
                </c:pt>
                <c:pt idx="4">
                  <c:v>industry_and_commerce_count</c:v>
                </c:pt>
                <c:pt idx="5">
                  <c:v>storage_heaters_kW</c:v>
                </c:pt>
                <c:pt idx="6">
                  <c:v>heat_pumps_kW</c:v>
                </c:pt>
                <c:pt idx="7">
                  <c:v>electric_heaters_kW</c:v>
                </c:pt>
                <c:pt idx="8">
                  <c:v>hot_water_tanks_kW</c:v>
                </c:pt>
                <c:pt idx="9">
                  <c:v>flow-type_heaters_kW</c:v>
                </c:pt>
                <c:pt idx="10">
                  <c:v>EV_chargers_kW</c:v>
                </c:pt>
                <c:pt idx="11">
                  <c:v>public_lighting_kW</c:v>
                </c:pt>
                <c:pt idx="12">
                  <c:v>other_consumers_kW</c:v>
                </c:pt>
                <c:pt idx="13">
                  <c:v>batteries_kW</c:v>
                </c:pt>
                <c:pt idx="14">
                  <c:v>PV_systems_kW</c:v>
                </c:pt>
                <c:pt idx="15">
                  <c:v>chp_kW</c:v>
                </c:pt>
                <c:pt idx="16">
                  <c:v>g0_general_kWh</c:v>
                </c:pt>
                <c:pt idx="17">
                  <c:v>g1_workdays_kWh</c:v>
                </c:pt>
                <c:pt idx="18">
                  <c:v>g2_evening_kWh</c:v>
                </c:pt>
                <c:pt idx="19">
                  <c:v>g3_continuous_kWh</c:v>
                </c:pt>
                <c:pt idx="20">
                  <c:v>g4_shop_hairdresser_kWh</c:v>
                </c:pt>
                <c:pt idx="21">
                  <c:v>g5_bakery_kWh</c:v>
                </c:pt>
                <c:pt idx="22">
                  <c:v>g6_weekend_kWh</c:v>
                </c:pt>
              </c:strCache>
            </c:strRef>
          </c:cat>
          <c:val>
            <c:numRef>
              <c:f>Sheet1!$G$2:$G$24</c:f>
              <c:numCache>
                <c:formatCode>General</c:formatCode>
                <c:ptCount val="23"/>
                <c:pt idx="0">
                  <c:v>0.85</c:v>
                </c:pt>
                <c:pt idx="1">
                  <c:v>0.9</c:v>
                </c:pt>
                <c:pt idx="2">
                  <c:v>0.7</c:v>
                </c:pt>
                <c:pt idx="3">
                  <c:v>0.55000000000000004</c:v>
                </c:pt>
                <c:pt idx="4">
                  <c:v>0.6</c:v>
                </c:pt>
                <c:pt idx="5">
                  <c:v>0.45</c:v>
                </c:pt>
                <c:pt idx="6">
                  <c:v>0.45</c:v>
                </c:pt>
                <c:pt idx="7">
                  <c:v>0.4</c:v>
                </c:pt>
                <c:pt idx="8">
                  <c:v>0.4</c:v>
                </c:pt>
                <c:pt idx="9">
                  <c:v>0.4</c:v>
                </c:pt>
                <c:pt idx="10">
                  <c:v>0.5</c:v>
                </c:pt>
                <c:pt idx="11">
                  <c:v>0.35</c:v>
                </c:pt>
                <c:pt idx="12">
                  <c:v>0.4</c:v>
                </c:pt>
                <c:pt idx="13">
                  <c:v>0.5</c:v>
                </c:pt>
                <c:pt idx="14">
                  <c:v>0.5</c:v>
                </c:pt>
                <c:pt idx="15">
                  <c:v>0.55000000000000004</c:v>
                </c:pt>
                <c:pt idx="16">
                  <c:v>0.45</c:v>
                </c:pt>
                <c:pt idx="17">
                  <c:v>0.45</c:v>
                </c:pt>
                <c:pt idx="18">
                  <c:v>0.45</c:v>
                </c:pt>
                <c:pt idx="19">
                  <c:v>0.4</c:v>
                </c:pt>
                <c:pt idx="20">
                  <c:v>0.55000000000000004</c:v>
                </c:pt>
                <c:pt idx="21">
                  <c:v>0.55000000000000004</c:v>
                </c:pt>
                <c:pt idx="22">
                  <c:v>0.45</c:v>
                </c:pt>
              </c:numCache>
            </c:numRef>
          </c:val>
          <c:smooth val="0"/>
          <c:extLst>
            <c:ext xmlns:c16="http://schemas.microsoft.com/office/drawing/2014/chart" uri="{C3380CC4-5D6E-409C-BE32-E72D297353CC}">
              <c16:uniqueId val="{00000005-9654-4A52-AF5A-F1981EB65826}"/>
            </c:ext>
          </c:extLst>
        </c:ser>
        <c:dLbls>
          <c:showLegendKey val="0"/>
          <c:showVal val="0"/>
          <c:showCatName val="0"/>
          <c:showSerName val="0"/>
          <c:showPercent val="0"/>
          <c:showBubbleSize val="0"/>
        </c:dLbls>
        <c:marker val="1"/>
        <c:smooth val="0"/>
        <c:axId val="1310318832"/>
        <c:axId val="1310324592"/>
      </c:lineChart>
      <c:catAx>
        <c:axId val="1310318832"/>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1310324592"/>
        <c:crosses val="autoZero"/>
        <c:auto val="1"/>
        <c:lblAlgn val="ctr"/>
        <c:lblOffset val="100"/>
        <c:noMultiLvlLbl val="0"/>
      </c:catAx>
      <c:valAx>
        <c:axId val="1310324592"/>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1310318832"/>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overlay val="0"/>
      <c:spPr>
        <a:noFill/>
        <a:ln>
          <a:noFill/>
        </a:ln>
        <a:effectLst/>
      </c:spPr>
      <c:txPr>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lineChart>
        <c:grouping val="standard"/>
        <c:varyColors val="0"/>
        <c:ser>
          <c:idx val="0"/>
          <c:order val="0"/>
          <c:tx>
            <c:strRef>
              <c:f>Sheet1!$B$1</c:f>
              <c:strCache>
                <c:ptCount val="1"/>
                <c:pt idx="0">
                  <c:v>1</c:v>
                </c:pt>
              </c:strCache>
            </c:strRef>
          </c:tx>
          <c:spPr>
            <a:ln w="28575" cap="rnd">
              <a:solidFill>
                <a:schemeClr val="accent1"/>
              </a:solidFill>
              <a:round/>
            </a:ln>
            <a:effectLst/>
          </c:spPr>
          <c:marker>
            <c:symbol val="circle"/>
            <c:size val="5"/>
            <c:spPr>
              <a:solidFill>
                <a:schemeClr val="accent1"/>
              </a:solidFill>
              <a:ln w="9525">
                <a:solidFill>
                  <a:schemeClr val="accent1"/>
                </a:solidFill>
              </a:ln>
              <a:effectLst/>
            </c:spPr>
          </c:marker>
          <c:cat>
            <c:strRef>
              <c:f>Sheet1!$A$2:$A$24</c:f>
              <c:strCache>
                <c:ptCount val="23"/>
                <c:pt idx="0">
                  <c:v>feeder</c:v>
                </c:pt>
                <c:pt idx="1">
                  <c:v>substation</c:v>
                </c:pt>
                <c:pt idx="2">
                  <c:v>date</c:v>
                </c:pt>
                <c:pt idx="3">
                  <c:v>housing_units_count</c:v>
                </c:pt>
                <c:pt idx="4">
                  <c:v>industry_and_commerce_count</c:v>
                </c:pt>
                <c:pt idx="5">
                  <c:v>storage_heaters_kW</c:v>
                </c:pt>
                <c:pt idx="6">
                  <c:v>heat_pumps_kW</c:v>
                </c:pt>
                <c:pt idx="7">
                  <c:v>electric_heaters_kW</c:v>
                </c:pt>
                <c:pt idx="8">
                  <c:v>hot_water_tanks_kW</c:v>
                </c:pt>
                <c:pt idx="9">
                  <c:v>flow-type_heaters_kW</c:v>
                </c:pt>
                <c:pt idx="10">
                  <c:v>EV_chargers_kW</c:v>
                </c:pt>
                <c:pt idx="11">
                  <c:v>public_lighting_kW</c:v>
                </c:pt>
                <c:pt idx="12">
                  <c:v>other_consumers_kW</c:v>
                </c:pt>
                <c:pt idx="13">
                  <c:v>batteries_kW</c:v>
                </c:pt>
                <c:pt idx="14">
                  <c:v>PV_systems_kW</c:v>
                </c:pt>
                <c:pt idx="15">
                  <c:v>chp_kW</c:v>
                </c:pt>
                <c:pt idx="16">
                  <c:v>g0_general_kWh</c:v>
                </c:pt>
                <c:pt idx="17">
                  <c:v>g1_workdays_kWh</c:v>
                </c:pt>
                <c:pt idx="18">
                  <c:v>g2_evening_kWh</c:v>
                </c:pt>
                <c:pt idx="19">
                  <c:v>g3_continuous_kWh</c:v>
                </c:pt>
                <c:pt idx="20">
                  <c:v>g4_shop_hairdresser_kWh</c:v>
                </c:pt>
                <c:pt idx="21">
                  <c:v>g5_bakery_kWh</c:v>
                </c:pt>
                <c:pt idx="22">
                  <c:v>g6_weekend_kWh</c:v>
                </c:pt>
              </c:strCache>
            </c:strRef>
          </c:cat>
          <c:val>
            <c:numRef>
              <c:f>Sheet1!$B$2:$B$24</c:f>
              <c:numCache>
                <c:formatCode>General</c:formatCode>
                <c:ptCount val="23"/>
                <c:pt idx="0">
                  <c:v>0.9</c:v>
                </c:pt>
                <c:pt idx="1">
                  <c:v>0.9</c:v>
                </c:pt>
                <c:pt idx="2">
                  <c:v>0.85</c:v>
                </c:pt>
                <c:pt idx="3">
                  <c:v>0.7</c:v>
                </c:pt>
                <c:pt idx="4">
                  <c:v>0.75</c:v>
                </c:pt>
                <c:pt idx="5">
                  <c:v>0.65</c:v>
                </c:pt>
                <c:pt idx="6">
                  <c:v>0.7</c:v>
                </c:pt>
                <c:pt idx="7">
                  <c:v>0.65</c:v>
                </c:pt>
                <c:pt idx="8">
                  <c:v>0.65</c:v>
                </c:pt>
                <c:pt idx="9">
                  <c:v>0.65</c:v>
                </c:pt>
                <c:pt idx="10">
                  <c:v>0.75</c:v>
                </c:pt>
                <c:pt idx="11">
                  <c:v>0.45</c:v>
                </c:pt>
                <c:pt idx="12">
                  <c:v>0.6</c:v>
                </c:pt>
                <c:pt idx="13">
                  <c:v>0.7</c:v>
                </c:pt>
                <c:pt idx="14">
                  <c:v>0.7</c:v>
                </c:pt>
                <c:pt idx="15">
                  <c:v>0.75</c:v>
                </c:pt>
                <c:pt idx="16">
                  <c:v>0.75</c:v>
                </c:pt>
                <c:pt idx="17">
                  <c:v>0.8</c:v>
                </c:pt>
                <c:pt idx="18">
                  <c:v>0.8</c:v>
                </c:pt>
                <c:pt idx="19">
                  <c:v>0.65</c:v>
                </c:pt>
                <c:pt idx="20">
                  <c:v>0.85</c:v>
                </c:pt>
                <c:pt idx="21">
                  <c:v>0.85</c:v>
                </c:pt>
                <c:pt idx="22">
                  <c:v>0.75</c:v>
                </c:pt>
              </c:numCache>
            </c:numRef>
          </c:val>
          <c:smooth val="0"/>
          <c:extLst>
            <c:ext xmlns:c16="http://schemas.microsoft.com/office/drawing/2014/chart" uri="{C3380CC4-5D6E-409C-BE32-E72D297353CC}">
              <c16:uniqueId val="{00000000-13AD-47EB-9A38-5F703C518A52}"/>
            </c:ext>
          </c:extLst>
        </c:ser>
        <c:ser>
          <c:idx val="1"/>
          <c:order val="1"/>
          <c:tx>
            <c:strRef>
              <c:f>Sheet1!$C$1</c:f>
              <c:strCache>
                <c:ptCount val="1"/>
                <c:pt idx="0">
                  <c:v>2</c:v>
                </c:pt>
              </c:strCache>
            </c:strRef>
          </c:tx>
          <c:spPr>
            <a:ln w="28575" cap="rnd">
              <a:solidFill>
                <a:schemeClr val="accent2"/>
              </a:solidFill>
              <a:round/>
            </a:ln>
            <a:effectLst/>
          </c:spPr>
          <c:marker>
            <c:symbol val="circle"/>
            <c:size val="5"/>
            <c:spPr>
              <a:solidFill>
                <a:schemeClr val="accent2"/>
              </a:solidFill>
              <a:ln w="9525">
                <a:solidFill>
                  <a:schemeClr val="accent2"/>
                </a:solidFill>
              </a:ln>
              <a:effectLst/>
            </c:spPr>
          </c:marker>
          <c:cat>
            <c:strRef>
              <c:f>Sheet1!$A$2:$A$24</c:f>
              <c:strCache>
                <c:ptCount val="23"/>
                <c:pt idx="0">
                  <c:v>feeder</c:v>
                </c:pt>
                <c:pt idx="1">
                  <c:v>substation</c:v>
                </c:pt>
                <c:pt idx="2">
                  <c:v>date</c:v>
                </c:pt>
                <c:pt idx="3">
                  <c:v>housing_units_count</c:v>
                </c:pt>
                <c:pt idx="4">
                  <c:v>industry_and_commerce_count</c:v>
                </c:pt>
                <c:pt idx="5">
                  <c:v>storage_heaters_kW</c:v>
                </c:pt>
                <c:pt idx="6">
                  <c:v>heat_pumps_kW</c:v>
                </c:pt>
                <c:pt idx="7">
                  <c:v>electric_heaters_kW</c:v>
                </c:pt>
                <c:pt idx="8">
                  <c:v>hot_water_tanks_kW</c:v>
                </c:pt>
                <c:pt idx="9">
                  <c:v>flow-type_heaters_kW</c:v>
                </c:pt>
                <c:pt idx="10">
                  <c:v>EV_chargers_kW</c:v>
                </c:pt>
                <c:pt idx="11">
                  <c:v>public_lighting_kW</c:v>
                </c:pt>
                <c:pt idx="12">
                  <c:v>other_consumers_kW</c:v>
                </c:pt>
                <c:pt idx="13">
                  <c:v>batteries_kW</c:v>
                </c:pt>
                <c:pt idx="14">
                  <c:v>PV_systems_kW</c:v>
                </c:pt>
                <c:pt idx="15">
                  <c:v>chp_kW</c:v>
                </c:pt>
                <c:pt idx="16">
                  <c:v>g0_general_kWh</c:v>
                </c:pt>
                <c:pt idx="17">
                  <c:v>g1_workdays_kWh</c:v>
                </c:pt>
                <c:pt idx="18">
                  <c:v>g2_evening_kWh</c:v>
                </c:pt>
                <c:pt idx="19">
                  <c:v>g3_continuous_kWh</c:v>
                </c:pt>
                <c:pt idx="20">
                  <c:v>g4_shop_hairdresser_kWh</c:v>
                </c:pt>
                <c:pt idx="21">
                  <c:v>g5_bakery_kWh</c:v>
                </c:pt>
                <c:pt idx="22">
                  <c:v>g6_weekend_kWh</c:v>
                </c:pt>
              </c:strCache>
            </c:strRef>
          </c:cat>
          <c:val>
            <c:numRef>
              <c:f>Sheet1!$C$2:$C$24</c:f>
              <c:numCache>
                <c:formatCode>General</c:formatCode>
                <c:ptCount val="23"/>
                <c:pt idx="0">
                  <c:v>0.95</c:v>
                </c:pt>
                <c:pt idx="1">
                  <c:v>0.95</c:v>
                </c:pt>
                <c:pt idx="2">
                  <c:v>0.85</c:v>
                </c:pt>
                <c:pt idx="3">
                  <c:v>0.7</c:v>
                </c:pt>
                <c:pt idx="4">
                  <c:v>0.75</c:v>
                </c:pt>
                <c:pt idx="5">
                  <c:v>0.8</c:v>
                </c:pt>
                <c:pt idx="6">
                  <c:v>0.78</c:v>
                </c:pt>
                <c:pt idx="7">
                  <c:v>0.75</c:v>
                </c:pt>
                <c:pt idx="8">
                  <c:v>0.75</c:v>
                </c:pt>
                <c:pt idx="9">
                  <c:v>0.78</c:v>
                </c:pt>
                <c:pt idx="10">
                  <c:v>0.82</c:v>
                </c:pt>
                <c:pt idx="11">
                  <c:v>0.45</c:v>
                </c:pt>
                <c:pt idx="12">
                  <c:v>0.7</c:v>
                </c:pt>
                <c:pt idx="13">
                  <c:v>0.75</c:v>
                </c:pt>
                <c:pt idx="14">
                  <c:v>0.75</c:v>
                </c:pt>
                <c:pt idx="15">
                  <c:v>0.7</c:v>
                </c:pt>
                <c:pt idx="16">
                  <c:v>0.8</c:v>
                </c:pt>
                <c:pt idx="17">
                  <c:v>0.82</c:v>
                </c:pt>
                <c:pt idx="18">
                  <c:v>0.83</c:v>
                </c:pt>
                <c:pt idx="19">
                  <c:v>0.7</c:v>
                </c:pt>
                <c:pt idx="20">
                  <c:v>0.9</c:v>
                </c:pt>
                <c:pt idx="21">
                  <c:v>0.92</c:v>
                </c:pt>
                <c:pt idx="22">
                  <c:v>0.78</c:v>
                </c:pt>
              </c:numCache>
            </c:numRef>
          </c:val>
          <c:smooth val="0"/>
          <c:extLst>
            <c:ext xmlns:c16="http://schemas.microsoft.com/office/drawing/2014/chart" uri="{C3380CC4-5D6E-409C-BE32-E72D297353CC}">
              <c16:uniqueId val="{00000001-13AD-47EB-9A38-5F703C518A52}"/>
            </c:ext>
          </c:extLst>
        </c:ser>
        <c:ser>
          <c:idx val="2"/>
          <c:order val="2"/>
          <c:tx>
            <c:strRef>
              <c:f>Sheet1!$D$1</c:f>
              <c:strCache>
                <c:ptCount val="1"/>
                <c:pt idx="0">
                  <c:v>3</c:v>
                </c:pt>
              </c:strCache>
            </c:strRef>
          </c:tx>
          <c:spPr>
            <a:ln w="28575" cap="rnd">
              <a:solidFill>
                <a:schemeClr val="accent3"/>
              </a:solidFill>
              <a:round/>
            </a:ln>
            <a:effectLst/>
          </c:spPr>
          <c:marker>
            <c:symbol val="circle"/>
            <c:size val="5"/>
            <c:spPr>
              <a:solidFill>
                <a:schemeClr val="accent3"/>
              </a:solidFill>
              <a:ln w="9525">
                <a:solidFill>
                  <a:schemeClr val="accent3"/>
                </a:solidFill>
              </a:ln>
              <a:effectLst/>
            </c:spPr>
          </c:marker>
          <c:cat>
            <c:strRef>
              <c:f>Sheet1!$A$2:$A$24</c:f>
              <c:strCache>
                <c:ptCount val="23"/>
                <c:pt idx="0">
                  <c:v>feeder</c:v>
                </c:pt>
                <c:pt idx="1">
                  <c:v>substation</c:v>
                </c:pt>
                <c:pt idx="2">
                  <c:v>date</c:v>
                </c:pt>
                <c:pt idx="3">
                  <c:v>housing_units_count</c:v>
                </c:pt>
                <c:pt idx="4">
                  <c:v>industry_and_commerce_count</c:v>
                </c:pt>
                <c:pt idx="5">
                  <c:v>storage_heaters_kW</c:v>
                </c:pt>
                <c:pt idx="6">
                  <c:v>heat_pumps_kW</c:v>
                </c:pt>
                <c:pt idx="7">
                  <c:v>electric_heaters_kW</c:v>
                </c:pt>
                <c:pt idx="8">
                  <c:v>hot_water_tanks_kW</c:v>
                </c:pt>
                <c:pt idx="9">
                  <c:v>flow-type_heaters_kW</c:v>
                </c:pt>
                <c:pt idx="10">
                  <c:v>EV_chargers_kW</c:v>
                </c:pt>
                <c:pt idx="11">
                  <c:v>public_lighting_kW</c:v>
                </c:pt>
                <c:pt idx="12">
                  <c:v>other_consumers_kW</c:v>
                </c:pt>
                <c:pt idx="13">
                  <c:v>batteries_kW</c:v>
                </c:pt>
                <c:pt idx="14">
                  <c:v>PV_systems_kW</c:v>
                </c:pt>
                <c:pt idx="15">
                  <c:v>chp_kW</c:v>
                </c:pt>
                <c:pt idx="16">
                  <c:v>g0_general_kWh</c:v>
                </c:pt>
                <c:pt idx="17">
                  <c:v>g1_workdays_kWh</c:v>
                </c:pt>
                <c:pt idx="18">
                  <c:v>g2_evening_kWh</c:v>
                </c:pt>
                <c:pt idx="19">
                  <c:v>g3_continuous_kWh</c:v>
                </c:pt>
                <c:pt idx="20">
                  <c:v>g4_shop_hairdresser_kWh</c:v>
                </c:pt>
                <c:pt idx="21">
                  <c:v>g5_bakery_kWh</c:v>
                </c:pt>
                <c:pt idx="22">
                  <c:v>g6_weekend_kWh</c:v>
                </c:pt>
              </c:strCache>
            </c:strRef>
          </c:cat>
          <c:val>
            <c:numRef>
              <c:f>Sheet1!$D$2:$D$24</c:f>
              <c:numCache>
                <c:formatCode>General</c:formatCode>
                <c:ptCount val="23"/>
                <c:pt idx="0">
                  <c:v>0.95</c:v>
                </c:pt>
                <c:pt idx="1">
                  <c:v>0.95</c:v>
                </c:pt>
                <c:pt idx="2">
                  <c:v>0.85</c:v>
                </c:pt>
                <c:pt idx="3">
                  <c:v>0.7</c:v>
                </c:pt>
                <c:pt idx="4">
                  <c:v>0.8</c:v>
                </c:pt>
                <c:pt idx="5">
                  <c:v>0.68</c:v>
                </c:pt>
                <c:pt idx="6">
                  <c:v>0.72</c:v>
                </c:pt>
                <c:pt idx="7">
                  <c:v>0.62</c:v>
                </c:pt>
                <c:pt idx="8">
                  <c:v>0.62</c:v>
                </c:pt>
                <c:pt idx="9">
                  <c:v>0.62</c:v>
                </c:pt>
                <c:pt idx="10">
                  <c:v>0.75</c:v>
                </c:pt>
                <c:pt idx="11">
                  <c:v>0.45</c:v>
                </c:pt>
                <c:pt idx="12">
                  <c:v>0.6</c:v>
                </c:pt>
                <c:pt idx="13">
                  <c:v>0.7</c:v>
                </c:pt>
                <c:pt idx="14">
                  <c:v>0.7</c:v>
                </c:pt>
                <c:pt idx="15">
                  <c:v>0.75</c:v>
                </c:pt>
                <c:pt idx="16">
                  <c:v>0.82</c:v>
                </c:pt>
                <c:pt idx="17">
                  <c:v>0.85</c:v>
                </c:pt>
                <c:pt idx="18">
                  <c:v>0.88</c:v>
                </c:pt>
                <c:pt idx="19">
                  <c:v>0.65</c:v>
                </c:pt>
                <c:pt idx="20">
                  <c:v>0.9</c:v>
                </c:pt>
                <c:pt idx="21">
                  <c:v>0.9</c:v>
                </c:pt>
                <c:pt idx="22">
                  <c:v>0.8</c:v>
                </c:pt>
              </c:numCache>
            </c:numRef>
          </c:val>
          <c:smooth val="0"/>
          <c:extLst>
            <c:ext xmlns:c16="http://schemas.microsoft.com/office/drawing/2014/chart" uri="{C3380CC4-5D6E-409C-BE32-E72D297353CC}">
              <c16:uniqueId val="{00000002-13AD-47EB-9A38-5F703C518A52}"/>
            </c:ext>
          </c:extLst>
        </c:ser>
        <c:ser>
          <c:idx val="3"/>
          <c:order val="3"/>
          <c:tx>
            <c:strRef>
              <c:f>Sheet1!$E$1</c:f>
              <c:strCache>
                <c:ptCount val="1"/>
                <c:pt idx="0">
                  <c:v>4</c:v>
                </c:pt>
              </c:strCache>
            </c:strRef>
          </c:tx>
          <c:spPr>
            <a:ln w="28575" cap="rnd">
              <a:solidFill>
                <a:schemeClr val="accent4"/>
              </a:solidFill>
              <a:round/>
            </a:ln>
            <a:effectLst/>
          </c:spPr>
          <c:marker>
            <c:symbol val="circle"/>
            <c:size val="5"/>
            <c:spPr>
              <a:solidFill>
                <a:schemeClr val="accent4"/>
              </a:solidFill>
              <a:ln w="9525">
                <a:solidFill>
                  <a:schemeClr val="accent4"/>
                </a:solidFill>
              </a:ln>
              <a:effectLst/>
            </c:spPr>
          </c:marker>
          <c:cat>
            <c:strRef>
              <c:f>Sheet1!$A$2:$A$24</c:f>
              <c:strCache>
                <c:ptCount val="23"/>
                <c:pt idx="0">
                  <c:v>feeder</c:v>
                </c:pt>
                <c:pt idx="1">
                  <c:v>substation</c:v>
                </c:pt>
                <c:pt idx="2">
                  <c:v>date</c:v>
                </c:pt>
                <c:pt idx="3">
                  <c:v>housing_units_count</c:v>
                </c:pt>
                <c:pt idx="4">
                  <c:v>industry_and_commerce_count</c:v>
                </c:pt>
                <c:pt idx="5">
                  <c:v>storage_heaters_kW</c:v>
                </c:pt>
                <c:pt idx="6">
                  <c:v>heat_pumps_kW</c:v>
                </c:pt>
                <c:pt idx="7">
                  <c:v>electric_heaters_kW</c:v>
                </c:pt>
                <c:pt idx="8">
                  <c:v>hot_water_tanks_kW</c:v>
                </c:pt>
                <c:pt idx="9">
                  <c:v>flow-type_heaters_kW</c:v>
                </c:pt>
                <c:pt idx="10">
                  <c:v>EV_chargers_kW</c:v>
                </c:pt>
                <c:pt idx="11">
                  <c:v>public_lighting_kW</c:v>
                </c:pt>
                <c:pt idx="12">
                  <c:v>other_consumers_kW</c:v>
                </c:pt>
                <c:pt idx="13">
                  <c:v>batteries_kW</c:v>
                </c:pt>
                <c:pt idx="14">
                  <c:v>PV_systems_kW</c:v>
                </c:pt>
                <c:pt idx="15">
                  <c:v>chp_kW</c:v>
                </c:pt>
                <c:pt idx="16">
                  <c:v>g0_general_kWh</c:v>
                </c:pt>
                <c:pt idx="17">
                  <c:v>g1_workdays_kWh</c:v>
                </c:pt>
                <c:pt idx="18">
                  <c:v>g2_evening_kWh</c:v>
                </c:pt>
                <c:pt idx="19">
                  <c:v>g3_continuous_kWh</c:v>
                </c:pt>
                <c:pt idx="20">
                  <c:v>g4_shop_hairdresser_kWh</c:v>
                </c:pt>
                <c:pt idx="21">
                  <c:v>g5_bakery_kWh</c:v>
                </c:pt>
                <c:pt idx="22">
                  <c:v>g6_weekend_kWh</c:v>
                </c:pt>
              </c:strCache>
            </c:strRef>
          </c:cat>
          <c:val>
            <c:numRef>
              <c:f>Sheet1!$E$2:$E$24</c:f>
              <c:numCache>
                <c:formatCode>General</c:formatCode>
                <c:ptCount val="23"/>
                <c:pt idx="0">
                  <c:v>0.95</c:v>
                </c:pt>
                <c:pt idx="1">
                  <c:v>0.95</c:v>
                </c:pt>
                <c:pt idx="2">
                  <c:v>0.9</c:v>
                </c:pt>
                <c:pt idx="3">
                  <c:v>0.75</c:v>
                </c:pt>
                <c:pt idx="4">
                  <c:v>0.8</c:v>
                </c:pt>
                <c:pt idx="5">
                  <c:v>0.85</c:v>
                </c:pt>
                <c:pt idx="6">
                  <c:v>0.85</c:v>
                </c:pt>
                <c:pt idx="7">
                  <c:v>0.8</c:v>
                </c:pt>
                <c:pt idx="8">
                  <c:v>0.8</c:v>
                </c:pt>
                <c:pt idx="9">
                  <c:v>0.8</c:v>
                </c:pt>
                <c:pt idx="10">
                  <c:v>0.9</c:v>
                </c:pt>
                <c:pt idx="11">
                  <c:v>0.55000000000000004</c:v>
                </c:pt>
                <c:pt idx="12">
                  <c:v>0.75</c:v>
                </c:pt>
                <c:pt idx="13">
                  <c:v>0.9</c:v>
                </c:pt>
                <c:pt idx="14">
                  <c:v>0.9</c:v>
                </c:pt>
                <c:pt idx="15">
                  <c:v>0.85</c:v>
                </c:pt>
                <c:pt idx="16">
                  <c:v>0.85</c:v>
                </c:pt>
                <c:pt idx="17">
                  <c:v>0.9</c:v>
                </c:pt>
                <c:pt idx="18">
                  <c:v>0.9</c:v>
                </c:pt>
                <c:pt idx="19">
                  <c:v>0.75</c:v>
                </c:pt>
                <c:pt idx="20">
                  <c:v>0.95</c:v>
                </c:pt>
                <c:pt idx="21">
                  <c:v>0.95</c:v>
                </c:pt>
                <c:pt idx="22">
                  <c:v>0.85</c:v>
                </c:pt>
              </c:numCache>
            </c:numRef>
          </c:val>
          <c:smooth val="0"/>
          <c:extLst>
            <c:ext xmlns:c16="http://schemas.microsoft.com/office/drawing/2014/chart" uri="{C3380CC4-5D6E-409C-BE32-E72D297353CC}">
              <c16:uniqueId val="{00000001-AC7A-4832-AE53-D80AD521A564}"/>
            </c:ext>
          </c:extLst>
        </c:ser>
        <c:ser>
          <c:idx val="4"/>
          <c:order val="4"/>
          <c:tx>
            <c:strRef>
              <c:f>Sheet1!$F$1</c:f>
              <c:strCache>
                <c:ptCount val="1"/>
                <c:pt idx="0">
                  <c:v>5</c:v>
                </c:pt>
              </c:strCache>
            </c:strRef>
          </c:tx>
          <c:spPr>
            <a:ln w="28575" cap="rnd">
              <a:solidFill>
                <a:schemeClr val="accent5"/>
              </a:solidFill>
              <a:round/>
            </a:ln>
            <a:effectLst/>
          </c:spPr>
          <c:marker>
            <c:symbol val="circle"/>
            <c:size val="5"/>
            <c:spPr>
              <a:solidFill>
                <a:schemeClr val="accent5"/>
              </a:solidFill>
              <a:ln w="9525">
                <a:solidFill>
                  <a:schemeClr val="accent5"/>
                </a:solidFill>
              </a:ln>
              <a:effectLst/>
            </c:spPr>
          </c:marker>
          <c:cat>
            <c:strRef>
              <c:f>Sheet1!$A$2:$A$24</c:f>
              <c:strCache>
                <c:ptCount val="23"/>
                <c:pt idx="0">
                  <c:v>feeder</c:v>
                </c:pt>
                <c:pt idx="1">
                  <c:v>substation</c:v>
                </c:pt>
                <c:pt idx="2">
                  <c:v>date</c:v>
                </c:pt>
                <c:pt idx="3">
                  <c:v>housing_units_count</c:v>
                </c:pt>
                <c:pt idx="4">
                  <c:v>industry_and_commerce_count</c:v>
                </c:pt>
                <c:pt idx="5">
                  <c:v>storage_heaters_kW</c:v>
                </c:pt>
                <c:pt idx="6">
                  <c:v>heat_pumps_kW</c:v>
                </c:pt>
                <c:pt idx="7">
                  <c:v>electric_heaters_kW</c:v>
                </c:pt>
                <c:pt idx="8">
                  <c:v>hot_water_tanks_kW</c:v>
                </c:pt>
                <c:pt idx="9">
                  <c:v>flow-type_heaters_kW</c:v>
                </c:pt>
                <c:pt idx="10">
                  <c:v>EV_chargers_kW</c:v>
                </c:pt>
                <c:pt idx="11">
                  <c:v>public_lighting_kW</c:v>
                </c:pt>
                <c:pt idx="12">
                  <c:v>other_consumers_kW</c:v>
                </c:pt>
                <c:pt idx="13">
                  <c:v>batteries_kW</c:v>
                </c:pt>
                <c:pt idx="14">
                  <c:v>PV_systems_kW</c:v>
                </c:pt>
                <c:pt idx="15">
                  <c:v>chp_kW</c:v>
                </c:pt>
                <c:pt idx="16">
                  <c:v>g0_general_kWh</c:v>
                </c:pt>
                <c:pt idx="17">
                  <c:v>g1_workdays_kWh</c:v>
                </c:pt>
                <c:pt idx="18">
                  <c:v>g2_evening_kWh</c:v>
                </c:pt>
                <c:pt idx="19">
                  <c:v>g3_continuous_kWh</c:v>
                </c:pt>
                <c:pt idx="20">
                  <c:v>g4_shop_hairdresser_kWh</c:v>
                </c:pt>
                <c:pt idx="21">
                  <c:v>g5_bakery_kWh</c:v>
                </c:pt>
                <c:pt idx="22">
                  <c:v>g6_weekend_kWh</c:v>
                </c:pt>
              </c:strCache>
            </c:strRef>
          </c:cat>
          <c:val>
            <c:numRef>
              <c:f>Sheet1!$F$2:$F$24</c:f>
              <c:numCache>
                <c:formatCode>General</c:formatCode>
                <c:ptCount val="23"/>
                <c:pt idx="0">
                  <c:v>0.95</c:v>
                </c:pt>
                <c:pt idx="1">
                  <c:v>0.95</c:v>
                </c:pt>
                <c:pt idx="2">
                  <c:v>0.85</c:v>
                </c:pt>
                <c:pt idx="3">
                  <c:v>0.75</c:v>
                </c:pt>
                <c:pt idx="4">
                  <c:v>0.8</c:v>
                </c:pt>
                <c:pt idx="5">
                  <c:v>0.8</c:v>
                </c:pt>
                <c:pt idx="6">
                  <c:v>0.8</c:v>
                </c:pt>
                <c:pt idx="7">
                  <c:v>0.75</c:v>
                </c:pt>
                <c:pt idx="8">
                  <c:v>0.75</c:v>
                </c:pt>
                <c:pt idx="9">
                  <c:v>0.75</c:v>
                </c:pt>
                <c:pt idx="10">
                  <c:v>0.85</c:v>
                </c:pt>
                <c:pt idx="11">
                  <c:v>0.45</c:v>
                </c:pt>
                <c:pt idx="12">
                  <c:v>0.7</c:v>
                </c:pt>
                <c:pt idx="13">
                  <c:v>0.8</c:v>
                </c:pt>
                <c:pt idx="14">
                  <c:v>0.8</c:v>
                </c:pt>
                <c:pt idx="15">
                  <c:v>0.75</c:v>
                </c:pt>
                <c:pt idx="16">
                  <c:v>0.85</c:v>
                </c:pt>
                <c:pt idx="17">
                  <c:v>0.9</c:v>
                </c:pt>
                <c:pt idx="18">
                  <c:v>0.9</c:v>
                </c:pt>
                <c:pt idx="19">
                  <c:v>0.7</c:v>
                </c:pt>
                <c:pt idx="20">
                  <c:v>0.9</c:v>
                </c:pt>
                <c:pt idx="21">
                  <c:v>0.9</c:v>
                </c:pt>
                <c:pt idx="22">
                  <c:v>0.85</c:v>
                </c:pt>
              </c:numCache>
            </c:numRef>
          </c:val>
          <c:smooth val="0"/>
          <c:extLst>
            <c:ext xmlns:c16="http://schemas.microsoft.com/office/drawing/2014/chart" uri="{C3380CC4-5D6E-409C-BE32-E72D297353CC}">
              <c16:uniqueId val="{00000002-AC7A-4832-AE53-D80AD521A564}"/>
            </c:ext>
          </c:extLst>
        </c:ser>
        <c:ser>
          <c:idx val="5"/>
          <c:order val="5"/>
          <c:tx>
            <c:strRef>
              <c:f>Sheet1!$G$1</c:f>
              <c:strCache>
                <c:ptCount val="1"/>
                <c:pt idx="0">
                  <c:v>6</c:v>
                </c:pt>
              </c:strCache>
            </c:strRef>
          </c:tx>
          <c:spPr>
            <a:ln w="28575" cap="rnd">
              <a:solidFill>
                <a:schemeClr val="accent6"/>
              </a:solidFill>
              <a:round/>
            </a:ln>
            <a:effectLst/>
          </c:spPr>
          <c:marker>
            <c:symbol val="circle"/>
            <c:size val="5"/>
            <c:spPr>
              <a:solidFill>
                <a:schemeClr val="accent6"/>
              </a:solidFill>
              <a:ln w="9525">
                <a:solidFill>
                  <a:schemeClr val="accent6"/>
                </a:solidFill>
              </a:ln>
              <a:effectLst/>
            </c:spPr>
          </c:marker>
          <c:cat>
            <c:strRef>
              <c:f>Sheet1!$A$2:$A$24</c:f>
              <c:strCache>
                <c:ptCount val="23"/>
                <c:pt idx="0">
                  <c:v>feeder</c:v>
                </c:pt>
                <c:pt idx="1">
                  <c:v>substation</c:v>
                </c:pt>
                <c:pt idx="2">
                  <c:v>date</c:v>
                </c:pt>
                <c:pt idx="3">
                  <c:v>housing_units_count</c:v>
                </c:pt>
                <c:pt idx="4">
                  <c:v>industry_and_commerce_count</c:v>
                </c:pt>
                <c:pt idx="5">
                  <c:v>storage_heaters_kW</c:v>
                </c:pt>
                <c:pt idx="6">
                  <c:v>heat_pumps_kW</c:v>
                </c:pt>
                <c:pt idx="7">
                  <c:v>electric_heaters_kW</c:v>
                </c:pt>
                <c:pt idx="8">
                  <c:v>hot_water_tanks_kW</c:v>
                </c:pt>
                <c:pt idx="9">
                  <c:v>flow-type_heaters_kW</c:v>
                </c:pt>
                <c:pt idx="10">
                  <c:v>EV_chargers_kW</c:v>
                </c:pt>
                <c:pt idx="11">
                  <c:v>public_lighting_kW</c:v>
                </c:pt>
                <c:pt idx="12">
                  <c:v>other_consumers_kW</c:v>
                </c:pt>
                <c:pt idx="13">
                  <c:v>batteries_kW</c:v>
                </c:pt>
                <c:pt idx="14">
                  <c:v>PV_systems_kW</c:v>
                </c:pt>
                <c:pt idx="15">
                  <c:v>chp_kW</c:v>
                </c:pt>
                <c:pt idx="16">
                  <c:v>g0_general_kWh</c:v>
                </c:pt>
                <c:pt idx="17">
                  <c:v>g1_workdays_kWh</c:v>
                </c:pt>
                <c:pt idx="18">
                  <c:v>g2_evening_kWh</c:v>
                </c:pt>
                <c:pt idx="19">
                  <c:v>g3_continuous_kWh</c:v>
                </c:pt>
                <c:pt idx="20">
                  <c:v>g4_shop_hairdresser_kWh</c:v>
                </c:pt>
                <c:pt idx="21">
                  <c:v>g5_bakery_kWh</c:v>
                </c:pt>
                <c:pt idx="22">
                  <c:v>g6_weekend_kWh</c:v>
                </c:pt>
              </c:strCache>
            </c:strRef>
          </c:cat>
          <c:val>
            <c:numRef>
              <c:f>Sheet1!$G$2:$G$24</c:f>
              <c:numCache>
                <c:formatCode>General</c:formatCode>
                <c:ptCount val="23"/>
                <c:pt idx="0">
                  <c:v>0.95</c:v>
                </c:pt>
                <c:pt idx="1">
                  <c:v>0.95</c:v>
                </c:pt>
                <c:pt idx="2">
                  <c:v>0.8</c:v>
                </c:pt>
                <c:pt idx="3">
                  <c:v>0.65</c:v>
                </c:pt>
                <c:pt idx="4">
                  <c:v>0.75</c:v>
                </c:pt>
                <c:pt idx="5">
                  <c:v>0.7</c:v>
                </c:pt>
                <c:pt idx="6">
                  <c:v>0.7</c:v>
                </c:pt>
                <c:pt idx="7">
                  <c:v>0.65</c:v>
                </c:pt>
                <c:pt idx="8">
                  <c:v>0.65</c:v>
                </c:pt>
                <c:pt idx="9">
                  <c:v>0.65</c:v>
                </c:pt>
                <c:pt idx="10">
                  <c:v>0.8</c:v>
                </c:pt>
                <c:pt idx="11">
                  <c:v>0.35</c:v>
                </c:pt>
                <c:pt idx="12">
                  <c:v>0.6</c:v>
                </c:pt>
                <c:pt idx="13">
                  <c:v>0.75</c:v>
                </c:pt>
                <c:pt idx="14">
                  <c:v>0.75</c:v>
                </c:pt>
                <c:pt idx="15">
                  <c:v>0.7</c:v>
                </c:pt>
                <c:pt idx="16">
                  <c:v>0.65</c:v>
                </c:pt>
                <c:pt idx="17">
                  <c:v>0.7</c:v>
                </c:pt>
                <c:pt idx="18">
                  <c:v>0.75</c:v>
                </c:pt>
                <c:pt idx="19">
                  <c:v>0.6</c:v>
                </c:pt>
                <c:pt idx="20">
                  <c:v>0.85</c:v>
                </c:pt>
                <c:pt idx="21">
                  <c:v>0.85</c:v>
                </c:pt>
                <c:pt idx="22">
                  <c:v>0.7</c:v>
                </c:pt>
              </c:numCache>
            </c:numRef>
          </c:val>
          <c:smooth val="0"/>
          <c:extLst>
            <c:ext xmlns:c16="http://schemas.microsoft.com/office/drawing/2014/chart" uri="{C3380CC4-5D6E-409C-BE32-E72D297353CC}">
              <c16:uniqueId val="{00000003-AC7A-4832-AE53-D80AD521A564}"/>
            </c:ext>
          </c:extLst>
        </c:ser>
        <c:dLbls>
          <c:showLegendKey val="0"/>
          <c:showVal val="0"/>
          <c:showCatName val="0"/>
          <c:showSerName val="0"/>
          <c:showPercent val="0"/>
          <c:showBubbleSize val="0"/>
        </c:dLbls>
        <c:marker val="1"/>
        <c:smooth val="0"/>
        <c:axId val="1019268240"/>
        <c:axId val="1019264880"/>
      </c:lineChart>
      <c:catAx>
        <c:axId val="1019268240"/>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1019264880"/>
        <c:crosses val="autoZero"/>
        <c:auto val="1"/>
        <c:lblAlgn val="ctr"/>
        <c:lblOffset val="100"/>
        <c:noMultiLvlLbl val="0"/>
      </c:catAx>
      <c:valAx>
        <c:axId val="1019264880"/>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1019268240"/>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0.11475139523824805"/>
          <c:y val="7.4400793650793648E-2"/>
          <c:w val="0.86894627056390084"/>
          <c:h val="0.83858767951625091"/>
        </c:manualLayout>
      </c:layout>
      <c:barChart>
        <c:barDir val="bar"/>
        <c:grouping val="clustered"/>
        <c:varyColors val="0"/>
        <c:ser>
          <c:idx val="0"/>
          <c:order val="0"/>
          <c:tx>
            <c:strRef>
              <c:f>Tabelle1!$B$1</c:f>
              <c:strCache>
                <c:ptCount val="1"/>
                <c:pt idx="0">
                  <c:v>Data Series 1</c:v>
                </c:pt>
              </c:strCache>
            </c:strRef>
          </c:tx>
          <c:spPr>
            <a:solidFill>
              <a:schemeClr val="bg2"/>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98" b="1"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Tabelle1!$A$2:$A$5</c:f>
              <c:strCache>
                <c:ptCount val="4"/>
                <c:pt idx="0">
                  <c:v>Class 1</c:v>
                </c:pt>
                <c:pt idx="1">
                  <c:v>Class 2</c:v>
                </c:pt>
                <c:pt idx="2">
                  <c:v>Class 3</c:v>
                </c:pt>
                <c:pt idx="3">
                  <c:v>Class 4</c:v>
                </c:pt>
              </c:strCache>
            </c:strRef>
          </c:cat>
          <c:val>
            <c:numRef>
              <c:f>Tabelle1!$B$2:$B$5</c:f>
              <c:numCache>
                <c:formatCode>General</c:formatCode>
                <c:ptCount val="4"/>
                <c:pt idx="0">
                  <c:v>4.3</c:v>
                </c:pt>
                <c:pt idx="1">
                  <c:v>2.5</c:v>
                </c:pt>
                <c:pt idx="2">
                  <c:v>3.5</c:v>
                </c:pt>
                <c:pt idx="3">
                  <c:v>4.5</c:v>
                </c:pt>
              </c:numCache>
            </c:numRef>
          </c:val>
          <c:extLst>
            <c:ext xmlns:c16="http://schemas.microsoft.com/office/drawing/2014/chart" uri="{C3380CC4-5D6E-409C-BE32-E72D297353CC}">
              <c16:uniqueId val="{00000000-A526-4A62-850B-D52557CF2F1F}"/>
            </c:ext>
          </c:extLst>
        </c:ser>
        <c:ser>
          <c:idx val="1"/>
          <c:order val="1"/>
          <c:tx>
            <c:strRef>
              <c:f>Tabelle1!$C$1</c:f>
              <c:strCache>
                <c:ptCount val="1"/>
                <c:pt idx="0">
                  <c:v>Data Series 2</c:v>
                </c:pt>
              </c:strCache>
            </c:strRef>
          </c:tx>
          <c:spPr>
            <a:solidFill>
              <a:schemeClr val="tx2"/>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98" b="1"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Tabelle1!$A$2:$A$5</c:f>
              <c:strCache>
                <c:ptCount val="4"/>
                <c:pt idx="0">
                  <c:v>Class 1</c:v>
                </c:pt>
                <c:pt idx="1">
                  <c:v>Class 2</c:v>
                </c:pt>
                <c:pt idx="2">
                  <c:v>Class 3</c:v>
                </c:pt>
                <c:pt idx="3">
                  <c:v>Class 4</c:v>
                </c:pt>
              </c:strCache>
            </c:strRef>
          </c:cat>
          <c:val>
            <c:numRef>
              <c:f>Tabelle1!$C$2:$C$5</c:f>
              <c:numCache>
                <c:formatCode>General</c:formatCode>
                <c:ptCount val="4"/>
                <c:pt idx="0">
                  <c:v>2.4</c:v>
                </c:pt>
                <c:pt idx="1">
                  <c:v>4.4000000000000004</c:v>
                </c:pt>
                <c:pt idx="2">
                  <c:v>1.8</c:v>
                </c:pt>
                <c:pt idx="3">
                  <c:v>2.8</c:v>
                </c:pt>
              </c:numCache>
            </c:numRef>
          </c:val>
          <c:extLst>
            <c:ext xmlns:c16="http://schemas.microsoft.com/office/drawing/2014/chart" uri="{C3380CC4-5D6E-409C-BE32-E72D297353CC}">
              <c16:uniqueId val="{00000001-A526-4A62-850B-D52557CF2F1F}"/>
            </c:ext>
          </c:extLst>
        </c:ser>
        <c:ser>
          <c:idx val="2"/>
          <c:order val="2"/>
          <c:tx>
            <c:strRef>
              <c:f>Tabelle1!$D$1</c:f>
              <c:strCache>
                <c:ptCount val="1"/>
                <c:pt idx="0">
                  <c:v>Data Series 3</c:v>
                </c:pt>
              </c:strCache>
            </c:strRef>
          </c:tx>
          <c:spPr>
            <a:solidFill>
              <a:schemeClr val="accent3"/>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98" b="1"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Tabelle1!$A$2:$A$5</c:f>
              <c:strCache>
                <c:ptCount val="4"/>
                <c:pt idx="0">
                  <c:v>Class 1</c:v>
                </c:pt>
                <c:pt idx="1">
                  <c:v>Class 2</c:v>
                </c:pt>
                <c:pt idx="2">
                  <c:v>Class 3</c:v>
                </c:pt>
                <c:pt idx="3">
                  <c:v>Class 4</c:v>
                </c:pt>
              </c:strCache>
            </c:strRef>
          </c:cat>
          <c:val>
            <c:numRef>
              <c:f>Tabelle1!$D$2:$D$5</c:f>
              <c:numCache>
                <c:formatCode>General</c:formatCode>
                <c:ptCount val="4"/>
              </c:numCache>
            </c:numRef>
          </c:val>
          <c:extLst>
            <c:ext xmlns:c16="http://schemas.microsoft.com/office/drawing/2014/chart" uri="{C3380CC4-5D6E-409C-BE32-E72D297353CC}">
              <c16:uniqueId val="{00000002-A526-4A62-850B-D52557CF2F1F}"/>
            </c:ext>
          </c:extLst>
        </c:ser>
        <c:dLbls>
          <c:showLegendKey val="0"/>
          <c:showVal val="0"/>
          <c:showCatName val="0"/>
          <c:showSerName val="0"/>
          <c:showPercent val="0"/>
          <c:showBubbleSize val="0"/>
        </c:dLbls>
        <c:gapWidth val="0"/>
        <c:axId val="5937792"/>
        <c:axId val="5833088"/>
      </c:barChart>
      <c:catAx>
        <c:axId val="5937792"/>
        <c:scaling>
          <c:orientation val="minMax"/>
        </c:scaling>
        <c:delete val="0"/>
        <c:axPos val="l"/>
        <c:numFmt formatCode="@" sourceLinked="0"/>
        <c:majorTickMark val="none"/>
        <c:minorTickMark val="none"/>
        <c:tickLblPos val="nextTo"/>
        <c:spPr>
          <a:noFill/>
          <a:ln w="6341" cap="flat" cmpd="sng" algn="ctr">
            <a:solidFill>
              <a:schemeClr val="tx1"/>
            </a:solidFill>
            <a:round/>
          </a:ln>
          <a:effectLst/>
        </c:spPr>
        <c:txPr>
          <a:bodyPr rot="0" spcFirstLastPara="1" vertOverflow="ellipsis" wrap="square" anchor="ctr" anchorCtr="0"/>
          <a:lstStyle/>
          <a:p>
            <a:pPr algn="just">
              <a:defRPr sz="1198" b="0" i="0" u="none" strike="noStrike" kern="1200" baseline="0">
                <a:solidFill>
                  <a:schemeClr val="tx1">
                    <a:lumMod val="75000"/>
                    <a:lumOff val="25000"/>
                  </a:schemeClr>
                </a:solidFill>
                <a:latin typeface="+mn-lt"/>
                <a:ea typeface="+mn-ea"/>
                <a:cs typeface="+mn-cs"/>
              </a:defRPr>
            </a:pPr>
            <a:endParaRPr lang="en-US"/>
          </a:p>
        </c:txPr>
        <c:crossAx val="5833088"/>
        <c:crosses val="autoZero"/>
        <c:auto val="1"/>
        <c:lblAlgn val="ctr"/>
        <c:lblOffset val="80"/>
        <c:tickLblSkip val="1"/>
        <c:noMultiLvlLbl val="0"/>
      </c:catAx>
      <c:valAx>
        <c:axId val="5833088"/>
        <c:scaling>
          <c:orientation val="minMax"/>
        </c:scaling>
        <c:delete val="1"/>
        <c:axPos val="b"/>
        <c:numFmt formatCode="General" sourceLinked="1"/>
        <c:majorTickMark val="out"/>
        <c:minorTickMark val="none"/>
        <c:tickLblPos val="none"/>
        <c:crossAx val="5937792"/>
        <c:crosses val="autoZero"/>
        <c:crossBetween val="between"/>
      </c:valAx>
      <c:spPr>
        <a:noFill/>
        <a:ln w="25365">
          <a:noFill/>
        </a:ln>
      </c:spPr>
    </c:plotArea>
    <c:legend>
      <c:legendPos val="b"/>
      <c:legendEntry>
        <c:idx val="0"/>
        <c:delete val="1"/>
      </c:legendEntry>
      <c:layout>
        <c:manualLayout>
          <c:xMode val="edge"/>
          <c:yMode val="edge"/>
          <c:x val="3.7609542176962683E-2"/>
          <c:y val="0.92101274225967655"/>
          <c:w val="0.30105988511347159"/>
          <c:h val="4.6199924414210121E-2"/>
        </c:manualLayout>
      </c:layout>
      <c:overlay val="0"/>
      <c:spPr>
        <a:noFill/>
        <a:ln>
          <a:noFill/>
        </a:ln>
        <a:effectLst/>
      </c:spPr>
      <c:txPr>
        <a:bodyPr rot="0" spcFirstLastPara="1" vertOverflow="ellipsis" vert="horz" wrap="square" anchor="ctr" anchorCtr="1"/>
        <a:lstStyle/>
        <a:p>
          <a:pPr algn="just">
            <a:defRPr sz="1198" b="0" i="0" u="none" strike="noStrike" kern="1200" baseline="0">
              <a:solidFill>
                <a:schemeClr val="tx1">
                  <a:lumMod val="75000"/>
                  <a:lumOff val="25000"/>
                </a:schemeClr>
              </a:solidFill>
              <a:latin typeface="+mn-lt"/>
              <a:ea typeface="+mn-ea"/>
              <a:cs typeface="+mn-cs"/>
            </a:defRPr>
          </a:pPr>
          <a:endParaRPr lang="en-US"/>
        </a:p>
      </c:txPr>
    </c:legend>
    <c:plotVisOnly val="1"/>
    <c:dispBlanksAs val="gap"/>
    <c:showDLblsOverMax val="0"/>
  </c:chart>
  <c:spPr>
    <a:noFill/>
    <a:ln>
      <a:noFill/>
    </a:ln>
    <a:effectLst/>
  </c:spPr>
  <c:txPr>
    <a:bodyPr/>
    <a:lstStyle/>
    <a:p>
      <a:pPr>
        <a:defRPr sz="1198" b="1"/>
      </a:pPr>
      <a:endParaRPr lang="en-US"/>
    </a:p>
  </c:txPr>
  <c:externalData r:id="rId1">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3.4756179745779277E-2"/>
          <c:y val="7.6051706844861511E-2"/>
          <c:w val="0.94894148605636963"/>
          <c:h val="0.79834428781564337"/>
        </c:manualLayout>
      </c:layout>
      <c:barChart>
        <c:barDir val="col"/>
        <c:grouping val="clustered"/>
        <c:varyColors val="0"/>
        <c:ser>
          <c:idx val="0"/>
          <c:order val="0"/>
          <c:tx>
            <c:strRef>
              <c:f>Tabelle1!$B$1</c:f>
              <c:strCache>
                <c:ptCount val="1"/>
                <c:pt idx="0">
                  <c:v>Data Series 1</c:v>
                </c:pt>
              </c:strCache>
            </c:strRef>
          </c:tx>
          <c:spPr>
            <a:solidFill>
              <a:schemeClr val="tx2"/>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97" b="1"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Tabelle1!$A$2:$A$5</c:f>
              <c:strCache>
                <c:ptCount val="4"/>
                <c:pt idx="0">
                  <c:v>Class 1</c:v>
                </c:pt>
                <c:pt idx="1">
                  <c:v>Class 2</c:v>
                </c:pt>
                <c:pt idx="2">
                  <c:v>Class 3</c:v>
                </c:pt>
                <c:pt idx="3">
                  <c:v>Class 4</c:v>
                </c:pt>
              </c:strCache>
            </c:strRef>
          </c:cat>
          <c:val>
            <c:numRef>
              <c:f>Tabelle1!$B$2:$B$5</c:f>
              <c:numCache>
                <c:formatCode>General</c:formatCode>
                <c:ptCount val="4"/>
                <c:pt idx="0">
                  <c:v>4.3</c:v>
                </c:pt>
                <c:pt idx="1">
                  <c:v>2.5</c:v>
                </c:pt>
                <c:pt idx="2">
                  <c:v>3.5</c:v>
                </c:pt>
                <c:pt idx="3">
                  <c:v>4.5</c:v>
                </c:pt>
              </c:numCache>
            </c:numRef>
          </c:val>
          <c:extLst>
            <c:ext xmlns:c16="http://schemas.microsoft.com/office/drawing/2014/chart" uri="{C3380CC4-5D6E-409C-BE32-E72D297353CC}">
              <c16:uniqueId val="{00000000-126B-4511-87D1-2455F49D260D}"/>
            </c:ext>
          </c:extLst>
        </c:ser>
        <c:ser>
          <c:idx val="1"/>
          <c:order val="1"/>
          <c:tx>
            <c:strRef>
              <c:f>Tabelle1!$C$1</c:f>
              <c:strCache>
                <c:ptCount val="1"/>
                <c:pt idx="0">
                  <c:v>Data Series 2</c:v>
                </c:pt>
              </c:strCache>
            </c:strRef>
          </c:tx>
          <c:spPr>
            <a:solidFill>
              <a:schemeClr val="bg2">
                <a:lumMod val="50000"/>
              </a:schemeClr>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97" b="1"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Tabelle1!$A$2:$A$5</c:f>
              <c:strCache>
                <c:ptCount val="4"/>
                <c:pt idx="0">
                  <c:v>Class 1</c:v>
                </c:pt>
                <c:pt idx="1">
                  <c:v>Class 2</c:v>
                </c:pt>
                <c:pt idx="2">
                  <c:v>Class 3</c:v>
                </c:pt>
                <c:pt idx="3">
                  <c:v>Class 4</c:v>
                </c:pt>
              </c:strCache>
            </c:strRef>
          </c:cat>
          <c:val>
            <c:numRef>
              <c:f>Tabelle1!$C$2:$C$5</c:f>
              <c:numCache>
                <c:formatCode>General</c:formatCode>
                <c:ptCount val="4"/>
                <c:pt idx="0">
                  <c:v>2.4</c:v>
                </c:pt>
                <c:pt idx="1">
                  <c:v>4.4000000000000004</c:v>
                </c:pt>
                <c:pt idx="2">
                  <c:v>1.8</c:v>
                </c:pt>
                <c:pt idx="3">
                  <c:v>2.8</c:v>
                </c:pt>
              </c:numCache>
            </c:numRef>
          </c:val>
          <c:extLst>
            <c:ext xmlns:c16="http://schemas.microsoft.com/office/drawing/2014/chart" uri="{C3380CC4-5D6E-409C-BE32-E72D297353CC}">
              <c16:uniqueId val="{00000001-126B-4511-87D1-2455F49D260D}"/>
            </c:ext>
          </c:extLst>
        </c:ser>
        <c:ser>
          <c:idx val="2"/>
          <c:order val="2"/>
          <c:tx>
            <c:strRef>
              <c:f>Tabelle1!$D$1</c:f>
              <c:strCache>
                <c:ptCount val="1"/>
                <c:pt idx="0">
                  <c:v>Data Series 3</c:v>
                </c:pt>
              </c:strCache>
            </c:strRef>
          </c:tx>
          <c:spPr>
            <a:solidFill>
              <a:schemeClr val="bg2"/>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97" b="1"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Tabelle1!$A$2:$A$5</c:f>
              <c:strCache>
                <c:ptCount val="4"/>
                <c:pt idx="0">
                  <c:v>Class 1</c:v>
                </c:pt>
                <c:pt idx="1">
                  <c:v>Class 2</c:v>
                </c:pt>
                <c:pt idx="2">
                  <c:v>Class 3</c:v>
                </c:pt>
                <c:pt idx="3">
                  <c:v>Class 4</c:v>
                </c:pt>
              </c:strCache>
            </c:strRef>
          </c:cat>
          <c:val>
            <c:numRef>
              <c:f>Tabelle1!$D$2:$D$5</c:f>
              <c:numCache>
                <c:formatCode>General</c:formatCode>
                <c:ptCount val="4"/>
                <c:pt idx="0">
                  <c:v>3.4</c:v>
                </c:pt>
                <c:pt idx="1">
                  <c:v>5.4</c:v>
                </c:pt>
                <c:pt idx="2">
                  <c:v>0.5</c:v>
                </c:pt>
                <c:pt idx="3">
                  <c:v>3</c:v>
                </c:pt>
              </c:numCache>
            </c:numRef>
          </c:val>
          <c:extLst>
            <c:ext xmlns:c16="http://schemas.microsoft.com/office/drawing/2014/chart" uri="{C3380CC4-5D6E-409C-BE32-E72D297353CC}">
              <c16:uniqueId val="{00000002-126B-4511-87D1-2455F49D260D}"/>
            </c:ext>
          </c:extLst>
        </c:ser>
        <c:ser>
          <c:idx val="3"/>
          <c:order val="3"/>
          <c:tx>
            <c:strRef>
              <c:f>Tabelle1!$E$1</c:f>
              <c:strCache>
                <c:ptCount val="1"/>
                <c:pt idx="0">
                  <c:v>Data Series 4</c:v>
                </c:pt>
              </c:strCache>
            </c:strRef>
          </c:tx>
          <c:spPr>
            <a:solidFill>
              <a:schemeClr val="bg2">
                <a:lumMod val="60000"/>
                <a:lumOff val="40000"/>
              </a:schemeClr>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97" b="1"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Tabelle1!$A$2:$A$5</c:f>
              <c:strCache>
                <c:ptCount val="4"/>
                <c:pt idx="0">
                  <c:v>Class 1</c:v>
                </c:pt>
                <c:pt idx="1">
                  <c:v>Class 2</c:v>
                </c:pt>
                <c:pt idx="2">
                  <c:v>Class 3</c:v>
                </c:pt>
                <c:pt idx="3">
                  <c:v>Class 4</c:v>
                </c:pt>
              </c:strCache>
            </c:strRef>
          </c:cat>
          <c:val>
            <c:numRef>
              <c:f>Tabelle1!$E$2:$E$5</c:f>
              <c:numCache>
                <c:formatCode>General</c:formatCode>
                <c:ptCount val="4"/>
                <c:pt idx="0">
                  <c:v>4.2</c:v>
                </c:pt>
                <c:pt idx="1">
                  <c:v>2.2000000000000002</c:v>
                </c:pt>
                <c:pt idx="2">
                  <c:v>1.5</c:v>
                </c:pt>
                <c:pt idx="3">
                  <c:v>3.5</c:v>
                </c:pt>
              </c:numCache>
            </c:numRef>
          </c:val>
          <c:extLst>
            <c:ext xmlns:c16="http://schemas.microsoft.com/office/drawing/2014/chart" uri="{C3380CC4-5D6E-409C-BE32-E72D297353CC}">
              <c16:uniqueId val="{00000003-126B-4511-87D1-2455F49D260D}"/>
            </c:ext>
          </c:extLst>
        </c:ser>
        <c:dLbls>
          <c:showLegendKey val="0"/>
          <c:showVal val="0"/>
          <c:showCatName val="0"/>
          <c:showSerName val="0"/>
          <c:showPercent val="0"/>
          <c:showBubbleSize val="0"/>
        </c:dLbls>
        <c:gapWidth val="100"/>
        <c:axId val="7180672"/>
        <c:axId val="7182208"/>
      </c:barChart>
      <c:catAx>
        <c:axId val="7180672"/>
        <c:scaling>
          <c:orientation val="minMax"/>
        </c:scaling>
        <c:delete val="0"/>
        <c:axPos val="b"/>
        <c:numFmt formatCode="General" sourceLinked="1"/>
        <c:majorTickMark val="none"/>
        <c:minorTickMark val="none"/>
        <c:tickLblPos val="nextTo"/>
        <c:spPr>
          <a:noFill/>
          <a:ln w="6334" cap="flat" cmpd="sng" algn="ctr">
            <a:solidFill>
              <a:schemeClr val="tx1">
                <a:lumMod val="75000"/>
                <a:lumOff val="25000"/>
              </a:schemeClr>
            </a:solidFill>
            <a:round/>
          </a:ln>
          <a:effectLst/>
        </c:spPr>
        <c:txPr>
          <a:bodyPr rot="-60000000" spcFirstLastPara="1" vertOverflow="ellipsis" vert="horz" wrap="square" anchor="ctr" anchorCtr="1"/>
          <a:lstStyle/>
          <a:p>
            <a:pPr algn="just">
              <a:defRPr sz="1197" b="0" i="0" u="none" strike="noStrike" kern="1200" baseline="0">
                <a:solidFill>
                  <a:schemeClr val="tx1">
                    <a:lumMod val="75000"/>
                    <a:lumOff val="25000"/>
                  </a:schemeClr>
                </a:solidFill>
                <a:latin typeface="+mn-lt"/>
                <a:ea typeface="+mn-ea"/>
                <a:cs typeface="+mn-cs"/>
              </a:defRPr>
            </a:pPr>
            <a:endParaRPr lang="en-US"/>
          </a:p>
        </c:txPr>
        <c:crossAx val="7182208"/>
        <c:crosses val="autoZero"/>
        <c:auto val="1"/>
        <c:lblAlgn val="ctr"/>
        <c:lblOffset val="100"/>
        <c:noMultiLvlLbl val="0"/>
      </c:catAx>
      <c:valAx>
        <c:axId val="7182208"/>
        <c:scaling>
          <c:orientation val="minMax"/>
        </c:scaling>
        <c:delete val="0"/>
        <c:axPos val="l"/>
        <c:majorGridlines>
          <c:spPr>
            <a:ln w="6334" cap="flat" cmpd="sng" algn="ctr">
              <a:solidFill>
                <a:schemeClr val="tx1">
                  <a:lumMod val="50000"/>
                  <a:lumOff val="50000"/>
                </a:schemeClr>
              </a:solidFill>
              <a:prstDash val="sysDot"/>
              <a:round/>
            </a:ln>
            <a:effectLst/>
          </c:spPr>
        </c:majorGridlines>
        <c:numFmt formatCode="General" sourceLinked="1"/>
        <c:majorTickMark val="out"/>
        <c:minorTickMark val="none"/>
        <c:tickLblPos val="nextTo"/>
        <c:spPr>
          <a:noFill/>
          <a:ln>
            <a:noFill/>
          </a:ln>
          <a:effectLst/>
        </c:spPr>
        <c:txPr>
          <a:bodyPr rot="-60000000" spcFirstLastPara="1" vertOverflow="ellipsis" vert="horz" wrap="square" anchor="ctr" anchorCtr="1"/>
          <a:lstStyle/>
          <a:p>
            <a:pPr>
              <a:defRPr sz="1197" b="1" i="0" u="none" strike="noStrike" kern="1200" baseline="0">
                <a:solidFill>
                  <a:schemeClr val="tx1">
                    <a:lumMod val="65000"/>
                    <a:lumOff val="35000"/>
                  </a:schemeClr>
                </a:solidFill>
                <a:latin typeface="+mn-lt"/>
                <a:ea typeface="+mn-ea"/>
                <a:cs typeface="+mn-cs"/>
              </a:defRPr>
            </a:pPr>
            <a:endParaRPr lang="en-US"/>
          </a:p>
        </c:txPr>
        <c:crossAx val="7180672"/>
        <c:crosses val="autoZero"/>
        <c:crossBetween val="between"/>
      </c:valAx>
      <c:spPr>
        <a:noFill/>
        <a:ln w="25336">
          <a:noFill/>
        </a:ln>
      </c:spPr>
    </c:plotArea>
    <c:legend>
      <c:legendPos val="b"/>
      <c:legendEntry>
        <c:idx val="2"/>
        <c:delete val="1"/>
      </c:legendEntry>
      <c:layout>
        <c:manualLayout>
          <c:xMode val="edge"/>
          <c:yMode val="edge"/>
          <c:x val="6.7872459780280975E-2"/>
          <c:y val="0.92101274225967655"/>
          <c:w val="0.88508801454420383"/>
          <c:h val="6.0237142488336559E-2"/>
        </c:manualLayout>
      </c:layout>
      <c:overlay val="0"/>
      <c:spPr>
        <a:noFill/>
        <a:ln>
          <a:noFill/>
        </a:ln>
        <a:effectLst/>
      </c:spPr>
      <c:txPr>
        <a:bodyPr rot="0" spcFirstLastPara="1" vertOverflow="ellipsis" vert="horz" wrap="square" anchor="ctr" anchorCtr="1"/>
        <a:lstStyle/>
        <a:p>
          <a:pPr algn="just">
            <a:defRPr sz="1197" b="0" i="0" u="none" strike="noStrike" kern="1200" baseline="0">
              <a:solidFill>
                <a:schemeClr val="tx1">
                  <a:lumMod val="75000"/>
                  <a:lumOff val="25000"/>
                </a:schemeClr>
              </a:solidFill>
              <a:latin typeface="+mn-lt"/>
              <a:ea typeface="+mn-ea"/>
              <a:cs typeface="+mn-cs"/>
            </a:defRPr>
          </a:pPr>
          <a:endParaRPr lang="en-US"/>
        </a:p>
      </c:txPr>
    </c:legend>
    <c:plotVisOnly val="1"/>
    <c:dispBlanksAs val="gap"/>
    <c:showDLblsOverMax val="0"/>
  </c:chart>
  <c:spPr>
    <a:noFill/>
    <a:ln>
      <a:noFill/>
    </a:ln>
    <a:effectLst/>
  </c:spPr>
  <c:txPr>
    <a:bodyPr/>
    <a:lstStyle/>
    <a:p>
      <a:pPr>
        <a:defRPr sz="1197" b="1"/>
      </a:pPr>
      <a:endParaRPr lang="en-US"/>
    </a:p>
  </c:txPr>
  <c:externalData r:id="rId1">
    <c:autoUpdate val="0"/>
  </c:externalData>
</c:chartSpace>
</file>

<file path=ppt/charts/chart1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pieChart>
        <c:varyColors val="1"/>
        <c:ser>
          <c:idx val="0"/>
          <c:order val="0"/>
          <c:tx>
            <c:strRef>
              <c:f>Tabelle1!$B$1</c:f>
              <c:strCache>
                <c:ptCount val="1"/>
                <c:pt idx="0">
                  <c:v>Data Series 1</c:v>
                </c:pt>
              </c:strCache>
            </c:strRef>
          </c:tx>
          <c:spPr>
            <a:solidFill>
              <a:schemeClr val="tx2"/>
            </a:solidFill>
          </c:spPr>
          <c:dPt>
            <c:idx val="0"/>
            <c:bubble3D val="0"/>
            <c:spPr>
              <a:solidFill>
                <a:schemeClr val="tx2"/>
              </a:solidFill>
              <a:ln>
                <a:noFill/>
              </a:ln>
              <a:effectLst/>
            </c:spPr>
            <c:extLst>
              <c:ext xmlns:c16="http://schemas.microsoft.com/office/drawing/2014/chart" uri="{C3380CC4-5D6E-409C-BE32-E72D297353CC}">
                <c16:uniqueId val="{00000001-DFB0-4EF3-956E-204E24ADBC0F}"/>
              </c:ext>
            </c:extLst>
          </c:dPt>
          <c:dPt>
            <c:idx val="1"/>
            <c:bubble3D val="0"/>
            <c:spPr>
              <a:solidFill>
                <a:schemeClr val="bg2">
                  <a:lumMod val="75000"/>
                </a:schemeClr>
              </a:solidFill>
              <a:ln>
                <a:noFill/>
              </a:ln>
              <a:effectLst/>
            </c:spPr>
            <c:extLst>
              <c:ext xmlns:c16="http://schemas.microsoft.com/office/drawing/2014/chart" uri="{C3380CC4-5D6E-409C-BE32-E72D297353CC}">
                <c16:uniqueId val="{00000003-DFB0-4EF3-956E-204E24ADBC0F}"/>
              </c:ext>
            </c:extLst>
          </c:dPt>
          <c:dPt>
            <c:idx val="2"/>
            <c:bubble3D val="0"/>
            <c:spPr>
              <a:solidFill>
                <a:schemeClr val="bg2"/>
              </a:solidFill>
              <a:ln>
                <a:noFill/>
              </a:ln>
              <a:effectLst/>
            </c:spPr>
            <c:extLst>
              <c:ext xmlns:c16="http://schemas.microsoft.com/office/drawing/2014/chart" uri="{C3380CC4-5D6E-409C-BE32-E72D297353CC}">
                <c16:uniqueId val="{00000005-DFB0-4EF3-956E-204E24ADBC0F}"/>
              </c:ext>
            </c:extLst>
          </c:dPt>
          <c:dPt>
            <c:idx val="3"/>
            <c:bubble3D val="0"/>
            <c:spPr>
              <a:solidFill>
                <a:schemeClr val="bg2">
                  <a:lumMod val="40000"/>
                  <a:lumOff val="60000"/>
                </a:schemeClr>
              </a:solidFill>
              <a:ln>
                <a:noFill/>
              </a:ln>
              <a:effectLst/>
            </c:spPr>
            <c:extLst>
              <c:ext xmlns:c16="http://schemas.microsoft.com/office/drawing/2014/chart" uri="{C3380CC4-5D6E-409C-BE32-E72D297353CC}">
                <c16:uniqueId val="{00000007-DFB0-4EF3-956E-204E24ADBC0F}"/>
              </c:ext>
            </c:extLst>
          </c:dPt>
          <c:dLbls>
            <c:spPr>
              <a:noFill/>
              <a:ln>
                <a:noFill/>
              </a:ln>
              <a:effectLst/>
            </c:spPr>
            <c:txPr>
              <a:bodyPr rot="0" spcFirstLastPara="1" vertOverflow="ellipsis" vert="horz" wrap="square" lIns="38100" tIns="19050" rIns="38100" bIns="19050" anchor="ctr" anchorCtr="1">
                <a:spAutoFit/>
              </a:bodyPr>
              <a:lstStyle/>
              <a:p>
                <a:pPr>
                  <a:defRPr sz="1198" b="1"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1"/>
            <c:leaderLines>
              <c:spPr>
                <a:ln w="9512" cap="flat" cmpd="sng" algn="ctr">
                  <a:solidFill>
                    <a:schemeClr val="tx1">
                      <a:lumMod val="35000"/>
                      <a:lumOff val="65000"/>
                    </a:schemeClr>
                  </a:solidFill>
                  <a:round/>
                </a:ln>
                <a:effectLst/>
              </c:spPr>
            </c:leaderLines>
            <c:extLst>
              <c:ext xmlns:c15="http://schemas.microsoft.com/office/drawing/2012/chart" uri="{CE6537A1-D6FC-4f65-9D91-7224C49458BB}"/>
            </c:extLst>
          </c:dLbls>
          <c:cat>
            <c:strRef>
              <c:f>Tabelle1!$A$2:$A$5</c:f>
              <c:strCache>
                <c:ptCount val="4"/>
                <c:pt idx="0">
                  <c:v>Class 1</c:v>
                </c:pt>
                <c:pt idx="1">
                  <c:v>Class 2</c:v>
                </c:pt>
                <c:pt idx="2">
                  <c:v>Class 3</c:v>
                </c:pt>
                <c:pt idx="3">
                  <c:v>Class 4</c:v>
                </c:pt>
              </c:strCache>
            </c:strRef>
          </c:cat>
          <c:val>
            <c:numRef>
              <c:f>Tabelle1!$B$2:$B$5</c:f>
              <c:numCache>
                <c:formatCode>General</c:formatCode>
                <c:ptCount val="4"/>
                <c:pt idx="0">
                  <c:v>4.3</c:v>
                </c:pt>
                <c:pt idx="1">
                  <c:v>2.5</c:v>
                </c:pt>
                <c:pt idx="2">
                  <c:v>3.5</c:v>
                </c:pt>
                <c:pt idx="3">
                  <c:v>4.5</c:v>
                </c:pt>
              </c:numCache>
            </c:numRef>
          </c:val>
          <c:extLst>
            <c:ext xmlns:c16="http://schemas.microsoft.com/office/drawing/2014/chart" uri="{C3380CC4-5D6E-409C-BE32-E72D297353CC}">
              <c16:uniqueId val="{00000008-DFB0-4EF3-956E-204E24ADBC0F}"/>
            </c:ext>
          </c:extLst>
        </c:ser>
        <c:ser>
          <c:idx val="1"/>
          <c:order val="1"/>
          <c:tx>
            <c:strRef>
              <c:f>Tabelle1!$C$1</c:f>
              <c:strCache>
                <c:ptCount val="1"/>
                <c:pt idx="0">
                  <c:v>Data Series 2</c:v>
                </c:pt>
              </c:strCache>
            </c:strRef>
          </c:tx>
          <c:spPr>
            <a:solidFill>
              <a:schemeClr val="bg2">
                <a:lumMod val="50000"/>
              </a:schemeClr>
            </a:solidFill>
            <a:effectLst/>
          </c:spPr>
          <c:dPt>
            <c:idx val="0"/>
            <c:bubble3D val="0"/>
            <c:spPr>
              <a:solidFill>
                <a:schemeClr val="bg2">
                  <a:lumMod val="50000"/>
                </a:schemeClr>
              </a:solidFill>
              <a:ln>
                <a:noFill/>
              </a:ln>
              <a:effectLst/>
            </c:spPr>
            <c:extLst>
              <c:ext xmlns:c16="http://schemas.microsoft.com/office/drawing/2014/chart" uri="{C3380CC4-5D6E-409C-BE32-E72D297353CC}">
                <c16:uniqueId val="{0000000A-DFB0-4EF3-956E-204E24ADBC0F}"/>
              </c:ext>
            </c:extLst>
          </c:dPt>
          <c:dPt>
            <c:idx val="1"/>
            <c:bubble3D val="0"/>
            <c:spPr>
              <a:solidFill>
                <a:schemeClr val="bg2">
                  <a:lumMod val="50000"/>
                </a:schemeClr>
              </a:solidFill>
              <a:ln>
                <a:noFill/>
              </a:ln>
              <a:effectLst/>
            </c:spPr>
            <c:extLst>
              <c:ext xmlns:c16="http://schemas.microsoft.com/office/drawing/2014/chart" uri="{C3380CC4-5D6E-409C-BE32-E72D297353CC}">
                <c16:uniqueId val="{0000000C-DFB0-4EF3-956E-204E24ADBC0F}"/>
              </c:ext>
            </c:extLst>
          </c:dPt>
          <c:dPt>
            <c:idx val="2"/>
            <c:bubble3D val="0"/>
            <c:spPr>
              <a:solidFill>
                <a:schemeClr val="bg2">
                  <a:lumMod val="50000"/>
                </a:schemeClr>
              </a:solidFill>
              <a:ln>
                <a:noFill/>
              </a:ln>
              <a:effectLst/>
            </c:spPr>
            <c:extLst>
              <c:ext xmlns:c16="http://schemas.microsoft.com/office/drawing/2014/chart" uri="{C3380CC4-5D6E-409C-BE32-E72D297353CC}">
                <c16:uniqueId val="{0000000E-DFB0-4EF3-956E-204E24ADBC0F}"/>
              </c:ext>
            </c:extLst>
          </c:dPt>
          <c:dPt>
            <c:idx val="3"/>
            <c:bubble3D val="0"/>
            <c:spPr>
              <a:solidFill>
                <a:schemeClr val="bg2">
                  <a:lumMod val="50000"/>
                </a:schemeClr>
              </a:solidFill>
              <a:ln>
                <a:noFill/>
              </a:ln>
              <a:effectLst/>
            </c:spPr>
            <c:extLst>
              <c:ext xmlns:c16="http://schemas.microsoft.com/office/drawing/2014/chart" uri="{C3380CC4-5D6E-409C-BE32-E72D297353CC}">
                <c16:uniqueId val="{00000010-DFB0-4EF3-956E-204E24ADBC0F}"/>
              </c:ext>
            </c:extLst>
          </c:dPt>
          <c:dLbls>
            <c:spPr>
              <a:noFill/>
              <a:ln>
                <a:noFill/>
              </a:ln>
              <a:effectLst/>
            </c:spPr>
            <c:txPr>
              <a:bodyPr rot="0" spcFirstLastPara="1" vertOverflow="ellipsis" vert="horz" wrap="square" lIns="38100" tIns="19050" rIns="38100" bIns="19050" anchor="ctr" anchorCtr="1">
                <a:spAutoFit/>
              </a:bodyPr>
              <a:lstStyle/>
              <a:p>
                <a:pPr>
                  <a:defRPr sz="1198" b="1"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1"/>
            <c:leaderLines>
              <c:spPr>
                <a:ln w="9512" cap="flat" cmpd="sng" algn="ctr">
                  <a:solidFill>
                    <a:schemeClr val="tx1">
                      <a:lumMod val="35000"/>
                      <a:lumOff val="65000"/>
                    </a:schemeClr>
                  </a:solidFill>
                  <a:round/>
                </a:ln>
                <a:effectLst/>
              </c:spPr>
            </c:leaderLines>
            <c:extLst>
              <c:ext xmlns:c15="http://schemas.microsoft.com/office/drawing/2012/chart" uri="{CE6537A1-D6FC-4f65-9D91-7224C49458BB}"/>
            </c:extLst>
          </c:dLbls>
          <c:cat>
            <c:strRef>
              <c:f>Tabelle1!$A$2:$A$5</c:f>
              <c:strCache>
                <c:ptCount val="4"/>
                <c:pt idx="0">
                  <c:v>Class 1</c:v>
                </c:pt>
                <c:pt idx="1">
                  <c:v>Class 2</c:v>
                </c:pt>
                <c:pt idx="2">
                  <c:v>Class 3</c:v>
                </c:pt>
                <c:pt idx="3">
                  <c:v>Class 4</c:v>
                </c:pt>
              </c:strCache>
            </c:strRef>
          </c:cat>
          <c:val>
            <c:numRef>
              <c:f>Tabelle1!$C$2:$C$5</c:f>
              <c:numCache>
                <c:formatCode>General</c:formatCode>
                <c:ptCount val="4"/>
                <c:pt idx="0">
                  <c:v>2.4</c:v>
                </c:pt>
                <c:pt idx="1">
                  <c:v>4.4000000000000004</c:v>
                </c:pt>
                <c:pt idx="2">
                  <c:v>1.8</c:v>
                </c:pt>
                <c:pt idx="3">
                  <c:v>2.8</c:v>
                </c:pt>
              </c:numCache>
            </c:numRef>
          </c:val>
          <c:extLst>
            <c:ext xmlns:c16="http://schemas.microsoft.com/office/drawing/2014/chart" uri="{C3380CC4-5D6E-409C-BE32-E72D297353CC}">
              <c16:uniqueId val="{00000011-DFB0-4EF3-956E-204E24ADBC0F}"/>
            </c:ext>
          </c:extLst>
        </c:ser>
        <c:ser>
          <c:idx val="2"/>
          <c:order val="2"/>
          <c:tx>
            <c:strRef>
              <c:f>Tabelle1!$D$1</c:f>
              <c:strCache>
                <c:ptCount val="1"/>
                <c:pt idx="0">
                  <c:v>Data Series 3</c:v>
                </c:pt>
              </c:strCache>
            </c:strRef>
          </c:tx>
          <c:spPr>
            <a:solidFill>
              <a:schemeClr val="bg2"/>
            </a:solidFill>
          </c:spPr>
          <c:dPt>
            <c:idx val="0"/>
            <c:bubble3D val="0"/>
            <c:spPr>
              <a:solidFill>
                <a:schemeClr val="bg2"/>
              </a:solidFill>
              <a:ln>
                <a:noFill/>
              </a:ln>
              <a:effectLst/>
            </c:spPr>
            <c:extLst>
              <c:ext xmlns:c16="http://schemas.microsoft.com/office/drawing/2014/chart" uri="{C3380CC4-5D6E-409C-BE32-E72D297353CC}">
                <c16:uniqueId val="{00000013-DFB0-4EF3-956E-204E24ADBC0F}"/>
              </c:ext>
            </c:extLst>
          </c:dPt>
          <c:dPt>
            <c:idx val="1"/>
            <c:bubble3D val="0"/>
            <c:spPr>
              <a:solidFill>
                <a:schemeClr val="bg2"/>
              </a:solidFill>
              <a:ln>
                <a:noFill/>
              </a:ln>
              <a:effectLst/>
            </c:spPr>
            <c:extLst>
              <c:ext xmlns:c16="http://schemas.microsoft.com/office/drawing/2014/chart" uri="{C3380CC4-5D6E-409C-BE32-E72D297353CC}">
                <c16:uniqueId val="{00000015-DFB0-4EF3-956E-204E24ADBC0F}"/>
              </c:ext>
            </c:extLst>
          </c:dPt>
          <c:dPt>
            <c:idx val="2"/>
            <c:bubble3D val="0"/>
            <c:spPr>
              <a:solidFill>
                <a:schemeClr val="bg2"/>
              </a:solidFill>
              <a:ln>
                <a:noFill/>
              </a:ln>
              <a:effectLst/>
            </c:spPr>
            <c:extLst>
              <c:ext xmlns:c16="http://schemas.microsoft.com/office/drawing/2014/chart" uri="{C3380CC4-5D6E-409C-BE32-E72D297353CC}">
                <c16:uniqueId val="{00000017-DFB0-4EF3-956E-204E24ADBC0F}"/>
              </c:ext>
            </c:extLst>
          </c:dPt>
          <c:dPt>
            <c:idx val="3"/>
            <c:bubble3D val="0"/>
            <c:spPr>
              <a:solidFill>
                <a:schemeClr val="bg2"/>
              </a:solidFill>
              <a:ln>
                <a:noFill/>
              </a:ln>
              <a:effectLst/>
            </c:spPr>
            <c:extLst>
              <c:ext xmlns:c16="http://schemas.microsoft.com/office/drawing/2014/chart" uri="{C3380CC4-5D6E-409C-BE32-E72D297353CC}">
                <c16:uniqueId val="{00000019-DFB0-4EF3-956E-204E24ADBC0F}"/>
              </c:ext>
            </c:extLst>
          </c:dPt>
          <c:dLbls>
            <c:spPr>
              <a:noFill/>
              <a:ln>
                <a:noFill/>
              </a:ln>
              <a:effectLst/>
            </c:spPr>
            <c:txPr>
              <a:bodyPr rot="0" spcFirstLastPara="1" vertOverflow="ellipsis" vert="horz" wrap="square" lIns="38100" tIns="19050" rIns="38100" bIns="19050" anchor="ctr" anchorCtr="1">
                <a:spAutoFit/>
              </a:bodyPr>
              <a:lstStyle/>
              <a:p>
                <a:pPr>
                  <a:defRPr sz="1198" b="1"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1"/>
            <c:leaderLines>
              <c:spPr>
                <a:ln w="9512" cap="flat" cmpd="sng" algn="ctr">
                  <a:solidFill>
                    <a:schemeClr val="tx1">
                      <a:lumMod val="35000"/>
                      <a:lumOff val="65000"/>
                    </a:schemeClr>
                  </a:solidFill>
                  <a:round/>
                </a:ln>
                <a:effectLst/>
              </c:spPr>
            </c:leaderLines>
            <c:extLst>
              <c:ext xmlns:c15="http://schemas.microsoft.com/office/drawing/2012/chart" uri="{CE6537A1-D6FC-4f65-9D91-7224C49458BB}"/>
            </c:extLst>
          </c:dLbls>
          <c:cat>
            <c:strRef>
              <c:f>Tabelle1!$A$2:$A$5</c:f>
              <c:strCache>
                <c:ptCount val="4"/>
                <c:pt idx="0">
                  <c:v>Class 1</c:v>
                </c:pt>
                <c:pt idx="1">
                  <c:v>Class 2</c:v>
                </c:pt>
                <c:pt idx="2">
                  <c:v>Class 3</c:v>
                </c:pt>
                <c:pt idx="3">
                  <c:v>Class 4</c:v>
                </c:pt>
              </c:strCache>
            </c:strRef>
          </c:cat>
          <c:val>
            <c:numRef>
              <c:f>Tabelle1!$D$2:$D$5</c:f>
              <c:numCache>
                <c:formatCode>General</c:formatCode>
                <c:ptCount val="4"/>
                <c:pt idx="0">
                  <c:v>3.4</c:v>
                </c:pt>
                <c:pt idx="1">
                  <c:v>5.4</c:v>
                </c:pt>
                <c:pt idx="2">
                  <c:v>0.5</c:v>
                </c:pt>
                <c:pt idx="3">
                  <c:v>3</c:v>
                </c:pt>
              </c:numCache>
            </c:numRef>
          </c:val>
          <c:extLst>
            <c:ext xmlns:c16="http://schemas.microsoft.com/office/drawing/2014/chart" uri="{C3380CC4-5D6E-409C-BE32-E72D297353CC}">
              <c16:uniqueId val="{0000001A-DFB0-4EF3-956E-204E24ADBC0F}"/>
            </c:ext>
          </c:extLst>
        </c:ser>
        <c:ser>
          <c:idx val="3"/>
          <c:order val="3"/>
          <c:tx>
            <c:strRef>
              <c:f>Tabelle1!$E$1</c:f>
              <c:strCache>
                <c:ptCount val="1"/>
                <c:pt idx="0">
                  <c:v>Data Series 4</c:v>
                </c:pt>
              </c:strCache>
            </c:strRef>
          </c:tx>
          <c:spPr>
            <a:solidFill>
              <a:schemeClr val="bg2">
                <a:lumMod val="60000"/>
                <a:lumOff val="40000"/>
              </a:schemeClr>
            </a:solidFill>
          </c:spPr>
          <c:dPt>
            <c:idx val="0"/>
            <c:bubble3D val="0"/>
            <c:spPr>
              <a:solidFill>
                <a:schemeClr val="bg2">
                  <a:lumMod val="60000"/>
                  <a:lumOff val="40000"/>
                </a:schemeClr>
              </a:solidFill>
              <a:ln>
                <a:noFill/>
              </a:ln>
              <a:effectLst/>
            </c:spPr>
            <c:extLst>
              <c:ext xmlns:c16="http://schemas.microsoft.com/office/drawing/2014/chart" uri="{C3380CC4-5D6E-409C-BE32-E72D297353CC}">
                <c16:uniqueId val="{0000001C-DFB0-4EF3-956E-204E24ADBC0F}"/>
              </c:ext>
            </c:extLst>
          </c:dPt>
          <c:dPt>
            <c:idx val="1"/>
            <c:bubble3D val="0"/>
            <c:spPr>
              <a:solidFill>
                <a:schemeClr val="bg2">
                  <a:lumMod val="60000"/>
                  <a:lumOff val="40000"/>
                </a:schemeClr>
              </a:solidFill>
              <a:ln>
                <a:noFill/>
              </a:ln>
              <a:effectLst/>
            </c:spPr>
            <c:extLst>
              <c:ext xmlns:c16="http://schemas.microsoft.com/office/drawing/2014/chart" uri="{C3380CC4-5D6E-409C-BE32-E72D297353CC}">
                <c16:uniqueId val="{0000001E-DFB0-4EF3-956E-204E24ADBC0F}"/>
              </c:ext>
            </c:extLst>
          </c:dPt>
          <c:dPt>
            <c:idx val="2"/>
            <c:bubble3D val="0"/>
            <c:spPr>
              <a:solidFill>
                <a:schemeClr val="bg2">
                  <a:lumMod val="60000"/>
                  <a:lumOff val="40000"/>
                </a:schemeClr>
              </a:solidFill>
              <a:ln>
                <a:noFill/>
              </a:ln>
              <a:effectLst/>
            </c:spPr>
            <c:extLst>
              <c:ext xmlns:c16="http://schemas.microsoft.com/office/drawing/2014/chart" uri="{C3380CC4-5D6E-409C-BE32-E72D297353CC}">
                <c16:uniqueId val="{00000020-DFB0-4EF3-956E-204E24ADBC0F}"/>
              </c:ext>
            </c:extLst>
          </c:dPt>
          <c:dPt>
            <c:idx val="3"/>
            <c:bubble3D val="0"/>
            <c:spPr>
              <a:solidFill>
                <a:schemeClr val="bg2">
                  <a:lumMod val="60000"/>
                  <a:lumOff val="40000"/>
                </a:schemeClr>
              </a:solidFill>
              <a:ln>
                <a:noFill/>
              </a:ln>
              <a:effectLst/>
            </c:spPr>
            <c:extLst>
              <c:ext xmlns:c16="http://schemas.microsoft.com/office/drawing/2014/chart" uri="{C3380CC4-5D6E-409C-BE32-E72D297353CC}">
                <c16:uniqueId val="{00000022-DFB0-4EF3-956E-204E24ADBC0F}"/>
              </c:ext>
            </c:extLst>
          </c:dPt>
          <c:dLbls>
            <c:spPr>
              <a:noFill/>
              <a:ln>
                <a:noFill/>
              </a:ln>
              <a:effectLst/>
            </c:spPr>
            <c:txPr>
              <a:bodyPr rot="0" spcFirstLastPara="1" vertOverflow="ellipsis" vert="horz" wrap="square" lIns="38100" tIns="19050" rIns="38100" bIns="19050" anchor="ctr" anchorCtr="1">
                <a:spAutoFit/>
              </a:bodyPr>
              <a:lstStyle/>
              <a:p>
                <a:pPr>
                  <a:defRPr sz="1198" b="1"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1"/>
            <c:leaderLines>
              <c:spPr>
                <a:ln w="9512" cap="flat" cmpd="sng" algn="ctr">
                  <a:solidFill>
                    <a:schemeClr val="tx1">
                      <a:lumMod val="35000"/>
                      <a:lumOff val="65000"/>
                    </a:schemeClr>
                  </a:solidFill>
                  <a:round/>
                </a:ln>
                <a:effectLst/>
              </c:spPr>
            </c:leaderLines>
            <c:extLst>
              <c:ext xmlns:c15="http://schemas.microsoft.com/office/drawing/2012/chart" uri="{CE6537A1-D6FC-4f65-9D91-7224C49458BB}"/>
            </c:extLst>
          </c:dLbls>
          <c:cat>
            <c:strRef>
              <c:f>Tabelle1!$A$2:$A$5</c:f>
              <c:strCache>
                <c:ptCount val="4"/>
                <c:pt idx="0">
                  <c:v>Class 1</c:v>
                </c:pt>
                <c:pt idx="1">
                  <c:v>Class 2</c:v>
                </c:pt>
                <c:pt idx="2">
                  <c:v>Class 3</c:v>
                </c:pt>
                <c:pt idx="3">
                  <c:v>Class 4</c:v>
                </c:pt>
              </c:strCache>
            </c:strRef>
          </c:cat>
          <c:val>
            <c:numRef>
              <c:f>Tabelle1!$E$2:$E$5</c:f>
              <c:numCache>
                <c:formatCode>General</c:formatCode>
                <c:ptCount val="4"/>
                <c:pt idx="0">
                  <c:v>4.2</c:v>
                </c:pt>
                <c:pt idx="1">
                  <c:v>2.2000000000000002</c:v>
                </c:pt>
                <c:pt idx="2">
                  <c:v>1.5</c:v>
                </c:pt>
                <c:pt idx="3">
                  <c:v>3.5</c:v>
                </c:pt>
              </c:numCache>
            </c:numRef>
          </c:val>
          <c:extLst>
            <c:ext xmlns:c16="http://schemas.microsoft.com/office/drawing/2014/chart" uri="{C3380CC4-5D6E-409C-BE32-E72D297353CC}">
              <c16:uniqueId val="{00000023-DFB0-4EF3-956E-204E24ADBC0F}"/>
            </c:ext>
          </c:extLst>
        </c:ser>
        <c:dLbls>
          <c:showLegendKey val="0"/>
          <c:showVal val="0"/>
          <c:showCatName val="0"/>
          <c:showSerName val="0"/>
          <c:showPercent val="0"/>
          <c:showBubbleSize val="0"/>
          <c:showLeaderLines val="1"/>
        </c:dLbls>
        <c:firstSliceAng val="0"/>
      </c:pieChart>
      <c:spPr>
        <a:noFill/>
        <a:ln w="25365">
          <a:noFill/>
        </a:ln>
      </c:spPr>
    </c:plotArea>
    <c:legend>
      <c:legendPos val="b"/>
      <c:overlay val="0"/>
      <c:spPr>
        <a:noFill/>
        <a:ln>
          <a:noFill/>
        </a:ln>
        <a:effectLst/>
      </c:spPr>
      <c:txPr>
        <a:bodyPr rot="0" spcFirstLastPara="1" vertOverflow="ellipsis" vert="horz" wrap="square" anchor="ctr" anchorCtr="1"/>
        <a:lstStyle/>
        <a:p>
          <a:pPr algn="just">
            <a:defRPr sz="1198" b="0" i="0" u="none" strike="noStrike" kern="1200" baseline="0">
              <a:solidFill>
                <a:schemeClr val="tx1">
                  <a:lumMod val="75000"/>
                  <a:lumOff val="25000"/>
                </a:schemeClr>
              </a:solidFill>
              <a:latin typeface="+mn-lt"/>
              <a:ea typeface="+mn-ea"/>
              <a:cs typeface="+mn-cs"/>
            </a:defRPr>
          </a:pPr>
          <a:endParaRPr lang="en-US"/>
        </a:p>
      </c:txPr>
    </c:legend>
    <c:plotVisOnly val="1"/>
    <c:dispBlanksAs val="zero"/>
    <c:showDLblsOverMax val="0"/>
  </c:chart>
  <c:spPr>
    <a:noFill/>
    <a:ln>
      <a:noFill/>
    </a:ln>
    <a:effectLst/>
  </c:spPr>
  <c:txPr>
    <a:bodyPr/>
    <a:lstStyle/>
    <a:p>
      <a:pPr>
        <a:defRPr sz="1198" b="1"/>
      </a:pPr>
      <a:endParaRPr lang="en-US"/>
    </a:p>
  </c:txPr>
  <c:externalData r:id="rId1">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7.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332">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332">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332">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4.xml><?xml version="1.0" encoding="utf-8"?>
<cs:chartStyle xmlns:cs="http://schemas.microsoft.com/office/drawing/2012/chartStyle" xmlns:a="http://schemas.openxmlformats.org/drawingml/2006/main" id="332">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5.xml><?xml version="1.0" encoding="utf-8"?>
<cs:chartStyle xmlns:cs="http://schemas.microsoft.com/office/drawing/2012/chartStyle" xmlns:a="http://schemas.openxmlformats.org/drawingml/2006/main" id="332">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6.xml><?xml version="1.0" encoding="utf-8"?>
<cs:chartStyle xmlns:cs="http://schemas.microsoft.com/office/drawing/2012/chartStyle" xmlns:a="http://schemas.openxmlformats.org/drawingml/2006/main" id="332">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7.xml><?xml version="1.0" encoding="utf-8"?>
<cs:chartStyle xmlns:cs="http://schemas.microsoft.com/office/drawing/2012/chartStyle" xmlns:a="http://schemas.openxmlformats.org/drawingml/2006/main" id="332">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Kopfzeilenplatzhalter 1"/>
          <p:cNvSpPr>
            <a:spLocks noGrp="1"/>
          </p:cNvSpPr>
          <p:nvPr>
            <p:ph type="hdr" sz="quarter"/>
          </p:nvPr>
        </p:nvSpPr>
        <p:spPr>
          <a:xfrm>
            <a:off x="1" y="3"/>
            <a:ext cx="2945862" cy="493833"/>
          </a:xfrm>
          <a:prstGeom prst="rect">
            <a:avLst/>
          </a:prstGeom>
        </p:spPr>
        <p:txBody>
          <a:bodyPr vert="horz" lIns="87525" tIns="43763" rIns="87525" bIns="43763" rtlCol="0"/>
          <a:lstStyle>
            <a:lvl1pPr algn="l" eaLnBrk="1" fontAlgn="auto" hangingPunct="1">
              <a:spcBef>
                <a:spcPts val="0"/>
              </a:spcBef>
              <a:spcAft>
                <a:spcPts val="0"/>
              </a:spcAft>
              <a:defRPr sz="1100">
                <a:latin typeface="+mn-lt"/>
              </a:defRPr>
            </a:lvl1pPr>
          </a:lstStyle>
          <a:p>
            <a:pPr>
              <a:defRPr/>
            </a:pPr>
            <a:endParaRPr lang="de-DE" sz="1000">
              <a:latin typeface="Arial" pitchFamily="34" charset="0"/>
              <a:cs typeface="Arial" pitchFamily="34" charset="0"/>
            </a:endParaRPr>
          </a:p>
        </p:txBody>
      </p:sp>
      <p:sp>
        <p:nvSpPr>
          <p:cNvPr id="3" name="Datumsplatzhalter 2"/>
          <p:cNvSpPr>
            <a:spLocks noGrp="1"/>
          </p:cNvSpPr>
          <p:nvPr>
            <p:ph type="dt" sz="quarter" idx="1"/>
          </p:nvPr>
        </p:nvSpPr>
        <p:spPr>
          <a:xfrm>
            <a:off x="3850296" y="3"/>
            <a:ext cx="2945862" cy="493833"/>
          </a:xfrm>
          <a:prstGeom prst="rect">
            <a:avLst/>
          </a:prstGeom>
        </p:spPr>
        <p:txBody>
          <a:bodyPr vert="horz" lIns="87525" tIns="43763" rIns="87525" bIns="43763" rtlCol="0"/>
          <a:lstStyle>
            <a:lvl1pPr algn="r" eaLnBrk="1" fontAlgn="auto" hangingPunct="1">
              <a:spcBef>
                <a:spcPts val="0"/>
              </a:spcBef>
              <a:spcAft>
                <a:spcPts val="0"/>
              </a:spcAft>
              <a:defRPr sz="1100" smtClean="0">
                <a:latin typeface="+mn-lt"/>
              </a:defRPr>
            </a:lvl1pPr>
          </a:lstStyle>
          <a:p>
            <a:pPr>
              <a:defRPr/>
            </a:pPr>
            <a:fld id="{A989147A-E99F-426E-8428-4F7A2B762C1A}" type="datetimeFigureOut">
              <a:rPr lang="de-DE" sz="1000">
                <a:latin typeface="Arial" pitchFamily="34" charset="0"/>
                <a:cs typeface="Arial" pitchFamily="34" charset="0"/>
              </a:rPr>
              <a:pPr>
                <a:defRPr/>
              </a:pPr>
              <a:t>03.07.2026</a:t>
            </a:fld>
            <a:endParaRPr lang="de-DE" sz="1000">
              <a:latin typeface="Arial" pitchFamily="34" charset="0"/>
              <a:cs typeface="Arial" pitchFamily="34" charset="0"/>
            </a:endParaRPr>
          </a:p>
        </p:txBody>
      </p:sp>
      <p:sp>
        <p:nvSpPr>
          <p:cNvPr id="4" name="Fußzeilenplatzhalter 3"/>
          <p:cNvSpPr>
            <a:spLocks noGrp="1"/>
          </p:cNvSpPr>
          <p:nvPr>
            <p:ph type="ftr" sz="quarter" idx="2"/>
          </p:nvPr>
        </p:nvSpPr>
        <p:spPr>
          <a:xfrm>
            <a:off x="1" y="9362957"/>
            <a:ext cx="2945862" cy="493833"/>
          </a:xfrm>
          <a:prstGeom prst="rect">
            <a:avLst/>
          </a:prstGeom>
        </p:spPr>
        <p:txBody>
          <a:bodyPr vert="horz" lIns="87525" tIns="43763" rIns="87525" bIns="43763" rtlCol="0" anchor="b"/>
          <a:lstStyle>
            <a:lvl1pPr algn="l" eaLnBrk="1" fontAlgn="auto" hangingPunct="1">
              <a:spcBef>
                <a:spcPts val="0"/>
              </a:spcBef>
              <a:spcAft>
                <a:spcPts val="0"/>
              </a:spcAft>
              <a:defRPr sz="1100">
                <a:latin typeface="+mn-lt"/>
              </a:defRPr>
            </a:lvl1pPr>
          </a:lstStyle>
          <a:p>
            <a:pPr>
              <a:defRPr/>
            </a:pPr>
            <a:endParaRPr lang="de-DE" sz="1000">
              <a:latin typeface="Arial" pitchFamily="34" charset="0"/>
              <a:cs typeface="Arial" pitchFamily="34" charset="0"/>
            </a:endParaRPr>
          </a:p>
        </p:txBody>
      </p:sp>
      <p:sp>
        <p:nvSpPr>
          <p:cNvPr id="5" name="Foliennummernplatzhalter 4"/>
          <p:cNvSpPr>
            <a:spLocks noGrp="1"/>
          </p:cNvSpPr>
          <p:nvPr>
            <p:ph type="sldNum" sz="quarter" idx="3"/>
          </p:nvPr>
        </p:nvSpPr>
        <p:spPr>
          <a:xfrm>
            <a:off x="3850296" y="9362957"/>
            <a:ext cx="2945862" cy="493833"/>
          </a:xfrm>
          <a:prstGeom prst="rect">
            <a:avLst/>
          </a:prstGeom>
        </p:spPr>
        <p:txBody>
          <a:bodyPr vert="horz" lIns="87525" tIns="43763" rIns="87525" bIns="43763" rtlCol="0" anchor="b"/>
          <a:lstStyle>
            <a:lvl1pPr algn="r" eaLnBrk="1" fontAlgn="auto" hangingPunct="1">
              <a:spcBef>
                <a:spcPts val="0"/>
              </a:spcBef>
              <a:spcAft>
                <a:spcPts val="0"/>
              </a:spcAft>
              <a:defRPr sz="1100" smtClean="0">
                <a:latin typeface="+mn-lt"/>
              </a:defRPr>
            </a:lvl1pPr>
          </a:lstStyle>
          <a:p>
            <a:pPr>
              <a:defRPr/>
            </a:pPr>
            <a:fld id="{1FEB8BDD-D483-4F2A-8149-5CAA22251911}" type="slidenum">
              <a:rPr lang="de-DE" sz="1000">
                <a:latin typeface="Arial" pitchFamily="34" charset="0"/>
                <a:cs typeface="Arial" pitchFamily="34" charset="0"/>
              </a:rPr>
              <a:pPr>
                <a:defRPr/>
              </a:pPr>
              <a:t>‹#›</a:t>
            </a:fld>
            <a:endParaRPr lang="de-DE" sz="1000">
              <a:latin typeface="Arial" pitchFamily="34" charset="0"/>
              <a:cs typeface="Arial" pitchFamily="34" charset="0"/>
            </a:endParaRPr>
          </a:p>
        </p:txBody>
      </p:sp>
    </p:spTree>
    <p:extLst>
      <p:ext uri="{BB962C8B-B14F-4D97-AF65-F5344CB8AC3E}">
        <p14:creationId xmlns:p14="http://schemas.microsoft.com/office/powerpoint/2010/main" val="4170627854"/>
      </p:ext>
    </p:extLst>
  </p:cSld>
  <p:clrMap bg1="lt1" tx1="dk1" bg2="lt2" tx2="dk2" accent1="accent1" accent2="accent2" accent3="accent3" accent4="accent4" accent5="accent5" accent6="accent6" hlink="hlink" folHlink="folHlink"/>
  <p:hf sldNum="0"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Kopfzeilenplatzhalter 1"/>
          <p:cNvSpPr>
            <a:spLocks noGrp="1"/>
          </p:cNvSpPr>
          <p:nvPr>
            <p:ph type="hdr" sz="quarter"/>
          </p:nvPr>
        </p:nvSpPr>
        <p:spPr>
          <a:xfrm>
            <a:off x="1" y="3"/>
            <a:ext cx="2945862" cy="493833"/>
          </a:xfrm>
          <a:prstGeom prst="rect">
            <a:avLst/>
          </a:prstGeom>
        </p:spPr>
        <p:txBody>
          <a:bodyPr vert="horz" lIns="87525" tIns="43763" rIns="87525" bIns="43763" rtlCol="0"/>
          <a:lstStyle>
            <a:lvl1pPr algn="l" eaLnBrk="1" fontAlgn="auto" hangingPunct="1">
              <a:spcBef>
                <a:spcPts val="0"/>
              </a:spcBef>
              <a:spcAft>
                <a:spcPts val="0"/>
              </a:spcAft>
              <a:defRPr sz="1000">
                <a:latin typeface="Arial" pitchFamily="34" charset="0"/>
                <a:cs typeface="Arial" pitchFamily="34" charset="0"/>
              </a:defRPr>
            </a:lvl1pPr>
          </a:lstStyle>
          <a:p>
            <a:pPr>
              <a:defRPr/>
            </a:pPr>
            <a:endParaRPr lang="de-DE"/>
          </a:p>
        </p:txBody>
      </p:sp>
      <p:sp>
        <p:nvSpPr>
          <p:cNvPr id="3" name="Datumsplatzhalter 2"/>
          <p:cNvSpPr>
            <a:spLocks noGrp="1"/>
          </p:cNvSpPr>
          <p:nvPr>
            <p:ph type="dt" idx="1"/>
          </p:nvPr>
        </p:nvSpPr>
        <p:spPr>
          <a:xfrm>
            <a:off x="3850296" y="3"/>
            <a:ext cx="2945862" cy="493833"/>
          </a:xfrm>
          <a:prstGeom prst="rect">
            <a:avLst/>
          </a:prstGeom>
        </p:spPr>
        <p:txBody>
          <a:bodyPr vert="horz" lIns="87525" tIns="43763" rIns="87525" bIns="43763" rtlCol="0"/>
          <a:lstStyle>
            <a:lvl1pPr algn="r" eaLnBrk="1" fontAlgn="auto" hangingPunct="1">
              <a:spcBef>
                <a:spcPts val="0"/>
              </a:spcBef>
              <a:spcAft>
                <a:spcPts val="0"/>
              </a:spcAft>
              <a:defRPr sz="1000" smtClean="0">
                <a:latin typeface="+mn-lt"/>
              </a:defRPr>
            </a:lvl1pPr>
          </a:lstStyle>
          <a:p>
            <a:pPr>
              <a:defRPr/>
            </a:pPr>
            <a:fld id="{E619EF57-6584-4C28-9DE9-68C51C925951}" type="datetimeFigureOut">
              <a:rPr lang="de-DE" smtClean="0"/>
              <a:pPr>
                <a:defRPr/>
              </a:pPr>
              <a:t>03.07.2026</a:t>
            </a:fld>
            <a:endParaRPr lang="de-DE"/>
          </a:p>
        </p:txBody>
      </p:sp>
      <p:sp>
        <p:nvSpPr>
          <p:cNvPr id="4" name="Folienbildplatzhalter 3"/>
          <p:cNvSpPr>
            <a:spLocks noGrp="1" noRot="1" noChangeAspect="1"/>
          </p:cNvSpPr>
          <p:nvPr>
            <p:ph type="sldImg" idx="2"/>
          </p:nvPr>
        </p:nvSpPr>
        <p:spPr>
          <a:xfrm>
            <a:off x="1181100" y="1231900"/>
            <a:ext cx="4435475" cy="3327400"/>
          </a:xfrm>
          <a:prstGeom prst="rect">
            <a:avLst/>
          </a:prstGeom>
          <a:noFill/>
          <a:ln w="12700">
            <a:solidFill>
              <a:prstClr val="black"/>
            </a:solidFill>
          </a:ln>
        </p:spPr>
        <p:txBody>
          <a:bodyPr vert="horz" lIns="87525" tIns="43763" rIns="87525" bIns="43763" rtlCol="0" anchor="ctr"/>
          <a:lstStyle/>
          <a:p>
            <a:pPr lvl="0"/>
            <a:endParaRPr lang="de-DE" noProof="0"/>
          </a:p>
        </p:txBody>
      </p:sp>
      <p:sp>
        <p:nvSpPr>
          <p:cNvPr id="5" name="Notizenplatzhalter 4"/>
          <p:cNvSpPr>
            <a:spLocks noGrp="1"/>
          </p:cNvSpPr>
          <p:nvPr>
            <p:ph type="body" sz="quarter" idx="3"/>
          </p:nvPr>
        </p:nvSpPr>
        <p:spPr>
          <a:xfrm>
            <a:off x="679465" y="4744165"/>
            <a:ext cx="5438748" cy="3880336"/>
          </a:xfrm>
          <a:prstGeom prst="rect">
            <a:avLst/>
          </a:prstGeom>
        </p:spPr>
        <p:txBody>
          <a:bodyPr vert="horz" lIns="87525" tIns="43763" rIns="87525" bIns="43763" rtlCol="0"/>
          <a:lstStyle/>
          <a:p>
            <a:pPr lvl="0"/>
            <a:r>
              <a:rPr lang="de-DE" noProof="0"/>
              <a:t>Textmasterformat bearbeiten</a:t>
            </a:r>
          </a:p>
          <a:p>
            <a:pPr lvl="1"/>
            <a:r>
              <a:rPr lang="de-DE" noProof="0"/>
              <a:t>Zweite Ebene</a:t>
            </a:r>
          </a:p>
          <a:p>
            <a:pPr lvl="2"/>
            <a:r>
              <a:rPr lang="de-DE" noProof="0"/>
              <a:t>Dritte Ebene</a:t>
            </a:r>
          </a:p>
          <a:p>
            <a:pPr lvl="3"/>
            <a:r>
              <a:rPr lang="de-DE" noProof="0"/>
              <a:t>Vierte Ebene</a:t>
            </a:r>
          </a:p>
          <a:p>
            <a:pPr lvl="4"/>
            <a:r>
              <a:rPr lang="de-DE" noProof="0"/>
              <a:t>Fünfte Ebene</a:t>
            </a:r>
          </a:p>
        </p:txBody>
      </p:sp>
      <p:sp>
        <p:nvSpPr>
          <p:cNvPr id="6" name="Fußzeilenplatzhalter 5"/>
          <p:cNvSpPr>
            <a:spLocks noGrp="1"/>
          </p:cNvSpPr>
          <p:nvPr>
            <p:ph type="ftr" sz="quarter" idx="4"/>
          </p:nvPr>
        </p:nvSpPr>
        <p:spPr>
          <a:xfrm>
            <a:off x="1" y="9362957"/>
            <a:ext cx="2945862" cy="493833"/>
          </a:xfrm>
          <a:prstGeom prst="rect">
            <a:avLst/>
          </a:prstGeom>
        </p:spPr>
        <p:txBody>
          <a:bodyPr vert="horz" lIns="87525" tIns="43763" rIns="87525" bIns="43763" rtlCol="0" anchor="b"/>
          <a:lstStyle>
            <a:lvl1pPr algn="l" eaLnBrk="1" fontAlgn="auto" hangingPunct="1">
              <a:spcBef>
                <a:spcPts val="0"/>
              </a:spcBef>
              <a:spcAft>
                <a:spcPts val="0"/>
              </a:spcAft>
              <a:defRPr sz="1000">
                <a:latin typeface="Arial" pitchFamily="34" charset="0"/>
                <a:cs typeface="Arial" pitchFamily="34" charset="0"/>
              </a:defRPr>
            </a:lvl1pPr>
          </a:lstStyle>
          <a:p>
            <a:pPr>
              <a:defRPr/>
            </a:pPr>
            <a:endParaRPr lang="de-DE"/>
          </a:p>
        </p:txBody>
      </p:sp>
      <p:sp>
        <p:nvSpPr>
          <p:cNvPr id="7" name="Foliennummernplatzhalter 6"/>
          <p:cNvSpPr>
            <a:spLocks noGrp="1"/>
          </p:cNvSpPr>
          <p:nvPr>
            <p:ph type="sldNum" sz="quarter" idx="5"/>
          </p:nvPr>
        </p:nvSpPr>
        <p:spPr>
          <a:xfrm>
            <a:off x="3850296" y="9362957"/>
            <a:ext cx="2945862" cy="493833"/>
          </a:xfrm>
          <a:prstGeom prst="rect">
            <a:avLst/>
          </a:prstGeom>
        </p:spPr>
        <p:txBody>
          <a:bodyPr vert="horz" lIns="87525" tIns="43763" rIns="87525" bIns="43763" rtlCol="0" anchor="b"/>
          <a:lstStyle>
            <a:lvl1pPr algn="r" eaLnBrk="1" fontAlgn="auto" hangingPunct="1">
              <a:spcBef>
                <a:spcPts val="0"/>
              </a:spcBef>
              <a:spcAft>
                <a:spcPts val="0"/>
              </a:spcAft>
              <a:defRPr sz="1000" smtClean="0">
                <a:latin typeface="Arial" pitchFamily="34" charset="0"/>
                <a:cs typeface="Arial" pitchFamily="34" charset="0"/>
              </a:defRPr>
            </a:lvl1pPr>
          </a:lstStyle>
          <a:p>
            <a:pPr>
              <a:defRPr/>
            </a:pPr>
            <a:fld id="{6DB79B9A-35EE-4156-AEAA-A71D25E1C590}" type="slidenum">
              <a:rPr lang="de-DE" smtClean="0"/>
              <a:pPr>
                <a:defRPr/>
              </a:pPr>
              <a:t>‹#›</a:t>
            </a:fld>
            <a:endParaRPr lang="de-DE"/>
          </a:p>
        </p:txBody>
      </p:sp>
    </p:spTree>
    <p:extLst>
      <p:ext uri="{BB962C8B-B14F-4D97-AF65-F5344CB8AC3E}">
        <p14:creationId xmlns:p14="http://schemas.microsoft.com/office/powerpoint/2010/main" val="2304105239"/>
      </p:ext>
    </p:extLst>
  </p:cSld>
  <p:clrMap bg1="lt1" tx1="dk1" bg2="lt2" tx2="dk2" accent1="accent1" accent2="accent2" accent3="accent3" accent4="accent4" accent5="accent5" accent6="accent6" hlink="hlink" folHlink="folHlink"/>
  <p:hf sldNum="0" hdr="0" ftr="0" dt="0"/>
  <p:notesStyle>
    <a:lvl1pPr algn="l" rtl="0" fontAlgn="base">
      <a:spcBef>
        <a:spcPct val="30000"/>
      </a:spcBef>
      <a:spcAft>
        <a:spcPct val="0"/>
      </a:spcAft>
      <a:defRPr sz="1000" kern="1200">
        <a:solidFill>
          <a:schemeClr val="tx1"/>
        </a:solidFill>
        <a:latin typeface="Arial" pitchFamily="34" charset="0"/>
        <a:ea typeface="+mn-ea"/>
        <a:cs typeface="Arial" pitchFamily="34" charset="0"/>
      </a:defRPr>
    </a:lvl1pPr>
    <a:lvl2pPr marL="457200" algn="l" rtl="0" fontAlgn="base">
      <a:spcBef>
        <a:spcPct val="30000"/>
      </a:spcBef>
      <a:spcAft>
        <a:spcPct val="0"/>
      </a:spcAft>
      <a:defRPr sz="1000" kern="1200">
        <a:solidFill>
          <a:schemeClr val="tx1"/>
        </a:solidFill>
        <a:latin typeface="Arial" pitchFamily="34" charset="0"/>
        <a:ea typeface="+mn-ea"/>
        <a:cs typeface="Arial" pitchFamily="34" charset="0"/>
      </a:defRPr>
    </a:lvl2pPr>
    <a:lvl3pPr marL="914400" algn="l" rtl="0" fontAlgn="base">
      <a:spcBef>
        <a:spcPct val="30000"/>
      </a:spcBef>
      <a:spcAft>
        <a:spcPct val="0"/>
      </a:spcAft>
      <a:defRPr sz="1000" kern="1200">
        <a:solidFill>
          <a:schemeClr val="tx1"/>
        </a:solidFill>
        <a:latin typeface="Arial" pitchFamily="34" charset="0"/>
        <a:ea typeface="+mn-ea"/>
        <a:cs typeface="Arial" pitchFamily="34" charset="0"/>
      </a:defRPr>
    </a:lvl3pPr>
    <a:lvl4pPr marL="1371600" algn="l" rtl="0" fontAlgn="base">
      <a:spcBef>
        <a:spcPct val="30000"/>
      </a:spcBef>
      <a:spcAft>
        <a:spcPct val="0"/>
      </a:spcAft>
      <a:defRPr sz="1000" kern="1200">
        <a:solidFill>
          <a:schemeClr val="tx1"/>
        </a:solidFill>
        <a:latin typeface="Arial" pitchFamily="34" charset="0"/>
        <a:ea typeface="+mn-ea"/>
        <a:cs typeface="Arial" pitchFamily="34" charset="0"/>
      </a:defRPr>
    </a:lvl4pPr>
    <a:lvl5pPr marL="1828800" algn="l" rtl="0" fontAlgn="base">
      <a:spcBef>
        <a:spcPct val="30000"/>
      </a:spcBef>
      <a:spcAft>
        <a:spcPct val="0"/>
      </a:spcAft>
      <a:defRPr sz="1000" kern="1200">
        <a:solidFill>
          <a:schemeClr val="tx1"/>
        </a:solidFill>
        <a:latin typeface="Arial" pitchFamily="34" charset="0"/>
        <a:ea typeface="+mn-ea"/>
        <a:cs typeface="Arial" pitchFamily="34" charset="0"/>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Lis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288000" y="144000"/>
            <a:ext cx="8568000" cy="543600"/>
          </a:xfrm>
          <a:prstGeom prst="rect">
            <a:avLst/>
          </a:prstGeom>
        </p:spPr>
        <p:txBody>
          <a:bodyPr lIns="0" tIns="0" rIns="0" bIns="0" anchor="b" anchorCtr="0"/>
          <a:lstStyle>
            <a:lvl1pPr algn="l">
              <a:defRPr sz="2000" b="1">
                <a:solidFill>
                  <a:srgbClr val="9D9EA0"/>
                </a:solidFill>
              </a:defRPr>
            </a:lvl1pPr>
          </a:lstStyle>
          <a:p>
            <a:r>
              <a:rPr lang="en-US"/>
              <a:t>Edit the </a:t>
            </a:r>
            <a:r>
              <a:rPr lang="en-US" err="1"/>
              <a:t>mastertitle</a:t>
            </a:r>
            <a:r>
              <a:rPr lang="en-US"/>
              <a:t> format by clicking</a:t>
            </a:r>
            <a:br>
              <a:rPr lang="en-US"/>
            </a:br>
            <a:r>
              <a:rPr lang="en-US"/>
              <a:t>Example for the use of a double-spaced title</a:t>
            </a:r>
          </a:p>
        </p:txBody>
      </p:sp>
      <p:sp>
        <p:nvSpPr>
          <p:cNvPr id="12" name="Textplatzhalter 11"/>
          <p:cNvSpPr>
            <a:spLocks noGrp="1"/>
          </p:cNvSpPr>
          <p:nvPr>
            <p:ph type="body" sz="quarter" idx="13" hasCustomPrompt="1"/>
          </p:nvPr>
        </p:nvSpPr>
        <p:spPr>
          <a:xfrm>
            <a:off x="287338" y="871200"/>
            <a:ext cx="8569325" cy="5292000"/>
          </a:xfrm>
          <a:prstGeom prst="rect">
            <a:avLst/>
          </a:prstGeom>
        </p:spPr>
        <p:txBody>
          <a:bodyPr lIns="0" tIns="0" rIns="0" bIns="0"/>
          <a:lstStyle>
            <a:lvl1pPr marL="216000" indent="-216000">
              <a:lnSpc>
                <a:spcPct val="100000"/>
              </a:lnSpc>
              <a:spcBef>
                <a:spcPts val="600"/>
              </a:spcBef>
              <a:buSzPct val="115000"/>
              <a:buFont typeface="Arial" panose="020B0604020202020204" pitchFamily="34" charset="0"/>
              <a:buChar char="■"/>
              <a:defRPr lang="de-DE" dirty="0" smtClean="0">
                <a:latin typeface="+mj-lt"/>
              </a:defRPr>
            </a:lvl1pPr>
            <a:lvl2pPr marL="432000" indent="-215900">
              <a:lnSpc>
                <a:spcPct val="100000"/>
              </a:lnSpc>
              <a:spcBef>
                <a:spcPts val="600"/>
              </a:spcBef>
              <a:buFont typeface="Arial" panose="020B0604020202020204" pitchFamily="34" charset="0"/>
              <a:buChar char="≡"/>
              <a:defRPr lang="de-DE" sz="1600" dirty="0" smtClean="0">
                <a:latin typeface="+mj-lt"/>
              </a:defRPr>
            </a:lvl2pPr>
            <a:lvl3pPr marL="648000" indent="-215900">
              <a:lnSpc>
                <a:spcPct val="100000"/>
              </a:lnSpc>
              <a:spcBef>
                <a:spcPts val="600"/>
              </a:spcBef>
              <a:buSzPct val="100000"/>
              <a:buFont typeface="Arial" panose="020B0604020202020204" pitchFamily="34" charset="0"/>
              <a:buChar char="="/>
              <a:defRPr lang="de-DE" sz="1600" dirty="0" smtClean="0">
                <a:latin typeface="+mj-lt"/>
              </a:defRPr>
            </a:lvl3pPr>
            <a:lvl4pPr marL="864000" indent="-216000">
              <a:lnSpc>
                <a:spcPct val="100000"/>
              </a:lnSpc>
              <a:spcBef>
                <a:spcPts val="600"/>
              </a:spcBef>
              <a:buSzPct val="100000"/>
              <a:buFontTx/>
              <a:buChar char="□"/>
              <a:defRPr lang="de-DE" sz="1600" baseline="0" dirty="0" smtClean="0">
                <a:latin typeface="+mj-lt"/>
              </a:defRPr>
            </a:lvl4pPr>
            <a:lvl5pPr marL="1080000" indent="-216000">
              <a:lnSpc>
                <a:spcPct val="100000"/>
              </a:lnSpc>
              <a:spcBef>
                <a:spcPts val="600"/>
              </a:spcBef>
              <a:buSzPct val="130000"/>
              <a:buFont typeface="Symbol" panose="05050102010706020507" pitchFamily="18" charset="2"/>
              <a:buChar char="-"/>
              <a:defRPr lang="de-DE" sz="1600" dirty="0" smtClean="0">
                <a:latin typeface="+mj-lt"/>
              </a:defRPr>
            </a:lvl5pPr>
            <a:lvl6pPr marL="1296000" indent="-216000">
              <a:lnSpc>
                <a:spcPct val="100000"/>
              </a:lnSpc>
              <a:spcBef>
                <a:spcPts val="600"/>
              </a:spcBef>
              <a:buClr>
                <a:srgbClr val="DD402D"/>
              </a:buClr>
              <a:buSzPct val="130000"/>
              <a:buFont typeface="Symbol" panose="05050102010706020507" pitchFamily="18" charset="2"/>
              <a:buChar char="-"/>
              <a:defRPr lang="de-DE" sz="1600" dirty="0" smtClean="0">
                <a:latin typeface="+mj-lt"/>
              </a:defRPr>
            </a:lvl6pPr>
            <a:lvl7pPr marL="1512000" indent="-216000">
              <a:lnSpc>
                <a:spcPct val="100000"/>
              </a:lnSpc>
              <a:spcBef>
                <a:spcPts val="600"/>
              </a:spcBef>
              <a:buClr>
                <a:srgbClr val="DD402D"/>
              </a:buClr>
              <a:buSzPct val="130000"/>
              <a:buFont typeface="Symbol" panose="05050102010706020507" pitchFamily="18" charset="2"/>
              <a:buChar char="-"/>
              <a:defRPr lang="de-DE" sz="1600" dirty="0" smtClean="0">
                <a:latin typeface="+mj-lt"/>
              </a:defRPr>
            </a:lvl7pPr>
            <a:lvl8pPr marL="1728000" indent="-216000">
              <a:lnSpc>
                <a:spcPct val="100000"/>
              </a:lnSpc>
              <a:spcBef>
                <a:spcPts val="600"/>
              </a:spcBef>
              <a:buClr>
                <a:srgbClr val="DD402D"/>
              </a:buClr>
              <a:buSzPct val="130000"/>
              <a:buFont typeface="Symbol" panose="05050102010706020507" pitchFamily="18" charset="2"/>
              <a:buChar char="-"/>
              <a:defRPr lang="de-DE" sz="1600" dirty="0" smtClean="0">
                <a:latin typeface="+mj-lt"/>
              </a:defRPr>
            </a:lvl8pPr>
            <a:lvl9pPr marL="3657600" indent="0">
              <a:buNone/>
              <a:defRPr baseline="0"/>
            </a:lvl9pPr>
          </a:lstStyle>
          <a:p>
            <a:pPr lvl="0"/>
            <a:r>
              <a:rPr lang="de-DE"/>
              <a:t>First Level</a:t>
            </a:r>
          </a:p>
          <a:p>
            <a:pPr lvl="1"/>
            <a:r>
              <a:rPr lang="de-DE"/>
              <a:t>Second Level</a:t>
            </a:r>
          </a:p>
          <a:p>
            <a:pPr lvl="2"/>
            <a:r>
              <a:rPr lang="de-DE"/>
              <a:t>Third Level</a:t>
            </a:r>
          </a:p>
          <a:p>
            <a:pPr lvl="3"/>
            <a:r>
              <a:rPr lang="de-DE" err="1"/>
              <a:t>Fourth</a:t>
            </a:r>
            <a:r>
              <a:rPr lang="de-DE"/>
              <a:t> Level</a:t>
            </a:r>
          </a:p>
          <a:p>
            <a:pPr lvl="4"/>
            <a:r>
              <a:rPr lang="de-DE" err="1"/>
              <a:t>Fifth</a:t>
            </a:r>
            <a:r>
              <a:rPr lang="de-DE"/>
              <a:t> Level</a:t>
            </a:r>
          </a:p>
          <a:p>
            <a:pPr lvl="5"/>
            <a:r>
              <a:rPr lang="de-DE" err="1"/>
              <a:t>Sixth</a:t>
            </a:r>
            <a:r>
              <a:rPr lang="de-DE"/>
              <a:t> Level</a:t>
            </a:r>
          </a:p>
          <a:p>
            <a:pPr lvl="6"/>
            <a:r>
              <a:rPr lang="de-DE" err="1"/>
              <a:t>Seventh</a:t>
            </a:r>
            <a:r>
              <a:rPr lang="de-DE"/>
              <a:t> Level</a:t>
            </a:r>
          </a:p>
          <a:p>
            <a:pPr lvl="7"/>
            <a:r>
              <a:rPr lang="de-DE" err="1"/>
              <a:t>Eighth</a:t>
            </a:r>
            <a:r>
              <a:rPr lang="de-DE"/>
              <a:t> Level</a:t>
            </a:r>
          </a:p>
        </p:txBody>
      </p:sp>
    </p:spTree>
    <p:extLst>
      <p:ext uri="{BB962C8B-B14F-4D97-AF65-F5344CB8AC3E}">
        <p14:creationId xmlns:p14="http://schemas.microsoft.com/office/powerpoint/2010/main" val="381497014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ex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288000" y="144000"/>
            <a:ext cx="8568000" cy="543600"/>
          </a:xfrm>
          <a:prstGeom prst="rect">
            <a:avLst/>
          </a:prstGeom>
        </p:spPr>
        <p:txBody>
          <a:bodyPr lIns="0" tIns="0" rIns="0" bIns="0" anchor="b" anchorCtr="0"/>
          <a:lstStyle>
            <a:lvl1pPr algn="l">
              <a:defRPr sz="2000" b="1">
                <a:solidFill>
                  <a:srgbClr val="9D9EA0"/>
                </a:solidFill>
              </a:defRPr>
            </a:lvl1pPr>
          </a:lstStyle>
          <a:p>
            <a:r>
              <a:rPr lang="en-US"/>
              <a:t>Edit the </a:t>
            </a:r>
            <a:r>
              <a:rPr lang="en-US" err="1"/>
              <a:t>mastertitle</a:t>
            </a:r>
            <a:r>
              <a:rPr lang="en-US"/>
              <a:t> format by clicking</a:t>
            </a:r>
            <a:br>
              <a:rPr lang="en-US"/>
            </a:br>
            <a:r>
              <a:rPr lang="en-US"/>
              <a:t>Example for the use of a double-spaced title</a:t>
            </a:r>
          </a:p>
        </p:txBody>
      </p:sp>
      <p:sp>
        <p:nvSpPr>
          <p:cNvPr id="7" name="Textplatzhalter 6"/>
          <p:cNvSpPr>
            <a:spLocks noGrp="1"/>
          </p:cNvSpPr>
          <p:nvPr>
            <p:ph type="body" sz="quarter" idx="12" hasCustomPrompt="1"/>
          </p:nvPr>
        </p:nvSpPr>
        <p:spPr>
          <a:xfrm>
            <a:off x="287338" y="871200"/>
            <a:ext cx="8569325" cy="5292000"/>
          </a:xfrm>
          <a:prstGeom prst="rect">
            <a:avLst/>
          </a:prstGeom>
        </p:spPr>
        <p:txBody>
          <a:bodyPr lIns="0" tIns="0" rIns="0" bIns="0"/>
          <a:lstStyle>
            <a:lvl1pPr marL="0" indent="0">
              <a:buFontTx/>
              <a:buNone/>
              <a:defRPr/>
            </a:lvl1pPr>
          </a:lstStyle>
          <a:p>
            <a:pPr lvl="0"/>
            <a:r>
              <a:rPr lang="de-DE"/>
              <a:t>Text Area</a:t>
            </a:r>
          </a:p>
        </p:txBody>
      </p:sp>
    </p:spTree>
    <p:extLst>
      <p:ext uri="{BB962C8B-B14F-4D97-AF65-F5344CB8AC3E}">
        <p14:creationId xmlns:p14="http://schemas.microsoft.com/office/powerpoint/2010/main" val="130120584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ext, Picture (66:33)">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288000" y="144000"/>
            <a:ext cx="8568000" cy="543600"/>
          </a:xfrm>
          <a:prstGeom prst="rect">
            <a:avLst/>
          </a:prstGeom>
        </p:spPr>
        <p:txBody>
          <a:bodyPr lIns="0" tIns="0" rIns="0" bIns="0" anchor="b" anchorCtr="0"/>
          <a:lstStyle>
            <a:lvl1pPr algn="l">
              <a:defRPr sz="2000" b="1">
                <a:solidFill>
                  <a:srgbClr val="9D9EA0"/>
                </a:solidFill>
              </a:defRPr>
            </a:lvl1pPr>
          </a:lstStyle>
          <a:p>
            <a:r>
              <a:rPr lang="en-US"/>
              <a:t>Edit the </a:t>
            </a:r>
            <a:r>
              <a:rPr lang="en-US" err="1"/>
              <a:t>mastertitle</a:t>
            </a:r>
            <a:r>
              <a:rPr lang="en-US"/>
              <a:t> format by clicking</a:t>
            </a:r>
            <a:br>
              <a:rPr lang="en-US"/>
            </a:br>
            <a:r>
              <a:rPr lang="en-US"/>
              <a:t>Example for the use of a double-spaced title</a:t>
            </a:r>
          </a:p>
        </p:txBody>
      </p:sp>
      <p:sp>
        <p:nvSpPr>
          <p:cNvPr id="6" name="Bildplatzhalter 3"/>
          <p:cNvSpPr>
            <a:spLocks noGrp="1"/>
          </p:cNvSpPr>
          <p:nvPr>
            <p:ph type="pic" sz="quarter" idx="15" hasCustomPrompt="1"/>
          </p:nvPr>
        </p:nvSpPr>
        <p:spPr>
          <a:xfrm>
            <a:off x="6192000" y="1094400"/>
            <a:ext cx="2664000" cy="4456800"/>
          </a:xfrm>
          <a:prstGeom prst="rect">
            <a:avLst/>
          </a:prstGeom>
        </p:spPr>
        <p:txBody>
          <a:bodyPr/>
          <a:lstStyle>
            <a:lvl1pPr marL="0" indent="0">
              <a:buNone/>
              <a:defRPr/>
            </a:lvl1pPr>
          </a:lstStyle>
          <a:p>
            <a:r>
              <a:rPr lang="en-US"/>
              <a:t>Add picture by clicking the icon</a:t>
            </a:r>
            <a:endParaRPr lang="de-DE"/>
          </a:p>
        </p:txBody>
      </p:sp>
      <p:sp>
        <p:nvSpPr>
          <p:cNvPr id="11" name="Textplatzhalter 9"/>
          <p:cNvSpPr>
            <a:spLocks noGrp="1"/>
          </p:cNvSpPr>
          <p:nvPr>
            <p:ph type="body" sz="quarter" idx="13" hasCustomPrompt="1"/>
          </p:nvPr>
        </p:nvSpPr>
        <p:spPr>
          <a:xfrm>
            <a:off x="6192000" y="5662800"/>
            <a:ext cx="2664000" cy="500400"/>
          </a:xfrm>
          <a:prstGeom prst="rect">
            <a:avLst/>
          </a:prstGeom>
        </p:spPr>
        <p:txBody>
          <a:bodyPr>
            <a:normAutofit/>
          </a:bodyPr>
          <a:lstStyle>
            <a:lvl1pPr marL="0" indent="0" algn="r">
              <a:buNone/>
              <a:defRPr sz="900"/>
            </a:lvl1pPr>
          </a:lstStyle>
          <a:p>
            <a:pPr lvl="0"/>
            <a:r>
              <a:rPr lang="de-DE"/>
              <a:t>Picture title </a:t>
            </a:r>
            <a:r>
              <a:rPr lang="de-DE" err="1"/>
              <a:t>or</a:t>
            </a:r>
            <a:r>
              <a:rPr lang="de-DE"/>
              <a:t> </a:t>
            </a:r>
            <a:r>
              <a:rPr lang="de-DE" err="1"/>
              <a:t>description</a:t>
            </a:r>
            <a:endParaRPr lang="de-DE"/>
          </a:p>
        </p:txBody>
      </p:sp>
      <p:sp>
        <p:nvSpPr>
          <p:cNvPr id="8" name="Textplatzhalter 11"/>
          <p:cNvSpPr>
            <a:spLocks noGrp="1"/>
          </p:cNvSpPr>
          <p:nvPr>
            <p:ph type="body" sz="quarter" idx="16" hasCustomPrompt="1"/>
          </p:nvPr>
        </p:nvSpPr>
        <p:spPr>
          <a:xfrm>
            <a:off x="287338" y="871200"/>
            <a:ext cx="5648400" cy="5292000"/>
          </a:xfrm>
          <a:prstGeom prst="rect">
            <a:avLst/>
          </a:prstGeom>
        </p:spPr>
        <p:txBody>
          <a:bodyPr lIns="0" tIns="0" rIns="0" bIns="0"/>
          <a:lstStyle>
            <a:lvl1pPr marL="216000" indent="-216000">
              <a:lnSpc>
                <a:spcPct val="100000"/>
              </a:lnSpc>
              <a:spcBef>
                <a:spcPts val="600"/>
              </a:spcBef>
              <a:buSzPct val="115000"/>
              <a:buFont typeface="Arial" panose="020B0604020202020204" pitchFamily="34" charset="0"/>
              <a:buChar char="■"/>
              <a:defRPr lang="de-DE" dirty="0" smtClean="0">
                <a:latin typeface="+mj-lt"/>
              </a:defRPr>
            </a:lvl1pPr>
            <a:lvl2pPr marL="432000" indent="-215900">
              <a:lnSpc>
                <a:spcPct val="100000"/>
              </a:lnSpc>
              <a:spcBef>
                <a:spcPts val="600"/>
              </a:spcBef>
              <a:buFont typeface="Arial" panose="020B0604020202020204" pitchFamily="34" charset="0"/>
              <a:buChar char="≡"/>
              <a:defRPr lang="de-DE" sz="1600" dirty="0" smtClean="0">
                <a:latin typeface="+mj-lt"/>
              </a:defRPr>
            </a:lvl2pPr>
            <a:lvl3pPr marL="648000" indent="-215900">
              <a:lnSpc>
                <a:spcPct val="100000"/>
              </a:lnSpc>
              <a:spcBef>
                <a:spcPts val="600"/>
              </a:spcBef>
              <a:buSzPct val="100000"/>
              <a:buFont typeface="Arial" panose="020B0604020202020204" pitchFamily="34" charset="0"/>
              <a:buChar char="="/>
              <a:defRPr lang="de-DE" sz="1600" dirty="0" smtClean="0">
                <a:latin typeface="+mj-lt"/>
              </a:defRPr>
            </a:lvl3pPr>
            <a:lvl4pPr marL="864000" indent="-216000">
              <a:lnSpc>
                <a:spcPct val="100000"/>
              </a:lnSpc>
              <a:spcBef>
                <a:spcPts val="600"/>
              </a:spcBef>
              <a:buSzPct val="100000"/>
              <a:buFontTx/>
              <a:buChar char="□"/>
              <a:defRPr lang="de-DE" sz="1600" dirty="0" smtClean="0">
                <a:latin typeface="+mj-lt"/>
              </a:defRPr>
            </a:lvl4pPr>
            <a:lvl5pPr marL="1080000" indent="-216000">
              <a:lnSpc>
                <a:spcPct val="100000"/>
              </a:lnSpc>
              <a:spcBef>
                <a:spcPts val="600"/>
              </a:spcBef>
              <a:buSzPct val="130000"/>
              <a:buFont typeface="Symbol" panose="05050102010706020507" pitchFamily="18" charset="2"/>
              <a:buChar char="-"/>
              <a:defRPr lang="de-DE" sz="1600" dirty="0" smtClean="0">
                <a:latin typeface="+mj-lt"/>
              </a:defRPr>
            </a:lvl5pPr>
            <a:lvl6pPr marL="1296000" indent="-216000">
              <a:lnSpc>
                <a:spcPct val="100000"/>
              </a:lnSpc>
              <a:spcBef>
                <a:spcPts val="600"/>
              </a:spcBef>
              <a:buClr>
                <a:srgbClr val="DD402D"/>
              </a:buClr>
              <a:buSzPct val="130000"/>
              <a:buFont typeface="Symbol" panose="05050102010706020507" pitchFamily="18" charset="2"/>
              <a:buChar char="-"/>
              <a:defRPr lang="de-DE" sz="1600" dirty="0" smtClean="0">
                <a:latin typeface="+mj-lt"/>
              </a:defRPr>
            </a:lvl6pPr>
            <a:lvl7pPr marL="1512000" indent="-216000">
              <a:lnSpc>
                <a:spcPct val="100000"/>
              </a:lnSpc>
              <a:spcBef>
                <a:spcPts val="600"/>
              </a:spcBef>
              <a:buClr>
                <a:srgbClr val="DD402D"/>
              </a:buClr>
              <a:buSzPct val="130000"/>
              <a:buFont typeface="Symbol" panose="05050102010706020507" pitchFamily="18" charset="2"/>
              <a:buChar char="-"/>
              <a:defRPr lang="de-DE" sz="1600" dirty="0" smtClean="0">
                <a:latin typeface="+mj-lt"/>
              </a:defRPr>
            </a:lvl7pPr>
            <a:lvl8pPr marL="1728000" indent="-216000">
              <a:lnSpc>
                <a:spcPct val="100000"/>
              </a:lnSpc>
              <a:spcBef>
                <a:spcPts val="600"/>
              </a:spcBef>
              <a:buClr>
                <a:srgbClr val="DD402D"/>
              </a:buClr>
              <a:buSzPct val="130000"/>
              <a:buFont typeface="Symbol" panose="05050102010706020507" pitchFamily="18" charset="2"/>
              <a:buChar char="-"/>
              <a:defRPr lang="de-DE" sz="1600" dirty="0" smtClean="0">
                <a:latin typeface="+mj-lt"/>
              </a:defRPr>
            </a:lvl8pPr>
            <a:lvl9pPr marL="3657600" indent="0">
              <a:buNone/>
              <a:defRPr baseline="0"/>
            </a:lvl9pPr>
          </a:lstStyle>
          <a:p>
            <a:pPr lvl="0"/>
            <a:r>
              <a:rPr lang="de-DE"/>
              <a:t>First Level</a:t>
            </a:r>
          </a:p>
          <a:p>
            <a:pPr lvl="1"/>
            <a:r>
              <a:rPr lang="de-DE"/>
              <a:t>Second Level</a:t>
            </a:r>
          </a:p>
          <a:p>
            <a:pPr lvl="2"/>
            <a:r>
              <a:rPr lang="de-DE"/>
              <a:t>Third Level</a:t>
            </a:r>
          </a:p>
          <a:p>
            <a:pPr lvl="3"/>
            <a:r>
              <a:rPr lang="de-DE" err="1"/>
              <a:t>Fourth</a:t>
            </a:r>
            <a:r>
              <a:rPr lang="de-DE"/>
              <a:t> Level</a:t>
            </a:r>
          </a:p>
          <a:p>
            <a:pPr lvl="4"/>
            <a:r>
              <a:rPr lang="de-DE" err="1"/>
              <a:t>Fifth</a:t>
            </a:r>
            <a:r>
              <a:rPr lang="de-DE"/>
              <a:t> Level</a:t>
            </a:r>
          </a:p>
          <a:p>
            <a:pPr lvl="5"/>
            <a:r>
              <a:rPr lang="de-DE" err="1"/>
              <a:t>Sixth</a:t>
            </a:r>
            <a:r>
              <a:rPr lang="de-DE"/>
              <a:t> Level</a:t>
            </a:r>
          </a:p>
          <a:p>
            <a:pPr lvl="6"/>
            <a:r>
              <a:rPr lang="de-DE" err="1"/>
              <a:t>Seventh</a:t>
            </a:r>
            <a:r>
              <a:rPr lang="de-DE"/>
              <a:t> Level</a:t>
            </a:r>
          </a:p>
          <a:p>
            <a:pPr lvl="7"/>
            <a:r>
              <a:rPr lang="de-DE" err="1"/>
              <a:t>Eighth</a:t>
            </a:r>
            <a:r>
              <a:rPr lang="de-DE"/>
              <a:t> Level</a:t>
            </a:r>
          </a:p>
        </p:txBody>
      </p:sp>
    </p:spTree>
    <p:extLst>
      <p:ext uri="{BB962C8B-B14F-4D97-AF65-F5344CB8AC3E}">
        <p14:creationId xmlns:p14="http://schemas.microsoft.com/office/powerpoint/2010/main" val="356083508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ext, Picture (50:50)">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288000" y="144000"/>
            <a:ext cx="8568000" cy="543600"/>
          </a:xfrm>
          <a:prstGeom prst="rect">
            <a:avLst/>
          </a:prstGeom>
        </p:spPr>
        <p:txBody>
          <a:bodyPr lIns="0" tIns="0" rIns="0" bIns="0" anchor="b" anchorCtr="0"/>
          <a:lstStyle>
            <a:lvl1pPr algn="l">
              <a:defRPr sz="2000" b="1">
                <a:solidFill>
                  <a:srgbClr val="9D9EA0"/>
                </a:solidFill>
              </a:defRPr>
            </a:lvl1pPr>
          </a:lstStyle>
          <a:p>
            <a:r>
              <a:rPr lang="en-US"/>
              <a:t>Edit the </a:t>
            </a:r>
            <a:r>
              <a:rPr lang="en-US" err="1"/>
              <a:t>mastertitle</a:t>
            </a:r>
            <a:r>
              <a:rPr lang="en-US"/>
              <a:t> format by clicking</a:t>
            </a:r>
            <a:br>
              <a:rPr lang="en-US"/>
            </a:br>
            <a:r>
              <a:rPr lang="en-US"/>
              <a:t>Example for the use of a double-spaced title</a:t>
            </a:r>
          </a:p>
        </p:txBody>
      </p:sp>
      <p:sp>
        <p:nvSpPr>
          <p:cNvPr id="6" name="Bildplatzhalter 3"/>
          <p:cNvSpPr>
            <a:spLocks noGrp="1"/>
          </p:cNvSpPr>
          <p:nvPr>
            <p:ph type="pic" sz="quarter" idx="15" hasCustomPrompt="1"/>
          </p:nvPr>
        </p:nvSpPr>
        <p:spPr>
          <a:xfrm>
            <a:off x="4701600" y="1094400"/>
            <a:ext cx="4154400" cy="4456800"/>
          </a:xfrm>
          <a:prstGeom prst="rect">
            <a:avLst/>
          </a:prstGeom>
        </p:spPr>
        <p:txBody>
          <a:bodyPr/>
          <a:lstStyle>
            <a:lvl1pPr marL="0" indent="0">
              <a:buNone/>
              <a:defRPr/>
            </a:lvl1pPr>
          </a:lstStyle>
          <a:p>
            <a:r>
              <a:rPr lang="en-US"/>
              <a:t>Add picture by clicking the icon</a:t>
            </a:r>
            <a:endParaRPr lang="de-DE"/>
          </a:p>
        </p:txBody>
      </p:sp>
      <p:sp>
        <p:nvSpPr>
          <p:cNvPr id="11" name="Textplatzhalter 9"/>
          <p:cNvSpPr>
            <a:spLocks noGrp="1"/>
          </p:cNvSpPr>
          <p:nvPr>
            <p:ph type="body" sz="quarter" idx="13" hasCustomPrompt="1"/>
          </p:nvPr>
        </p:nvSpPr>
        <p:spPr>
          <a:xfrm>
            <a:off x="4701600" y="5662800"/>
            <a:ext cx="4154400" cy="500400"/>
          </a:xfrm>
          <a:prstGeom prst="rect">
            <a:avLst/>
          </a:prstGeom>
        </p:spPr>
        <p:txBody>
          <a:bodyPr>
            <a:normAutofit/>
          </a:bodyPr>
          <a:lstStyle>
            <a:lvl1pPr marL="0" indent="0" algn="r">
              <a:buNone/>
              <a:defRPr sz="900"/>
            </a:lvl1pPr>
          </a:lstStyle>
          <a:p>
            <a:pPr lvl="0"/>
            <a:r>
              <a:rPr lang="de-DE"/>
              <a:t>Picture title </a:t>
            </a:r>
            <a:r>
              <a:rPr lang="de-DE" err="1"/>
              <a:t>or</a:t>
            </a:r>
            <a:r>
              <a:rPr lang="de-DE"/>
              <a:t> </a:t>
            </a:r>
            <a:r>
              <a:rPr lang="de-DE" err="1"/>
              <a:t>description</a:t>
            </a:r>
            <a:endParaRPr lang="de-DE"/>
          </a:p>
        </p:txBody>
      </p:sp>
      <p:sp>
        <p:nvSpPr>
          <p:cNvPr id="8" name="Textplatzhalter 11"/>
          <p:cNvSpPr>
            <a:spLocks noGrp="1"/>
          </p:cNvSpPr>
          <p:nvPr>
            <p:ph type="body" sz="quarter" idx="16" hasCustomPrompt="1"/>
          </p:nvPr>
        </p:nvSpPr>
        <p:spPr>
          <a:xfrm>
            <a:off x="287338" y="871200"/>
            <a:ext cx="4154400" cy="5292000"/>
          </a:xfrm>
          <a:prstGeom prst="rect">
            <a:avLst/>
          </a:prstGeom>
        </p:spPr>
        <p:txBody>
          <a:bodyPr lIns="0" tIns="0" rIns="0" bIns="0"/>
          <a:lstStyle>
            <a:lvl1pPr marL="216000" indent="-216000">
              <a:lnSpc>
                <a:spcPct val="100000"/>
              </a:lnSpc>
              <a:spcBef>
                <a:spcPts val="600"/>
              </a:spcBef>
              <a:buSzPct val="115000"/>
              <a:buFont typeface="Arial" panose="020B0604020202020204" pitchFamily="34" charset="0"/>
              <a:buChar char="■"/>
              <a:defRPr lang="de-DE" dirty="0" smtClean="0">
                <a:latin typeface="+mj-lt"/>
              </a:defRPr>
            </a:lvl1pPr>
            <a:lvl2pPr marL="432000" indent="-215900">
              <a:lnSpc>
                <a:spcPct val="100000"/>
              </a:lnSpc>
              <a:spcBef>
                <a:spcPts val="600"/>
              </a:spcBef>
              <a:buFont typeface="Arial" panose="020B0604020202020204" pitchFamily="34" charset="0"/>
              <a:buChar char="≡"/>
              <a:defRPr lang="de-DE" sz="1600" dirty="0" smtClean="0">
                <a:latin typeface="+mj-lt"/>
              </a:defRPr>
            </a:lvl2pPr>
            <a:lvl3pPr marL="648000" indent="-215900">
              <a:lnSpc>
                <a:spcPct val="100000"/>
              </a:lnSpc>
              <a:spcBef>
                <a:spcPts val="600"/>
              </a:spcBef>
              <a:buSzPct val="100000"/>
              <a:buFont typeface="Arial" panose="020B0604020202020204" pitchFamily="34" charset="0"/>
              <a:buChar char="="/>
              <a:defRPr lang="de-DE" sz="1600" dirty="0" smtClean="0">
                <a:latin typeface="+mj-lt"/>
              </a:defRPr>
            </a:lvl3pPr>
            <a:lvl4pPr marL="864000" indent="-216000">
              <a:lnSpc>
                <a:spcPct val="100000"/>
              </a:lnSpc>
              <a:spcBef>
                <a:spcPts val="600"/>
              </a:spcBef>
              <a:buSzPct val="100000"/>
              <a:buFontTx/>
              <a:buChar char="□"/>
              <a:defRPr lang="de-DE" sz="1600" dirty="0" smtClean="0">
                <a:latin typeface="+mj-lt"/>
              </a:defRPr>
            </a:lvl4pPr>
            <a:lvl5pPr marL="1080000" indent="-216000">
              <a:lnSpc>
                <a:spcPct val="100000"/>
              </a:lnSpc>
              <a:spcBef>
                <a:spcPts val="600"/>
              </a:spcBef>
              <a:buSzPct val="130000"/>
              <a:buFont typeface="Symbol" panose="05050102010706020507" pitchFamily="18" charset="2"/>
              <a:buChar char="-"/>
              <a:defRPr lang="de-DE" sz="1600" dirty="0" smtClean="0">
                <a:latin typeface="+mj-lt"/>
              </a:defRPr>
            </a:lvl5pPr>
            <a:lvl6pPr marL="1296000" indent="-216000">
              <a:lnSpc>
                <a:spcPct val="100000"/>
              </a:lnSpc>
              <a:spcBef>
                <a:spcPts val="600"/>
              </a:spcBef>
              <a:buClr>
                <a:srgbClr val="DD402D"/>
              </a:buClr>
              <a:buSzPct val="130000"/>
              <a:buFont typeface="Symbol" panose="05050102010706020507" pitchFamily="18" charset="2"/>
              <a:buChar char="-"/>
              <a:defRPr lang="de-DE" sz="1600" dirty="0" smtClean="0">
                <a:latin typeface="+mj-lt"/>
              </a:defRPr>
            </a:lvl6pPr>
            <a:lvl7pPr marL="1512000" indent="-216000">
              <a:lnSpc>
                <a:spcPct val="100000"/>
              </a:lnSpc>
              <a:spcBef>
                <a:spcPts val="600"/>
              </a:spcBef>
              <a:buClr>
                <a:srgbClr val="DD402D"/>
              </a:buClr>
              <a:buSzPct val="130000"/>
              <a:buFont typeface="Symbol" panose="05050102010706020507" pitchFamily="18" charset="2"/>
              <a:buChar char="-"/>
              <a:defRPr lang="de-DE" sz="1600" dirty="0" smtClean="0">
                <a:latin typeface="+mj-lt"/>
              </a:defRPr>
            </a:lvl7pPr>
            <a:lvl8pPr marL="1728000" indent="-216000">
              <a:lnSpc>
                <a:spcPct val="100000"/>
              </a:lnSpc>
              <a:spcBef>
                <a:spcPts val="600"/>
              </a:spcBef>
              <a:buClr>
                <a:srgbClr val="DD402D"/>
              </a:buClr>
              <a:buSzPct val="130000"/>
              <a:buFont typeface="Symbol" panose="05050102010706020507" pitchFamily="18" charset="2"/>
              <a:buChar char="-"/>
              <a:defRPr lang="de-DE" sz="1600" dirty="0" smtClean="0">
                <a:latin typeface="+mj-lt"/>
              </a:defRPr>
            </a:lvl8pPr>
            <a:lvl9pPr marL="3657600" indent="0">
              <a:buNone/>
              <a:defRPr baseline="0"/>
            </a:lvl9pPr>
          </a:lstStyle>
          <a:p>
            <a:pPr lvl="0"/>
            <a:r>
              <a:rPr lang="de-DE"/>
              <a:t>First Level</a:t>
            </a:r>
          </a:p>
          <a:p>
            <a:pPr lvl="1"/>
            <a:r>
              <a:rPr lang="de-DE"/>
              <a:t>Second Level</a:t>
            </a:r>
          </a:p>
          <a:p>
            <a:pPr lvl="2"/>
            <a:r>
              <a:rPr lang="de-DE"/>
              <a:t>Third Level</a:t>
            </a:r>
          </a:p>
          <a:p>
            <a:pPr lvl="3"/>
            <a:r>
              <a:rPr lang="de-DE" err="1"/>
              <a:t>Fourth</a:t>
            </a:r>
            <a:r>
              <a:rPr lang="de-DE"/>
              <a:t> Level</a:t>
            </a:r>
          </a:p>
          <a:p>
            <a:pPr lvl="4"/>
            <a:r>
              <a:rPr lang="de-DE" err="1"/>
              <a:t>Fifth</a:t>
            </a:r>
            <a:r>
              <a:rPr lang="de-DE"/>
              <a:t> Level</a:t>
            </a:r>
          </a:p>
          <a:p>
            <a:pPr lvl="5"/>
            <a:r>
              <a:rPr lang="de-DE" err="1"/>
              <a:t>Sixth</a:t>
            </a:r>
            <a:r>
              <a:rPr lang="de-DE"/>
              <a:t> Level</a:t>
            </a:r>
          </a:p>
          <a:p>
            <a:pPr lvl="6"/>
            <a:r>
              <a:rPr lang="de-DE" err="1"/>
              <a:t>Seventh</a:t>
            </a:r>
            <a:r>
              <a:rPr lang="de-DE"/>
              <a:t> Level</a:t>
            </a:r>
          </a:p>
          <a:p>
            <a:pPr lvl="7"/>
            <a:r>
              <a:rPr lang="de-DE" err="1"/>
              <a:t>Eighth</a:t>
            </a:r>
            <a:r>
              <a:rPr lang="de-DE"/>
              <a:t> Level</a:t>
            </a:r>
          </a:p>
        </p:txBody>
      </p:sp>
    </p:spTree>
    <p:extLst>
      <p:ext uri="{BB962C8B-B14F-4D97-AF65-F5344CB8AC3E}">
        <p14:creationId xmlns:p14="http://schemas.microsoft.com/office/powerpoint/2010/main" val="215921181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Picture">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288000" y="144000"/>
            <a:ext cx="8568000" cy="543600"/>
          </a:xfrm>
          <a:prstGeom prst="rect">
            <a:avLst/>
          </a:prstGeom>
        </p:spPr>
        <p:txBody>
          <a:bodyPr lIns="0" tIns="0" rIns="0" bIns="0" anchor="b" anchorCtr="0"/>
          <a:lstStyle>
            <a:lvl1pPr algn="l">
              <a:defRPr sz="2000" b="1">
                <a:solidFill>
                  <a:srgbClr val="9D9EA0"/>
                </a:solidFill>
              </a:defRPr>
            </a:lvl1pPr>
          </a:lstStyle>
          <a:p>
            <a:r>
              <a:rPr lang="en-US"/>
              <a:t>Edit the </a:t>
            </a:r>
            <a:r>
              <a:rPr lang="en-US" err="1"/>
              <a:t>mastertitle</a:t>
            </a:r>
            <a:r>
              <a:rPr lang="en-US"/>
              <a:t> format by clicking</a:t>
            </a:r>
            <a:br>
              <a:rPr lang="en-US"/>
            </a:br>
            <a:r>
              <a:rPr lang="en-US"/>
              <a:t>Example for the use of a double-spaced title</a:t>
            </a:r>
          </a:p>
        </p:txBody>
      </p:sp>
      <p:sp>
        <p:nvSpPr>
          <p:cNvPr id="10" name="Textplatzhalter 9"/>
          <p:cNvSpPr>
            <a:spLocks noGrp="1"/>
          </p:cNvSpPr>
          <p:nvPr>
            <p:ph type="body" sz="quarter" idx="13" hasCustomPrompt="1"/>
          </p:nvPr>
        </p:nvSpPr>
        <p:spPr>
          <a:xfrm>
            <a:off x="287337" y="5662800"/>
            <a:ext cx="8568000" cy="499533"/>
          </a:xfrm>
          <a:prstGeom prst="rect">
            <a:avLst/>
          </a:prstGeom>
        </p:spPr>
        <p:txBody>
          <a:bodyPr>
            <a:normAutofit/>
          </a:bodyPr>
          <a:lstStyle>
            <a:lvl1pPr marL="0" indent="0" algn="r">
              <a:buNone/>
              <a:defRPr sz="900"/>
            </a:lvl1pPr>
          </a:lstStyle>
          <a:p>
            <a:pPr lvl="0"/>
            <a:r>
              <a:rPr lang="de-DE"/>
              <a:t>Picture title </a:t>
            </a:r>
            <a:r>
              <a:rPr lang="de-DE" err="1"/>
              <a:t>or</a:t>
            </a:r>
            <a:r>
              <a:rPr lang="de-DE"/>
              <a:t> </a:t>
            </a:r>
            <a:r>
              <a:rPr lang="de-DE" err="1"/>
              <a:t>description</a:t>
            </a:r>
            <a:endParaRPr lang="de-DE"/>
          </a:p>
        </p:txBody>
      </p:sp>
      <p:sp>
        <p:nvSpPr>
          <p:cNvPr id="5" name="Bildplatzhalter 3"/>
          <p:cNvSpPr>
            <a:spLocks noGrp="1"/>
          </p:cNvSpPr>
          <p:nvPr>
            <p:ph type="pic" sz="quarter" idx="14" hasCustomPrompt="1"/>
          </p:nvPr>
        </p:nvSpPr>
        <p:spPr>
          <a:xfrm>
            <a:off x="288000" y="1094400"/>
            <a:ext cx="8568000" cy="4456800"/>
          </a:xfrm>
          <a:prstGeom prst="rect">
            <a:avLst/>
          </a:prstGeom>
        </p:spPr>
        <p:txBody>
          <a:bodyPr/>
          <a:lstStyle>
            <a:lvl1pPr marL="0" indent="0">
              <a:buNone/>
              <a:defRPr/>
            </a:lvl1pPr>
          </a:lstStyle>
          <a:p>
            <a:r>
              <a:rPr lang="en-US"/>
              <a:t>Add picture by clicking the icon</a:t>
            </a:r>
            <a:endParaRPr lang="de-DE"/>
          </a:p>
        </p:txBody>
      </p:sp>
    </p:spTree>
    <p:extLst>
      <p:ext uri="{BB962C8B-B14F-4D97-AF65-F5344CB8AC3E}">
        <p14:creationId xmlns:p14="http://schemas.microsoft.com/office/powerpoint/2010/main" val="20306313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Char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288000" y="144000"/>
            <a:ext cx="8568000" cy="543600"/>
          </a:xfrm>
          <a:prstGeom prst="rect">
            <a:avLst/>
          </a:prstGeom>
        </p:spPr>
        <p:txBody>
          <a:bodyPr lIns="0" tIns="0" rIns="0" bIns="0" anchor="b" anchorCtr="0"/>
          <a:lstStyle>
            <a:lvl1pPr algn="l">
              <a:defRPr sz="2000" b="1">
                <a:solidFill>
                  <a:srgbClr val="9D9EA0"/>
                </a:solidFill>
              </a:defRPr>
            </a:lvl1pPr>
          </a:lstStyle>
          <a:p>
            <a:r>
              <a:rPr lang="en-US"/>
              <a:t>Edit the </a:t>
            </a:r>
            <a:r>
              <a:rPr lang="en-US" err="1"/>
              <a:t>mastertitle</a:t>
            </a:r>
            <a:r>
              <a:rPr lang="en-US"/>
              <a:t> format by clicking</a:t>
            </a:r>
            <a:br>
              <a:rPr lang="en-US"/>
            </a:br>
            <a:r>
              <a:rPr lang="en-US"/>
              <a:t>Example for the use of a double-spaced title</a:t>
            </a:r>
          </a:p>
        </p:txBody>
      </p:sp>
      <p:sp>
        <p:nvSpPr>
          <p:cNvPr id="9" name="Diagrammplatzhalter 8"/>
          <p:cNvSpPr>
            <a:spLocks noGrp="1"/>
          </p:cNvSpPr>
          <p:nvPr>
            <p:ph type="chart" sz="quarter" idx="13" hasCustomPrompt="1"/>
          </p:nvPr>
        </p:nvSpPr>
        <p:spPr>
          <a:xfrm>
            <a:off x="287338" y="871200"/>
            <a:ext cx="8569325" cy="5292000"/>
          </a:xfrm>
          <a:prstGeom prst="rect">
            <a:avLst/>
          </a:prstGeom>
        </p:spPr>
        <p:txBody>
          <a:bodyPr lIns="90000" tIns="46800" rIns="90000" bIns="46800"/>
          <a:lstStyle>
            <a:lvl1pPr marL="0" indent="0">
              <a:buNone/>
              <a:defRPr/>
            </a:lvl1pPr>
          </a:lstStyle>
          <a:p>
            <a:r>
              <a:rPr lang="en-US"/>
              <a:t>Add chart by clicking the icon</a:t>
            </a:r>
            <a:endParaRPr lang="de-DE"/>
          </a:p>
        </p:txBody>
      </p:sp>
    </p:spTree>
    <p:extLst>
      <p:ext uri="{BB962C8B-B14F-4D97-AF65-F5344CB8AC3E}">
        <p14:creationId xmlns:p14="http://schemas.microsoft.com/office/powerpoint/2010/main" val="68284850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Sample Title, 1st Version">
    <p:spTree>
      <p:nvGrpSpPr>
        <p:cNvPr id="1" name=""/>
        <p:cNvGrpSpPr/>
        <p:nvPr/>
      </p:nvGrpSpPr>
      <p:grpSpPr>
        <a:xfrm>
          <a:off x="0" y="0"/>
          <a:ext cx="0" cy="0"/>
          <a:chOff x="0" y="0"/>
          <a:chExt cx="0" cy="0"/>
        </a:xfrm>
      </p:grpSpPr>
      <p:sp>
        <p:nvSpPr>
          <p:cNvPr id="3" name="Textplatzhalter 9"/>
          <p:cNvSpPr>
            <a:spLocks noGrp="1"/>
          </p:cNvSpPr>
          <p:nvPr>
            <p:ph type="body" sz="quarter" idx="10" hasCustomPrompt="1"/>
          </p:nvPr>
        </p:nvSpPr>
        <p:spPr>
          <a:xfrm>
            <a:off x="288000" y="6339600"/>
            <a:ext cx="3240000" cy="215444"/>
          </a:xfrm>
          <a:prstGeom prst="rect">
            <a:avLst/>
          </a:prstGeom>
        </p:spPr>
        <p:txBody>
          <a:bodyPr lIns="0" tIns="0" rIns="0" bIns="0">
            <a:spAutoFit/>
          </a:bodyPr>
          <a:lstStyle>
            <a:lvl1pPr marL="0" indent="0">
              <a:buNone/>
              <a:defRPr lang="de-DE" sz="1400" dirty="0">
                <a:latin typeface="Arial" panose="020B0604020202020204" pitchFamily="34" charset="0"/>
                <a:cs typeface="Arial" panose="020B0604020202020204" pitchFamily="34" charset="0"/>
              </a:defRPr>
            </a:lvl1pPr>
          </a:lstStyle>
          <a:p>
            <a:pPr lvl="0"/>
            <a:r>
              <a:rPr lang="de-DE" sz="1400"/>
              <a:t>Name </a:t>
            </a:r>
            <a:r>
              <a:rPr lang="de-DE" sz="1400" err="1"/>
              <a:t>of</a:t>
            </a:r>
            <a:r>
              <a:rPr lang="de-DE" sz="1400"/>
              <a:t> Speaker</a:t>
            </a:r>
            <a:endParaRPr lang="de-DE"/>
          </a:p>
        </p:txBody>
      </p:sp>
      <p:sp>
        <p:nvSpPr>
          <p:cNvPr id="4" name="Rechteck 3"/>
          <p:cNvSpPr/>
          <p:nvPr userDrawn="1"/>
        </p:nvSpPr>
        <p:spPr>
          <a:xfrm>
            <a:off x="0" y="0"/>
            <a:ext cx="9144000" cy="2312988"/>
          </a:xfrm>
          <a:prstGeom prst="rect">
            <a:avLst/>
          </a:prstGeom>
          <a:solidFill>
            <a:srgbClr val="DD402D"/>
          </a:solidFill>
          <a:ln>
            <a:noFill/>
          </a:ln>
        </p:spPr>
        <p:style>
          <a:lnRef idx="2">
            <a:schemeClr val="accent1">
              <a:shade val="50000"/>
            </a:schemeClr>
          </a:lnRef>
          <a:fillRef idx="1">
            <a:schemeClr val="accent1"/>
          </a:fillRef>
          <a:effectRef idx="0">
            <a:schemeClr val="accent1"/>
          </a:effectRef>
          <a:fontRef idx="minor">
            <a:schemeClr val="lt1"/>
          </a:fontRef>
        </p:style>
        <p:txBody>
          <a:bodyPr lIns="288000" tIns="0" rIns="288000" bIns="0" anchor="ctr"/>
          <a:lstStyle/>
          <a:p>
            <a:pPr algn="ctr" eaLnBrk="1" fontAlgn="auto" hangingPunct="1">
              <a:spcBef>
                <a:spcPts val="0"/>
              </a:spcBef>
              <a:spcAft>
                <a:spcPts val="0"/>
              </a:spcAft>
              <a:defRPr/>
            </a:pPr>
            <a:endParaRPr lang="de-DE">
              <a:solidFill>
                <a:schemeClr val="bg1"/>
              </a:solidFill>
              <a:latin typeface="Arial" panose="020B0604020202020204" pitchFamily="34" charset="0"/>
              <a:cs typeface="Arial" panose="020B0604020202020204" pitchFamily="34" charset="0"/>
            </a:endParaRPr>
          </a:p>
        </p:txBody>
      </p:sp>
      <p:sp>
        <p:nvSpPr>
          <p:cNvPr id="5" name="Title 1"/>
          <p:cNvSpPr>
            <a:spLocks noGrp="1"/>
          </p:cNvSpPr>
          <p:nvPr>
            <p:ph type="ctrTitle" hasCustomPrompt="1"/>
          </p:nvPr>
        </p:nvSpPr>
        <p:spPr>
          <a:xfrm>
            <a:off x="288000" y="2487600"/>
            <a:ext cx="8568000" cy="540000"/>
          </a:xfrm>
          <a:prstGeom prst="rect">
            <a:avLst/>
          </a:prstGeom>
        </p:spPr>
        <p:txBody>
          <a:bodyPr lIns="0" tIns="0" rIns="0" bIns="0" anchor="t" anchorCtr="0">
            <a:noAutofit/>
          </a:bodyPr>
          <a:lstStyle>
            <a:lvl1pPr algn="l">
              <a:defRPr sz="3200" b="1">
                <a:solidFill>
                  <a:srgbClr val="DD402D"/>
                </a:solidFill>
                <a:latin typeface="Arial" panose="020B0604020202020204" pitchFamily="34" charset="0"/>
                <a:cs typeface="Arial" panose="020B0604020202020204" pitchFamily="34" charset="0"/>
              </a:defRPr>
            </a:lvl1pPr>
          </a:lstStyle>
          <a:p>
            <a:r>
              <a:rPr lang="en-US"/>
              <a:t>Sample Title, 1st Version</a:t>
            </a:r>
          </a:p>
        </p:txBody>
      </p:sp>
      <p:sp>
        <p:nvSpPr>
          <p:cNvPr id="6" name="Subtitle 2"/>
          <p:cNvSpPr>
            <a:spLocks noGrp="1"/>
          </p:cNvSpPr>
          <p:nvPr>
            <p:ph type="subTitle" idx="1" hasCustomPrompt="1"/>
          </p:nvPr>
        </p:nvSpPr>
        <p:spPr>
          <a:xfrm>
            <a:off x="288000" y="2980800"/>
            <a:ext cx="8568000" cy="1655762"/>
          </a:xfrm>
          <a:prstGeom prst="rect">
            <a:avLst/>
          </a:prstGeom>
        </p:spPr>
        <p:txBody>
          <a:bodyPr lIns="0" tIns="0" rIns="0" bIns="0"/>
          <a:lstStyle>
            <a:lvl1pPr marL="0" indent="0" algn="l">
              <a:lnSpc>
                <a:spcPct val="100000"/>
              </a:lnSpc>
              <a:buNone/>
              <a:defRPr sz="2000">
                <a:solidFill>
                  <a:schemeClr val="tx1"/>
                </a:solidFill>
                <a:latin typeface="Arial" panose="020B0604020202020204" pitchFamily="34" charset="0"/>
                <a:cs typeface="Arial" panose="020B06040202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de-DE" err="1"/>
              <a:t>Subtitle</a:t>
            </a:r>
            <a:endParaRPr lang="en-US"/>
          </a:p>
        </p:txBody>
      </p:sp>
    </p:spTree>
    <p:extLst>
      <p:ext uri="{BB962C8B-B14F-4D97-AF65-F5344CB8AC3E}">
        <p14:creationId xmlns:p14="http://schemas.microsoft.com/office/powerpoint/2010/main" val="392245595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Sample Title, 2nd Version">
    <p:spTree>
      <p:nvGrpSpPr>
        <p:cNvPr id="1" name=""/>
        <p:cNvGrpSpPr/>
        <p:nvPr/>
      </p:nvGrpSpPr>
      <p:grpSpPr>
        <a:xfrm>
          <a:off x="0" y="0"/>
          <a:ext cx="0" cy="0"/>
          <a:chOff x="0" y="0"/>
          <a:chExt cx="0" cy="0"/>
        </a:xfrm>
      </p:grpSpPr>
      <p:sp>
        <p:nvSpPr>
          <p:cNvPr id="3" name="Rechteck 2"/>
          <p:cNvSpPr/>
          <p:nvPr userDrawn="1"/>
        </p:nvSpPr>
        <p:spPr>
          <a:xfrm>
            <a:off x="0" y="0"/>
            <a:ext cx="9144000" cy="2312988"/>
          </a:xfrm>
          <a:prstGeom prst="rect">
            <a:avLst/>
          </a:prstGeom>
          <a:solidFill>
            <a:srgbClr val="9D9EA0"/>
          </a:solidFill>
          <a:ln>
            <a:noFill/>
          </a:ln>
        </p:spPr>
        <p:style>
          <a:lnRef idx="2">
            <a:schemeClr val="accent1">
              <a:shade val="50000"/>
            </a:schemeClr>
          </a:lnRef>
          <a:fillRef idx="1">
            <a:schemeClr val="accent1"/>
          </a:fillRef>
          <a:effectRef idx="0">
            <a:schemeClr val="accent1"/>
          </a:effectRef>
          <a:fontRef idx="minor">
            <a:schemeClr val="lt1"/>
          </a:fontRef>
        </p:style>
        <p:txBody>
          <a:bodyPr lIns="288000" tIns="0" rIns="288000" bIns="0" anchor="ctr"/>
          <a:lstStyle/>
          <a:p>
            <a:pPr algn="ctr" eaLnBrk="1" fontAlgn="auto" hangingPunct="1">
              <a:spcBef>
                <a:spcPts val="0"/>
              </a:spcBef>
              <a:spcAft>
                <a:spcPts val="0"/>
              </a:spcAft>
              <a:defRPr/>
            </a:pPr>
            <a:endParaRPr lang="de-DE">
              <a:solidFill>
                <a:schemeClr val="bg1"/>
              </a:solidFill>
              <a:latin typeface="Arial" panose="020B0604020202020204" pitchFamily="34" charset="0"/>
              <a:cs typeface="Arial" panose="020B0604020202020204" pitchFamily="34" charset="0"/>
            </a:endParaRPr>
          </a:p>
        </p:txBody>
      </p:sp>
      <p:sp>
        <p:nvSpPr>
          <p:cNvPr id="4" name="Title 1"/>
          <p:cNvSpPr>
            <a:spLocks noGrp="1"/>
          </p:cNvSpPr>
          <p:nvPr>
            <p:ph type="ctrTitle" hasCustomPrompt="1"/>
          </p:nvPr>
        </p:nvSpPr>
        <p:spPr>
          <a:xfrm>
            <a:off x="288000" y="2487600"/>
            <a:ext cx="8568000" cy="540000"/>
          </a:xfrm>
          <a:prstGeom prst="rect">
            <a:avLst/>
          </a:prstGeom>
        </p:spPr>
        <p:txBody>
          <a:bodyPr lIns="0" tIns="0" rIns="0" bIns="0" anchor="t" anchorCtr="0">
            <a:noAutofit/>
          </a:bodyPr>
          <a:lstStyle>
            <a:lvl1pPr algn="l">
              <a:defRPr sz="3200" b="1">
                <a:solidFill>
                  <a:srgbClr val="9D9EA0"/>
                </a:solidFill>
                <a:latin typeface="Arial" panose="020B0604020202020204" pitchFamily="34" charset="0"/>
                <a:cs typeface="Arial" panose="020B0604020202020204" pitchFamily="34" charset="0"/>
              </a:defRPr>
            </a:lvl1pPr>
          </a:lstStyle>
          <a:p>
            <a:r>
              <a:rPr lang="en-US"/>
              <a:t>Sample Title, 2nd Version</a:t>
            </a:r>
          </a:p>
        </p:txBody>
      </p:sp>
      <p:sp>
        <p:nvSpPr>
          <p:cNvPr id="5" name="Subtitle 2"/>
          <p:cNvSpPr>
            <a:spLocks noGrp="1"/>
          </p:cNvSpPr>
          <p:nvPr>
            <p:ph type="subTitle" idx="1" hasCustomPrompt="1"/>
          </p:nvPr>
        </p:nvSpPr>
        <p:spPr>
          <a:xfrm>
            <a:off x="288000" y="2980800"/>
            <a:ext cx="8568000" cy="1655762"/>
          </a:xfrm>
          <a:prstGeom prst="rect">
            <a:avLst/>
          </a:prstGeom>
        </p:spPr>
        <p:txBody>
          <a:bodyPr lIns="0" tIns="0" rIns="0" bIns="0"/>
          <a:lstStyle>
            <a:lvl1pPr marL="0" indent="0" algn="l">
              <a:lnSpc>
                <a:spcPct val="100000"/>
              </a:lnSpc>
              <a:buNone/>
              <a:defRPr sz="2000">
                <a:solidFill>
                  <a:schemeClr val="tx1"/>
                </a:solidFill>
                <a:latin typeface="Arial" panose="020B0604020202020204" pitchFamily="34" charset="0"/>
                <a:cs typeface="Arial" panose="020B06040202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de-DE" err="1"/>
              <a:t>Subtitle</a:t>
            </a:r>
            <a:endParaRPr lang="en-US"/>
          </a:p>
        </p:txBody>
      </p:sp>
      <p:sp>
        <p:nvSpPr>
          <p:cNvPr id="6" name="Textplatzhalter 9"/>
          <p:cNvSpPr>
            <a:spLocks noGrp="1"/>
          </p:cNvSpPr>
          <p:nvPr>
            <p:ph type="body" sz="quarter" idx="10" hasCustomPrompt="1"/>
          </p:nvPr>
        </p:nvSpPr>
        <p:spPr>
          <a:xfrm>
            <a:off x="288000" y="6339600"/>
            <a:ext cx="3240000" cy="215444"/>
          </a:xfrm>
          <a:prstGeom prst="rect">
            <a:avLst/>
          </a:prstGeom>
        </p:spPr>
        <p:txBody>
          <a:bodyPr lIns="0" tIns="0" rIns="0" bIns="0">
            <a:spAutoFit/>
          </a:bodyPr>
          <a:lstStyle>
            <a:lvl1pPr marL="0" indent="0">
              <a:buNone/>
              <a:defRPr lang="de-DE" sz="1400" dirty="0">
                <a:latin typeface="Arial" panose="020B0604020202020204" pitchFamily="34" charset="0"/>
                <a:cs typeface="Arial" panose="020B0604020202020204" pitchFamily="34" charset="0"/>
              </a:defRPr>
            </a:lvl1pPr>
          </a:lstStyle>
          <a:p>
            <a:pPr lvl="0"/>
            <a:r>
              <a:rPr lang="de-DE" sz="1400"/>
              <a:t>Name </a:t>
            </a:r>
            <a:r>
              <a:rPr lang="de-DE" sz="1400" err="1"/>
              <a:t>of</a:t>
            </a:r>
            <a:r>
              <a:rPr lang="de-DE" sz="1400"/>
              <a:t> Speaker</a:t>
            </a:r>
            <a:endParaRPr lang="de-DE"/>
          </a:p>
        </p:txBody>
      </p:sp>
    </p:spTree>
    <p:extLst>
      <p:ext uri="{BB962C8B-B14F-4D97-AF65-F5344CB8AC3E}">
        <p14:creationId xmlns:p14="http://schemas.microsoft.com/office/powerpoint/2010/main" val="312523243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Sample Title, 3rd Version">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288000" y="2487600"/>
            <a:ext cx="8568000" cy="540000"/>
          </a:xfrm>
          <a:prstGeom prst="rect">
            <a:avLst/>
          </a:prstGeom>
        </p:spPr>
        <p:txBody>
          <a:bodyPr lIns="0" tIns="0" rIns="0" bIns="0" anchor="t" anchorCtr="0">
            <a:noAutofit/>
          </a:bodyPr>
          <a:lstStyle>
            <a:lvl1pPr algn="l">
              <a:defRPr sz="3200" b="1">
                <a:solidFill>
                  <a:srgbClr val="9D9EA0"/>
                </a:solidFill>
                <a:latin typeface="Arial" panose="020B0604020202020204" pitchFamily="34" charset="0"/>
                <a:cs typeface="Arial" panose="020B0604020202020204" pitchFamily="34" charset="0"/>
              </a:defRPr>
            </a:lvl1pPr>
          </a:lstStyle>
          <a:p>
            <a:r>
              <a:rPr lang="en-US"/>
              <a:t>Sample Title, 3rd Version</a:t>
            </a:r>
          </a:p>
        </p:txBody>
      </p:sp>
      <p:sp>
        <p:nvSpPr>
          <p:cNvPr id="3" name="Subtitle 2"/>
          <p:cNvSpPr>
            <a:spLocks noGrp="1"/>
          </p:cNvSpPr>
          <p:nvPr>
            <p:ph type="subTitle" idx="1" hasCustomPrompt="1"/>
          </p:nvPr>
        </p:nvSpPr>
        <p:spPr>
          <a:xfrm>
            <a:off x="288000" y="2980800"/>
            <a:ext cx="8568000" cy="1655762"/>
          </a:xfrm>
          <a:prstGeom prst="rect">
            <a:avLst/>
          </a:prstGeom>
        </p:spPr>
        <p:txBody>
          <a:bodyPr lIns="0" tIns="0" rIns="0" bIns="0"/>
          <a:lstStyle>
            <a:lvl1pPr marL="0" indent="0" algn="l">
              <a:lnSpc>
                <a:spcPct val="100000"/>
              </a:lnSpc>
              <a:buNone/>
              <a:defRPr sz="2000">
                <a:solidFill>
                  <a:schemeClr val="tx1"/>
                </a:solidFill>
                <a:latin typeface="Arial" panose="020B0604020202020204" pitchFamily="34" charset="0"/>
                <a:cs typeface="Arial" panose="020B06040202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de-DE" err="1"/>
              <a:t>Subtitle</a:t>
            </a:r>
            <a:endParaRPr lang="en-US"/>
          </a:p>
        </p:txBody>
      </p:sp>
      <p:sp>
        <p:nvSpPr>
          <p:cNvPr id="4" name="Bildplatzhalter 2"/>
          <p:cNvSpPr>
            <a:spLocks noGrp="1"/>
          </p:cNvSpPr>
          <p:nvPr>
            <p:ph type="pic" sz="quarter" idx="10" hasCustomPrompt="1"/>
          </p:nvPr>
        </p:nvSpPr>
        <p:spPr>
          <a:xfrm>
            <a:off x="-1275" y="0"/>
            <a:ext cx="9144000" cy="2314800"/>
          </a:xfrm>
          <a:prstGeom prst="rect">
            <a:avLst/>
          </a:prstGeom>
        </p:spPr>
        <p:txBody>
          <a:bodyPr/>
          <a:lstStyle>
            <a:lvl1pPr marL="0" indent="0">
              <a:buNone/>
              <a:defRPr>
                <a:latin typeface="Arial" panose="020B0604020202020204" pitchFamily="34" charset="0"/>
                <a:cs typeface="Arial" panose="020B0604020202020204" pitchFamily="34" charset="0"/>
              </a:defRPr>
            </a:lvl1pPr>
          </a:lstStyle>
          <a:p>
            <a:r>
              <a:rPr lang="en-US"/>
              <a:t>Add picture by clicking the icon</a:t>
            </a:r>
            <a:endParaRPr lang="de-DE"/>
          </a:p>
        </p:txBody>
      </p:sp>
      <p:sp>
        <p:nvSpPr>
          <p:cNvPr id="6" name="Textplatzhalter 9"/>
          <p:cNvSpPr>
            <a:spLocks noGrp="1"/>
          </p:cNvSpPr>
          <p:nvPr>
            <p:ph type="body" sz="quarter" idx="11" hasCustomPrompt="1"/>
          </p:nvPr>
        </p:nvSpPr>
        <p:spPr>
          <a:xfrm>
            <a:off x="288000" y="6339600"/>
            <a:ext cx="3240000" cy="215444"/>
          </a:xfrm>
          <a:prstGeom prst="rect">
            <a:avLst/>
          </a:prstGeom>
        </p:spPr>
        <p:txBody>
          <a:bodyPr lIns="0" tIns="0" rIns="0" bIns="0">
            <a:spAutoFit/>
          </a:bodyPr>
          <a:lstStyle>
            <a:lvl1pPr marL="0" indent="0">
              <a:buNone/>
              <a:defRPr lang="de-DE" sz="1400" dirty="0">
                <a:latin typeface="Arial" panose="020B0604020202020204" pitchFamily="34" charset="0"/>
                <a:cs typeface="Arial" panose="020B0604020202020204" pitchFamily="34" charset="0"/>
              </a:defRPr>
            </a:lvl1pPr>
          </a:lstStyle>
          <a:p>
            <a:pPr lvl="0"/>
            <a:r>
              <a:rPr lang="de-DE" sz="1400"/>
              <a:t>Name </a:t>
            </a:r>
            <a:r>
              <a:rPr lang="de-DE" sz="1400" err="1"/>
              <a:t>of</a:t>
            </a:r>
            <a:r>
              <a:rPr lang="de-DE" sz="1400"/>
              <a:t> Speaker</a:t>
            </a:r>
            <a:endParaRPr lang="de-DE"/>
          </a:p>
        </p:txBody>
      </p:sp>
    </p:spTree>
    <p:extLst>
      <p:ext uri="{BB962C8B-B14F-4D97-AF65-F5344CB8AC3E}">
        <p14:creationId xmlns:p14="http://schemas.microsoft.com/office/powerpoint/2010/main" val="377564669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Sample Title, 4th Version">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288000" y="4737600"/>
            <a:ext cx="8568000" cy="540000"/>
          </a:xfrm>
          <a:prstGeom prst="rect">
            <a:avLst/>
          </a:prstGeom>
        </p:spPr>
        <p:txBody>
          <a:bodyPr lIns="0" tIns="0" rIns="0" bIns="0" anchor="t" anchorCtr="0">
            <a:noAutofit/>
          </a:bodyPr>
          <a:lstStyle>
            <a:lvl1pPr algn="l">
              <a:defRPr sz="3200" b="1">
                <a:solidFill>
                  <a:srgbClr val="9D9EA0"/>
                </a:solidFill>
                <a:latin typeface="Arial" panose="020B0604020202020204" pitchFamily="34" charset="0"/>
                <a:cs typeface="Arial" panose="020B0604020202020204" pitchFamily="34" charset="0"/>
              </a:defRPr>
            </a:lvl1pPr>
          </a:lstStyle>
          <a:p>
            <a:r>
              <a:rPr lang="en-US"/>
              <a:t>Sample Title, 4th Version</a:t>
            </a:r>
          </a:p>
        </p:txBody>
      </p:sp>
      <p:sp>
        <p:nvSpPr>
          <p:cNvPr id="3" name="Subtitle 2"/>
          <p:cNvSpPr>
            <a:spLocks noGrp="1"/>
          </p:cNvSpPr>
          <p:nvPr>
            <p:ph type="subTitle" idx="1" hasCustomPrompt="1"/>
          </p:nvPr>
        </p:nvSpPr>
        <p:spPr>
          <a:xfrm>
            <a:off x="288000" y="5230800"/>
            <a:ext cx="8568000" cy="812813"/>
          </a:xfrm>
          <a:prstGeom prst="rect">
            <a:avLst/>
          </a:prstGeom>
        </p:spPr>
        <p:txBody>
          <a:bodyPr lIns="0" tIns="0" rIns="0" bIns="0"/>
          <a:lstStyle>
            <a:lvl1pPr marL="0" indent="0" algn="l">
              <a:lnSpc>
                <a:spcPct val="100000"/>
              </a:lnSpc>
              <a:buNone/>
              <a:defRPr sz="2000">
                <a:solidFill>
                  <a:schemeClr val="tx1"/>
                </a:solidFill>
                <a:latin typeface="Arial" panose="020B0604020202020204" pitchFamily="34" charset="0"/>
                <a:cs typeface="Arial" panose="020B06040202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de-DE" err="1"/>
              <a:t>Subtitle</a:t>
            </a:r>
            <a:endParaRPr lang="en-US"/>
          </a:p>
        </p:txBody>
      </p:sp>
      <p:sp>
        <p:nvSpPr>
          <p:cNvPr id="4" name="Bildplatzhalter 2"/>
          <p:cNvSpPr>
            <a:spLocks noGrp="1"/>
          </p:cNvSpPr>
          <p:nvPr>
            <p:ph type="pic" sz="quarter" idx="10" hasCustomPrompt="1"/>
          </p:nvPr>
        </p:nvSpPr>
        <p:spPr>
          <a:xfrm>
            <a:off x="0" y="0"/>
            <a:ext cx="9144000" cy="4554000"/>
          </a:xfrm>
          <a:prstGeom prst="rect">
            <a:avLst/>
          </a:prstGeom>
        </p:spPr>
        <p:txBody>
          <a:bodyPr/>
          <a:lstStyle>
            <a:lvl1pPr marL="0" indent="0">
              <a:buNone/>
              <a:defRPr>
                <a:latin typeface="Arial" panose="020B0604020202020204" pitchFamily="34" charset="0"/>
                <a:cs typeface="Arial" panose="020B0604020202020204" pitchFamily="34" charset="0"/>
              </a:defRPr>
            </a:lvl1pPr>
          </a:lstStyle>
          <a:p>
            <a:r>
              <a:rPr lang="en-US"/>
              <a:t>Add picture by clicking the icon</a:t>
            </a:r>
            <a:endParaRPr lang="de-DE"/>
          </a:p>
        </p:txBody>
      </p:sp>
      <p:sp>
        <p:nvSpPr>
          <p:cNvPr id="6" name="Textplatzhalter 9"/>
          <p:cNvSpPr>
            <a:spLocks noGrp="1"/>
          </p:cNvSpPr>
          <p:nvPr>
            <p:ph type="body" sz="quarter" idx="11" hasCustomPrompt="1"/>
          </p:nvPr>
        </p:nvSpPr>
        <p:spPr>
          <a:xfrm>
            <a:off x="288000" y="6339600"/>
            <a:ext cx="3240000" cy="215444"/>
          </a:xfrm>
          <a:prstGeom prst="rect">
            <a:avLst/>
          </a:prstGeom>
        </p:spPr>
        <p:txBody>
          <a:bodyPr lIns="0" tIns="0" rIns="0" bIns="0">
            <a:spAutoFit/>
          </a:bodyPr>
          <a:lstStyle>
            <a:lvl1pPr marL="0" indent="0">
              <a:buNone/>
              <a:defRPr lang="de-DE" sz="1400" dirty="0">
                <a:latin typeface="Arial" panose="020B0604020202020204" pitchFamily="34" charset="0"/>
                <a:cs typeface="Arial" panose="020B0604020202020204" pitchFamily="34" charset="0"/>
              </a:defRPr>
            </a:lvl1pPr>
          </a:lstStyle>
          <a:p>
            <a:pPr lvl="0"/>
            <a:r>
              <a:rPr lang="de-DE" sz="1400"/>
              <a:t>Name </a:t>
            </a:r>
            <a:r>
              <a:rPr lang="de-DE" sz="1400" err="1"/>
              <a:t>of</a:t>
            </a:r>
            <a:r>
              <a:rPr lang="de-DE" sz="1400"/>
              <a:t> Speaker</a:t>
            </a:r>
            <a:endParaRPr lang="de-DE"/>
          </a:p>
        </p:txBody>
      </p:sp>
    </p:spTree>
    <p:extLst>
      <p:ext uri="{BB962C8B-B14F-4D97-AF65-F5344CB8AC3E}">
        <p14:creationId xmlns:p14="http://schemas.microsoft.com/office/powerpoint/2010/main" val="38053641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Sample Title, 5th Version">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288000" y="2487600"/>
            <a:ext cx="8568000" cy="540000"/>
          </a:xfrm>
          <a:prstGeom prst="rect">
            <a:avLst/>
          </a:prstGeom>
        </p:spPr>
        <p:txBody>
          <a:bodyPr lIns="0" tIns="0" rIns="0" bIns="0" anchor="t" anchorCtr="0">
            <a:noAutofit/>
          </a:bodyPr>
          <a:lstStyle>
            <a:lvl1pPr algn="l">
              <a:defRPr sz="3200" b="1">
                <a:solidFill>
                  <a:srgbClr val="9D9EA0"/>
                </a:solidFill>
                <a:latin typeface="Arial" panose="020B0604020202020204" pitchFamily="34" charset="0"/>
                <a:cs typeface="Arial" panose="020B0604020202020204" pitchFamily="34" charset="0"/>
              </a:defRPr>
            </a:lvl1pPr>
          </a:lstStyle>
          <a:p>
            <a:r>
              <a:rPr lang="en-US"/>
              <a:t>Sample Title, 5th Version</a:t>
            </a:r>
          </a:p>
        </p:txBody>
      </p:sp>
      <p:sp>
        <p:nvSpPr>
          <p:cNvPr id="3" name="Subtitle 2"/>
          <p:cNvSpPr>
            <a:spLocks noGrp="1"/>
          </p:cNvSpPr>
          <p:nvPr>
            <p:ph type="subTitle" idx="1" hasCustomPrompt="1"/>
          </p:nvPr>
        </p:nvSpPr>
        <p:spPr>
          <a:xfrm>
            <a:off x="288000" y="2980800"/>
            <a:ext cx="8568000" cy="1655762"/>
          </a:xfrm>
          <a:prstGeom prst="rect">
            <a:avLst/>
          </a:prstGeom>
        </p:spPr>
        <p:txBody>
          <a:bodyPr lIns="0" tIns="0" rIns="0" bIns="0"/>
          <a:lstStyle>
            <a:lvl1pPr marL="0" indent="0" algn="l">
              <a:lnSpc>
                <a:spcPct val="100000"/>
              </a:lnSpc>
              <a:buNone/>
              <a:defRPr sz="2000">
                <a:solidFill>
                  <a:schemeClr val="tx1"/>
                </a:solidFill>
                <a:latin typeface="Arial" panose="020B0604020202020204" pitchFamily="34" charset="0"/>
                <a:cs typeface="Arial" panose="020B06040202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de-DE" err="1"/>
              <a:t>Subtitle</a:t>
            </a:r>
            <a:endParaRPr lang="en-US"/>
          </a:p>
        </p:txBody>
      </p:sp>
      <p:cxnSp>
        <p:nvCxnSpPr>
          <p:cNvPr id="4" name="Gerader Verbinder 11"/>
          <p:cNvCxnSpPr/>
          <p:nvPr userDrawn="1"/>
        </p:nvCxnSpPr>
        <p:spPr>
          <a:xfrm>
            <a:off x="287338" y="6300000"/>
            <a:ext cx="8569325" cy="0"/>
          </a:xfrm>
          <a:prstGeom prst="line">
            <a:avLst/>
          </a:prstGeom>
          <a:ln>
            <a:solidFill>
              <a:srgbClr val="9D9EA0"/>
            </a:solidFill>
          </a:ln>
        </p:spPr>
        <p:style>
          <a:lnRef idx="1">
            <a:schemeClr val="accent1"/>
          </a:lnRef>
          <a:fillRef idx="0">
            <a:schemeClr val="accent1"/>
          </a:fillRef>
          <a:effectRef idx="0">
            <a:schemeClr val="accent1"/>
          </a:effectRef>
          <a:fontRef idx="minor">
            <a:schemeClr val="tx1"/>
          </a:fontRef>
        </p:style>
      </p:cxnSp>
      <p:sp>
        <p:nvSpPr>
          <p:cNvPr id="5" name="Textplatzhalter 9"/>
          <p:cNvSpPr>
            <a:spLocks noGrp="1"/>
          </p:cNvSpPr>
          <p:nvPr>
            <p:ph type="body" sz="quarter" idx="10" hasCustomPrompt="1"/>
          </p:nvPr>
        </p:nvSpPr>
        <p:spPr>
          <a:xfrm>
            <a:off x="288000" y="6339600"/>
            <a:ext cx="3240000" cy="215444"/>
          </a:xfrm>
          <a:prstGeom prst="rect">
            <a:avLst/>
          </a:prstGeom>
        </p:spPr>
        <p:txBody>
          <a:bodyPr lIns="0" tIns="0" rIns="0" bIns="0">
            <a:spAutoFit/>
          </a:bodyPr>
          <a:lstStyle>
            <a:lvl1pPr marL="0" indent="0">
              <a:buNone/>
              <a:defRPr lang="de-DE" sz="1400" dirty="0">
                <a:latin typeface="Arial" panose="020B0604020202020204" pitchFamily="34" charset="0"/>
                <a:cs typeface="Arial" panose="020B0604020202020204" pitchFamily="34" charset="0"/>
              </a:defRPr>
            </a:lvl1pPr>
          </a:lstStyle>
          <a:p>
            <a:pPr lvl="0"/>
            <a:r>
              <a:rPr lang="de-DE" sz="1400"/>
              <a:t>Name </a:t>
            </a:r>
            <a:r>
              <a:rPr lang="de-DE" sz="1400" err="1"/>
              <a:t>of</a:t>
            </a:r>
            <a:r>
              <a:rPr lang="de-DE" sz="1400"/>
              <a:t> Speaker</a:t>
            </a:r>
            <a:endParaRPr lang="de-DE"/>
          </a:p>
        </p:txBody>
      </p:sp>
    </p:spTree>
    <p:extLst>
      <p:ext uri="{BB962C8B-B14F-4D97-AF65-F5344CB8AC3E}">
        <p14:creationId xmlns:p14="http://schemas.microsoft.com/office/powerpoint/2010/main" val="129377373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Sample Title, 6th Version">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288000" y="2487600"/>
            <a:ext cx="8568000" cy="540000"/>
          </a:xfrm>
          <a:prstGeom prst="rect">
            <a:avLst/>
          </a:prstGeom>
        </p:spPr>
        <p:txBody>
          <a:bodyPr lIns="0" tIns="0" rIns="0" bIns="0" anchor="t" anchorCtr="0">
            <a:noAutofit/>
          </a:bodyPr>
          <a:lstStyle>
            <a:lvl1pPr algn="l">
              <a:defRPr sz="3200" b="1">
                <a:solidFill>
                  <a:srgbClr val="9D9EA0"/>
                </a:solidFill>
                <a:latin typeface="Arial" panose="020B0604020202020204" pitchFamily="34" charset="0"/>
                <a:cs typeface="Arial" panose="020B0604020202020204" pitchFamily="34" charset="0"/>
              </a:defRPr>
            </a:lvl1pPr>
          </a:lstStyle>
          <a:p>
            <a:r>
              <a:rPr lang="en-US"/>
              <a:t>Sample Title, 6th Version</a:t>
            </a:r>
          </a:p>
        </p:txBody>
      </p:sp>
      <p:sp>
        <p:nvSpPr>
          <p:cNvPr id="3" name="Subtitle 2"/>
          <p:cNvSpPr>
            <a:spLocks noGrp="1"/>
          </p:cNvSpPr>
          <p:nvPr>
            <p:ph type="subTitle" idx="1" hasCustomPrompt="1"/>
          </p:nvPr>
        </p:nvSpPr>
        <p:spPr>
          <a:xfrm>
            <a:off x="288000" y="3196800"/>
            <a:ext cx="8568000" cy="1655762"/>
          </a:xfrm>
          <a:prstGeom prst="rect">
            <a:avLst/>
          </a:prstGeom>
        </p:spPr>
        <p:txBody>
          <a:bodyPr lIns="0" tIns="0" rIns="0" bIns="0"/>
          <a:lstStyle>
            <a:lvl1pPr marL="0" indent="0" algn="l">
              <a:lnSpc>
                <a:spcPct val="100000"/>
              </a:lnSpc>
              <a:buNone/>
              <a:defRPr sz="2000">
                <a:solidFill>
                  <a:schemeClr val="tx1"/>
                </a:solidFill>
                <a:latin typeface="Arial" panose="020B0604020202020204" pitchFamily="34" charset="0"/>
                <a:cs typeface="Arial" panose="020B06040202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de-DE" err="1"/>
              <a:t>Subtitle</a:t>
            </a:r>
            <a:endParaRPr lang="en-US"/>
          </a:p>
        </p:txBody>
      </p:sp>
      <p:cxnSp>
        <p:nvCxnSpPr>
          <p:cNvPr id="4" name="Gerader Verbinder 3"/>
          <p:cNvCxnSpPr/>
          <p:nvPr userDrawn="1"/>
        </p:nvCxnSpPr>
        <p:spPr>
          <a:xfrm>
            <a:off x="287338" y="3036888"/>
            <a:ext cx="8569325" cy="0"/>
          </a:xfrm>
          <a:prstGeom prst="line">
            <a:avLst/>
          </a:prstGeom>
          <a:ln>
            <a:solidFill>
              <a:srgbClr val="9D9EA0"/>
            </a:solidFill>
          </a:ln>
        </p:spPr>
        <p:style>
          <a:lnRef idx="1">
            <a:schemeClr val="accent1"/>
          </a:lnRef>
          <a:fillRef idx="0">
            <a:schemeClr val="accent1"/>
          </a:fillRef>
          <a:effectRef idx="0">
            <a:schemeClr val="accent1"/>
          </a:effectRef>
          <a:fontRef idx="minor">
            <a:schemeClr val="tx1"/>
          </a:fontRef>
        </p:style>
      </p:cxnSp>
      <p:sp>
        <p:nvSpPr>
          <p:cNvPr id="5" name="Textplatzhalter 9"/>
          <p:cNvSpPr>
            <a:spLocks noGrp="1"/>
          </p:cNvSpPr>
          <p:nvPr>
            <p:ph type="body" sz="quarter" idx="10" hasCustomPrompt="1"/>
          </p:nvPr>
        </p:nvSpPr>
        <p:spPr>
          <a:xfrm>
            <a:off x="288000" y="6339600"/>
            <a:ext cx="3240000" cy="215444"/>
          </a:xfrm>
          <a:prstGeom prst="rect">
            <a:avLst/>
          </a:prstGeom>
        </p:spPr>
        <p:txBody>
          <a:bodyPr lIns="0" tIns="0" rIns="0" bIns="0">
            <a:spAutoFit/>
          </a:bodyPr>
          <a:lstStyle>
            <a:lvl1pPr marL="0" indent="0">
              <a:buNone/>
              <a:defRPr lang="de-DE" sz="1400" dirty="0">
                <a:latin typeface="Arial" panose="020B0604020202020204" pitchFamily="34" charset="0"/>
                <a:cs typeface="Arial" panose="020B0604020202020204" pitchFamily="34" charset="0"/>
              </a:defRPr>
            </a:lvl1pPr>
          </a:lstStyle>
          <a:p>
            <a:pPr lvl="0"/>
            <a:r>
              <a:rPr lang="de-DE" sz="1400"/>
              <a:t>Name </a:t>
            </a:r>
            <a:r>
              <a:rPr lang="de-DE" sz="1400" err="1"/>
              <a:t>of</a:t>
            </a:r>
            <a:r>
              <a:rPr lang="de-DE" sz="1400"/>
              <a:t> Speaker</a:t>
            </a:r>
            <a:endParaRPr lang="de-DE"/>
          </a:p>
        </p:txBody>
      </p:sp>
    </p:spTree>
    <p:extLst>
      <p:ext uri="{BB962C8B-B14F-4D97-AF65-F5344CB8AC3E}">
        <p14:creationId xmlns:p14="http://schemas.microsoft.com/office/powerpoint/2010/main" val="136806338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Sample Title, 7th Version (logo of partner)">
    <p:spTree>
      <p:nvGrpSpPr>
        <p:cNvPr id="1" name=""/>
        <p:cNvGrpSpPr/>
        <p:nvPr/>
      </p:nvGrpSpPr>
      <p:grpSpPr>
        <a:xfrm>
          <a:off x="0" y="0"/>
          <a:ext cx="0" cy="0"/>
          <a:chOff x="0" y="0"/>
          <a:chExt cx="0" cy="0"/>
        </a:xfrm>
      </p:grpSpPr>
      <p:sp>
        <p:nvSpPr>
          <p:cNvPr id="3" name="Title 1"/>
          <p:cNvSpPr>
            <a:spLocks noGrp="1"/>
          </p:cNvSpPr>
          <p:nvPr>
            <p:ph type="ctrTitle" hasCustomPrompt="1"/>
          </p:nvPr>
        </p:nvSpPr>
        <p:spPr>
          <a:xfrm>
            <a:off x="288000" y="2487600"/>
            <a:ext cx="8568000" cy="540000"/>
          </a:xfrm>
          <a:prstGeom prst="rect">
            <a:avLst/>
          </a:prstGeom>
        </p:spPr>
        <p:txBody>
          <a:bodyPr lIns="0" tIns="0" rIns="0" bIns="0" anchor="t" anchorCtr="0">
            <a:noAutofit/>
          </a:bodyPr>
          <a:lstStyle>
            <a:lvl1pPr algn="l">
              <a:defRPr sz="3200" b="1" baseline="0">
                <a:solidFill>
                  <a:srgbClr val="9D9EA0"/>
                </a:solidFill>
                <a:latin typeface="Arial" panose="020B0604020202020204" pitchFamily="34" charset="0"/>
                <a:cs typeface="Arial" panose="020B0604020202020204" pitchFamily="34" charset="0"/>
              </a:defRPr>
            </a:lvl1pPr>
          </a:lstStyle>
          <a:p>
            <a:r>
              <a:rPr lang="en-US"/>
              <a:t>Sample Title, 7th Version </a:t>
            </a:r>
            <a:r>
              <a:rPr lang="de-DE"/>
              <a:t>(logo </a:t>
            </a:r>
            <a:r>
              <a:rPr lang="de-DE" err="1"/>
              <a:t>of</a:t>
            </a:r>
            <a:r>
              <a:rPr lang="de-DE"/>
              <a:t> </a:t>
            </a:r>
            <a:r>
              <a:rPr lang="de-DE" err="1"/>
              <a:t>partner</a:t>
            </a:r>
            <a:r>
              <a:rPr lang="de-DE"/>
              <a:t>)</a:t>
            </a:r>
            <a:endParaRPr lang="en-US"/>
          </a:p>
        </p:txBody>
      </p:sp>
      <p:sp>
        <p:nvSpPr>
          <p:cNvPr id="5" name="Bildplatzhalter 2"/>
          <p:cNvSpPr>
            <a:spLocks noGrp="1"/>
          </p:cNvSpPr>
          <p:nvPr>
            <p:ph type="pic" sz="quarter" idx="10" hasCustomPrompt="1"/>
          </p:nvPr>
        </p:nvSpPr>
        <p:spPr>
          <a:xfrm>
            <a:off x="-1275" y="0"/>
            <a:ext cx="9144000" cy="2314800"/>
          </a:xfrm>
          <a:prstGeom prst="rect">
            <a:avLst/>
          </a:prstGeom>
        </p:spPr>
        <p:txBody>
          <a:bodyPr/>
          <a:lstStyle>
            <a:lvl1pPr marL="0" indent="0">
              <a:buNone/>
              <a:defRPr>
                <a:latin typeface="Arial" panose="020B0604020202020204" pitchFamily="34" charset="0"/>
                <a:cs typeface="Arial" panose="020B0604020202020204" pitchFamily="34" charset="0"/>
              </a:defRPr>
            </a:lvl1pPr>
          </a:lstStyle>
          <a:p>
            <a:r>
              <a:rPr lang="en-US"/>
              <a:t>Add picture by clicking the icon</a:t>
            </a:r>
            <a:endParaRPr lang="de-DE"/>
          </a:p>
        </p:txBody>
      </p:sp>
      <p:sp>
        <p:nvSpPr>
          <p:cNvPr id="8" name="Bildplatzhalter 12"/>
          <p:cNvSpPr>
            <a:spLocks noGrp="1"/>
          </p:cNvSpPr>
          <p:nvPr>
            <p:ph type="pic" sz="quarter" idx="12" hasCustomPrompt="1"/>
          </p:nvPr>
        </p:nvSpPr>
        <p:spPr>
          <a:xfrm>
            <a:off x="2224800" y="6351373"/>
            <a:ext cx="1620000" cy="406800"/>
          </a:xfrm>
          <a:prstGeom prst="rect">
            <a:avLst/>
          </a:prstGeom>
        </p:spPr>
        <p:txBody>
          <a:bodyPr/>
          <a:lstStyle>
            <a:lvl1pPr marL="0" indent="0">
              <a:buNone/>
              <a:defRPr sz="900" b="1" baseline="0">
                <a:latin typeface="Arial" panose="020B0604020202020204" pitchFamily="34" charset="0"/>
                <a:cs typeface="Arial" panose="020B0604020202020204" pitchFamily="34" charset="0"/>
              </a:defRPr>
            </a:lvl1pPr>
          </a:lstStyle>
          <a:p>
            <a:r>
              <a:rPr lang="en-US"/>
              <a:t>Add logo of partner by clicking the icon</a:t>
            </a:r>
            <a:endParaRPr lang="de-DE"/>
          </a:p>
        </p:txBody>
      </p:sp>
      <p:sp>
        <p:nvSpPr>
          <p:cNvPr id="9" name="Subtitle 2"/>
          <p:cNvSpPr>
            <a:spLocks noGrp="1"/>
          </p:cNvSpPr>
          <p:nvPr>
            <p:ph type="subTitle" idx="1" hasCustomPrompt="1"/>
          </p:nvPr>
        </p:nvSpPr>
        <p:spPr>
          <a:xfrm>
            <a:off x="288000" y="2980800"/>
            <a:ext cx="8568000" cy="1655762"/>
          </a:xfrm>
          <a:prstGeom prst="rect">
            <a:avLst/>
          </a:prstGeom>
        </p:spPr>
        <p:txBody>
          <a:bodyPr lIns="0" tIns="0" rIns="0" bIns="0"/>
          <a:lstStyle>
            <a:lvl1pPr marL="0" indent="0" algn="l">
              <a:lnSpc>
                <a:spcPct val="100000"/>
              </a:lnSpc>
              <a:buNone/>
              <a:defRPr sz="2000">
                <a:solidFill>
                  <a:schemeClr val="tx1"/>
                </a:solidFill>
                <a:latin typeface="Arial" panose="020B0604020202020204" pitchFamily="34" charset="0"/>
                <a:cs typeface="Arial" panose="020B06040202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de-DE" err="1"/>
              <a:t>Subtitle</a:t>
            </a:r>
            <a:endParaRPr lang="en-US"/>
          </a:p>
        </p:txBody>
      </p:sp>
      <p:sp>
        <p:nvSpPr>
          <p:cNvPr id="10" name="Textplatzhalter 9"/>
          <p:cNvSpPr>
            <a:spLocks noGrp="1"/>
          </p:cNvSpPr>
          <p:nvPr>
            <p:ph type="body" sz="quarter" idx="11" hasCustomPrompt="1"/>
          </p:nvPr>
        </p:nvSpPr>
        <p:spPr>
          <a:xfrm>
            <a:off x="3654000" y="5731200"/>
            <a:ext cx="5209200" cy="432000"/>
          </a:xfrm>
          <a:prstGeom prst="rect">
            <a:avLst/>
          </a:prstGeom>
        </p:spPr>
        <p:txBody>
          <a:bodyPr wrap="square" lIns="0" tIns="0" rIns="0" bIns="0" anchor="b">
            <a:noAutofit/>
          </a:bodyPr>
          <a:lstStyle>
            <a:lvl1pPr marL="0" indent="0" algn="r">
              <a:buNone/>
              <a:defRPr lang="de-DE" sz="1400" dirty="0">
                <a:latin typeface="Arial" panose="020B0604020202020204" pitchFamily="34" charset="0"/>
                <a:cs typeface="Arial" panose="020B0604020202020204" pitchFamily="34" charset="0"/>
              </a:defRPr>
            </a:lvl1pPr>
          </a:lstStyle>
          <a:p>
            <a:pPr lvl="0"/>
            <a:r>
              <a:rPr lang="de-DE" sz="1400"/>
              <a:t>Name </a:t>
            </a:r>
            <a:r>
              <a:rPr lang="de-DE" sz="1400" err="1"/>
              <a:t>of</a:t>
            </a:r>
            <a:r>
              <a:rPr lang="de-DE" sz="1400"/>
              <a:t> Speaker</a:t>
            </a:r>
            <a:endParaRPr lang="de-DE"/>
          </a:p>
        </p:txBody>
      </p:sp>
      <p:sp>
        <p:nvSpPr>
          <p:cNvPr id="11" name="Rechteck 10"/>
          <p:cNvSpPr/>
          <p:nvPr userDrawn="1"/>
        </p:nvSpPr>
        <p:spPr>
          <a:xfrm>
            <a:off x="3970800" y="6375600"/>
            <a:ext cx="0" cy="383381"/>
          </a:xfrm>
          <a:prstGeom prst="rect">
            <a:avLst/>
          </a:prstGeom>
          <a:solidFill>
            <a:schemeClr val="tx1"/>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Tree>
    <p:extLst>
      <p:ext uri="{BB962C8B-B14F-4D97-AF65-F5344CB8AC3E}">
        <p14:creationId xmlns:p14="http://schemas.microsoft.com/office/powerpoint/2010/main" val="358020657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Last slide Contact, 1st Version">
    <p:spTree>
      <p:nvGrpSpPr>
        <p:cNvPr id="1" name=""/>
        <p:cNvGrpSpPr/>
        <p:nvPr/>
      </p:nvGrpSpPr>
      <p:grpSpPr>
        <a:xfrm>
          <a:off x="0" y="0"/>
          <a:ext cx="0" cy="0"/>
          <a:chOff x="0" y="0"/>
          <a:chExt cx="0" cy="0"/>
        </a:xfrm>
      </p:grpSpPr>
      <p:sp>
        <p:nvSpPr>
          <p:cNvPr id="4" name="Bildplatzhalter 3"/>
          <p:cNvSpPr>
            <a:spLocks noGrp="1"/>
          </p:cNvSpPr>
          <p:nvPr>
            <p:ph type="pic" sz="quarter" idx="15" hasCustomPrompt="1"/>
          </p:nvPr>
        </p:nvSpPr>
        <p:spPr>
          <a:xfrm>
            <a:off x="0" y="0"/>
            <a:ext cx="9144000" cy="2314800"/>
          </a:xfrm>
          <a:prstGeom prst="rect">
            <a:avLst/>
          </a:prstGeom>
        </p:spPr>
        <p:txBody>
          <a:bodyPr/>
          <a:lstStyle>
            <a:lvl1pPr marL="0" marR="0" indent="0" algn="l" defTabSz="216000" rtl="0" eaLnBrk="1" fontAlgn="base" latinLnBrk="0" hangingPunct="1">
              <a:lnSpc>
                <a:spcPct val="100000"/>
              </a:lnSpc>
              <a:spcBef>
                <a:spcPts val="0"/>
              </a:spcBef>
              <a:spcAft>
                <a:spcPct val="0"/>
              </a:spcAft>
              <a:buClr>
                <a:schemeClr val="tx2"/>
              </a:buClr>
              <a:buSzTx/>
              <a:buFont typeface="Arial" panose="020B0604020202020204" pitchFamily="34" charset="0"/>
              <a:buNone/>
              <a:tabLst>
                <a:tab pos="216000" algn="l"/>
              </a:tabLst>
              <a:defRPr/>
            </a:lvl1pPr>
          </a:lstStyle>
          <a:p>
            <a:r>
              <a:rPr lang="en-US"/>
              <a:t>Add picture by clicking the icon</a:t>
            </a:r>
            <a:endParaRPr lang="de-DE"/>
          </a:p>
        </p:txBody>
      </p:sp>
      <p:sp>
        <p:nvSpPr>
          <p:cNvPr id="6" name="Textplatzhalter 1"/>
          <p:cNvSpPr>
            <a:spLocks noGrp="1"/>
          </p:cNvSpPr>
          <p:nvPr>
            <p:ph type="body" sz="quarter" idx="14" hasCustomPrompt="1"/>
          </p:nvPr>
        </p:nvSpPr>
        <p:spPr>
          <a:xfrm>
            <a:off x="288000" y="2847599"/>
            <a:ext cx="4154400" cy="3315600"/>
          </a:xfrm>
          <a:prstGeom prst="rect">
            <a:avLst/>
          </a:prstGeom>
        </p:spPr>
        <p:txBody>
          <a:bodyPr lIns="0" tIns="0" rIns="0" bIns="0" anchor="t"/>
          <a:lstStyle>
            <a:lvl1pPr marL="0" indent="0">
              <a:buNone/>
              <a:defRPr sz="1400"/>
            </a:lvl1pPr>
          </a:lstStyle>
          <a:p>
            <a:r>
              <a:rPr lang="de-DE" err="1"/>
              <a:t>Contact</a:t>
            </a:r>
            <a:r>
              <a:rPr lang="de-DE"/>
              <a:t> </a:t>
            </a:r>
            <a:r>
              <a:rPr lang="de-DE" err="1"/>
              <a:t>information</a:t>
            </a:r>
            <a:endParaRPr lang="de-DE"/>
          </a:p>
        </p:txBody>
      </p:sp>
      <p:sp>
        <p:nvSpPr>
          <p:cNvPr id="10" name="Textplatzhalter 12"/>
          <p:cNvSpPr>
            <a:spLocks noGrp="1"/>
          </p:cNvSpPr>
          <p:nvPr>
            <p:ph type="body" sz="quarter" idx="17" hasCustomPrompt="1"/>
          </p:nvPr>
        </p:nvSpPr>
        <p:spPr>
          <a:xfrm>
            <a:off x="288000" y="2487600"/>
            <a:ext cx="8568000" cy="230400"/>
          </a:xfrm>
          <a:prstGeom prst="rect">
            <a:avLst/>
          </a:prstGeom>
        </p:spPr>
        <p:txBody>
          <a:bodyPr lIns="0" tIns="0" rIns="0" bIns="0"/>
          <a:lstStyle>
            <a:lvl1pPr marL="0" indent="0">
              <a:buNone/>
              <a:defRPr sz="1600" b="1"/>
            </a:lvl1pPr>
            <a:lvl2pPr>
              <a:defRPr sz="1600"/>
            </a:lvl2pPr>
            <a:lvl3pPr>
              <a:defRPr sz="1600"/>
            </a:lvl3pPr>
            <a:lvl4pPr>
              <a:defRPr sz="1600"/>
            </a:lvl4pPr>
            <a:lvl5pPr>
              <a:defRPr sz="1600"/>
            </a:lvl5pPr>
          </a:lstStyle>
          <a:p>
            <a:pPr lvl="0"/>
            <a:r>
              <a:rPr lang="de-DE" err="1"/>
              <a:t>Contact</a:t>
            </a:r>
            <a:endParaRPr lang="de-DE"/>
          </a:p>
        </p:txBody>
      </p:sp>
    </p:spTree>
    <p:extLst>
      <p:ext uri="{BB962C8B-B14F-4D97-AF65-F5344CB8AC3E}">
        <p14:creationId xmlns:p14="http://schemas.microsoft.com/office/powerpoint/2010/main" val="322005808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Last slide Contact, 2nd Version">
    <p:spTree>
      <p:nvGrpSpPr>
        <p:cNvPr id="1" name=""/>
        <p:cNvGrpSpPr/>
        <p:nvPr/>
      </p:nvGrpSpPr>
      <p:grpSpPr>
        <a:xfrm>
          <a:off x="0" y="0"/>
          <a:ext cx="0" cy="0"/>
          <a:chOff x="0" y="0"/>
          <a:chExt cx="0" cy="0"/>
        </a:xfrm>
      </p:grpSpPr>
      <p:sp>
        <p:nvSpPr>
          <p:cNvPr id="4" name="Bildplatzhalter 3"/>
          <p:cNvSpPr>
            <a:spLocks noGrp="1"/>
          </p:cNvSpPr>
          <p:nvPr>
            <p:ph type="pic" sz="quarter" idx="15" hasCustomPrompt="1"/>
          </p:nvPr>
        </p:nvSpPr>
        <p:spPr>
          <a:xfrm>
            <a:off x="0" y="0"/>
            <a:ext cx="9144000" cy="4554000"/>
          </a:xfrm>
          <a:prstGeom prst="rect">
            <a:avLst/>
          </a:prstGeom>
        </p:spPr>
        <p:txBody>
          <a:bodyPr/>
          <a:lstStyle>
            <a:lvl1pPr marL="0" marR="0" indent="0" algn="l" defTabSz="216000" rtl="0" eaLnBrk="1" fontAlgn="base" latinLnBrk="0" hangingPunct="1">
              <a:lnSpc>
                <a:spcPct val="100000"/>
              </a:lnSpc>
              <a:spcBef>
                <a:spcPts val="0"/>
              </a:spcBef>
              <a:spcAft>
                <a:spcPct val="0"/>
              </a:spcAft>
              <a:buClr>
                <a:schemeClr val="tx2"/>
              </a:buClr>
              <a:buSzTx/>
              <a:buFont typeface="Arial" panose="020B0604020202020204" pitchFamily="34" charset="0"/>
              <a:buNone/>
              <a:tabLst>
                <a:tab pos="216000" algn="l"/>
              </a:tabLst>
              <a:defRPr/>
            </a:lvl1pPr>
          </a:lstStyle>
          <a:p>
            <a:r>
              <a:rPr lang="en-US"/>
              <a:t>Add picture by clicking the icon</a:t>
            </a:r>
            <a:endParaRPr lang="de-DE"/>
          </a:p>
        </p:txBody>
      </p:sp>
      <p:sp>
        <p:nvSpPr>
          <p:cNvPr id="8" name="Textplatzhalter 1"/>
          <p:cNvSpPr>
            <a:spLocks noGrp="1"/>
          </p:cNvSpPr>
          <p:nvPr>
            <p:ph type="body" sz="quarter" idx="14" hasCustomPrompt="1"/>
          </p:nvPr>
        </p:nvSpPr>
        <p:spPr>
          <a:xfrm>
            <a:off x="287999" y="5086800"/>
            <a:ext cx="4154400" cy="1076400"/>
          </a:xfrm>
          <a:prstGeom prst="rect">
            <a:avLst/>
          </a:prstGeom>
        </p:spPr>
        <p:txBody>
          <a:bodyPr lIns="0" tIns="0" rIns="0" bIns="0" anchor="t"/>
          <a:lstStyle>
            <a:lvl1pPr marL="0" indent="0">
              <a:buNone/>
              <a:defRPr sz="1400" baseline="0"/>
            </a:lvl1pPr>
          </a:lstStyle>
          <a:p>
            <a:r>
              <a:rPr lang="de-DE"/>
              <a:t>Business </a:t>
            </a:r>
            <a:r>
              <a:rPr lang="de-DE" err="1"/>
              <a:t>address</a:t>
            </a:r>
            <a:endParaRPr lang="de-DE"/>
          </a:p>
          <a:p>
            <a:endParaRPr lang="de-DE"/>
          </a:p>
        </p:txBody>
      </p:sp>
      <p:sp>
        <p:nvSpPr>
          <p:cNvPr id="11" name="Textplatzhalter 1"/>
          <p:cNvSpPr>
            <a:spLocks noGrp="1"/>
          </p:cNvSpPr>
          <p:nvPr>
            <p:ph type="body" sz="quarter" idx="16" hasCustomPrompt="1"/>
          </p:nvPr>
        </p:nvSpPr>
        <p:spPr>
          <a:xfrm>
            <a:off x="4701600" y="5086800"/>
            <a:ext cx="4154400" cy="1076400"/>
          </a:xfrm>
          <a:prstGeom prst="rect">
            <a:avLst/>
          </a:prstGeom>
        </p:spPr>
        <p:txBody>
          <a:bodyPr lIns="0" tIns="0" rIns="0" bIns="0" anchor="t"/>
          <a:lstStyle>
            <a:lvl1pPr marL="0" indent="0">
              <a:buNone/>
              <a:defRPr sz="1400" baseline="0"/>
            </a:lvl1pPr>
          </a:lstStyle>
          <a:p>
            <a:r>
              <a:rPr lang="de-DE" sz="1400" err="1"/>
              <a:t>Contact</a:t>
            </a:r>
            <a:r>
              <a:rPr lang="de-DE" sz="1400"/>
              <a:t> </a:t>
            </a:r>
            <a:r>
              <a:rPr lang="de-DE" sz="1400" err="1"/>
              <a:t>information</a:t>
            </a:r>
            <a:endParaRPr lang="de-DE" sz="1400"/>
          </a:p>
        </p:txBody>
      </p:sp>
      <p:sp>
        <p:nvSpPr>
          <p:cNvPr id="13" name="Textplatzhalter 12"/>
          <p:cNvSpPr>
            <a:spLocks noGrp="1"/>
          </p:cNvSpPr>
          <p:nvPr>
            <p:ph type="body" sz="quarter" idx="17" hasCustomPrompt="1"/>
          </p:nvPr>
        </p:nvSpPr>
        <p:spPr>
          <a:xfrm>
            <a:off x="288000" y="4726800"/>
            <a:ext cx="8568000" cy="230400"/>
          </a:xfrm>
          <a:prstGeom prst="rect">
            <a:avLst/>
          </a:prstGeom>
        </p:spPr>
        <p:txBody>
          <a:bodyPr lIns="0" tIns="0" rIns="0" bIns="0"/>
          <a:lstStyle>
            <a:lvl1pPr marL="0" indent="0">
              <a:buNone/>
              <a:defRPr sz="1600" b="1"/>
            </a:lvl1pPr>
            <a:lvl2pPr>
              <a:defRPr sz="1600"/>
            </a:lvl2pPr>
            <a:lvl3pPr>
              <a:defRPr sz="1600"/>
            </a:lvl3pPr>
            <a:lvl4pPr>
              <a:defRPr sz="1600"/>
            </a:lvl4pPr>
            <a:lvl5pPr>
              <a:defRPr sz="1600"/>
            </a:lvl5pPr>
          </a:lstStyle>
          <a:p>
            <a:pPr lvl="0"/>
            <a:r>
              <a:rPr lang="de-DE" err="1"/>
              <a:t>Contact</a:t>
            </a:r>
            <a:endParaRPr lang="de-DE"/>
          </a:p>
        </p:txBody>
      </p:sp>
    </p:spTree>
    <p:extLst>
      <p:ext uri="{BB962C8B-B14F-4D97-AF65-F5344CB8AC3E}">
        <p14:creationId xmlns:p14="http://schemas.microsoft.com/office/powerpoint/2010/main" val="268369142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Last slide Contact, 3rd Version">
    <p:bg>
      <p:bgPr>
        <a:blipFill dpi="0" rotWithShape="1">
          <a:blip r:embed="rId2">
            <a:alphaModFix amt="20000"/>
            <a:lum/>
          </a:blip>
          <a:srcRect/>
          <a:stretch>
            <a:fillRect l="-9000" r="-9000"/>
          </a:stretch>
        </a:blipFill>
        <a:effectLst/>
      </p:bgPr>
    </p:bg>
    <p:spTree>
      <p:nvGrpSpPr>
        <p:cNvPr id="1" name=""/>
        <p:cNvGrpSpPr/>
        <p:nvPr/>
      </p:nvGrpSpPr>
      <p:grpSpPr>
        <a:xfrm>
          <a:off x="0" y="0"/>
          <a:ext cx="0" cy="0"/>
          <a:chOff x="0" y="0"/>
          <a:chExt cx="0" cy="0"/>
        </a:xfrm>
      </p:grpSpPr>
      <p:sp>
        <p:nvSpPr>
          <p:cNvPr id="12" name="Textplatzhalter 6"/>
          <p:cNvSpPr>
            <a:spLocks noGrp="1"/>
          </p:cNvSpPr>
          <p:nvPr>
            <p:ph type="body" sz="quarter" idx="14" hasCustomPrompt="1"/>
          </p:nvPr>
        </p:nvSpPr>
        <p:spPr>
          <a:xfrm>
            <a:off x="288000" y="2563200"/>
            <a:ext cx="4154400" cy="3600000"/>
          </a:xfrm>
          <a:prstGeom prst="rect">
            <a:avLst/>
          </a:prstGeom>
        </p:spPr>
        <p:txBody>
          <a:bodyPr lIns="0" tIns="0" rIns="0" bIns="0" anchor="b"/>
          <a:lstStyle>
            <a:lvl1pPr marL="0" marR="0" indent="0" algn="l" defTabSz="216000" rtl="0" eaLnBrk="1" fontAlgn="base" latinLnBrk="0" hangingPunct="1">
              <a:lnSpc>
                <a:spcPct val="100000"/>
              </a:lnSpc>
              <a:spcBef>
                <a:spcPts val="0"/>
              </a:spcBef>
              <a:spcAft>
                <a:spcPct val="0"/>
              </a:spcAft>
              <a:buClr>
                <a:schemeClr val="tx2"/>
              </a:buClr>
              <a:buSzTx/>
              <a:buFontTx/>
              <a:buNone/>
              <a:tabLst>
                <a:tab pos="216000" algn="l"/>
              </a:tabLst>
              <a:defRPr sz="1400"/>
            </a:lvl1pPr>
          </a:lstStyle>
          <a:p>
            <a:pPr marL="0" marR="0" lvl="0" indent="0" algn="l" defTabSz="216000" rtl="0" eaLnBrk="1" fontAlgn="base" latinLnBrk="0" hangingPunct="1">
              <a:lnSpc>
                <a:spcPct val="100000"/>
              </a:lnSpc>
              <a:spcBef>
                <a:spcPts val="0"/>
              </a:spcBef>
              <a:spcAft>
                <a:spcPct val="0"/>
              </a:spcAft>
              <a:buClr>
                <a:schemeClr val="tx2"/>
              </a:buClr>
              <a:buSzTx/>
              <a:buFontTx/>
              <a:buNone/>
              <a:tabLst>
                <a:tab pos="216000" algn="l"/>
              </a:tabLst>
              <a:defRPr/>
            </a:pPr>
            <a:r>
              <a:rPr lang="de-DE" sz="1400" err="1"/>
              <a:t>Contact</a:t>
            </a:r>
            <a:r>
              <a:rPr lang="de-DE" sz="1400"/>
              <a:t> </a:t>
            </a:r>
            <a:r>
              <a:rPr lang="de-DE" sz="1400" err="1"/>
              <a:t>information</a:t>
            </a:r>
            <a:endParaRPr lang="de-DE" sz="1400"/>
          </a:p>
        </p:txBody>
      </p:sp>
      <p:sp>
        <p:nvSpPr>
          <p:cNvPr id="3" name="Textfeld 2"/>
          <p:cNvSpPr txBox="1"/>
          <p:nvPr userDrawn="1"/>
        </p:nvSpPr>
        <p:spPr>
          <a:xfrm>
            <a:off x="9258072" y="540456"/>
            <a:ext cx="1641475" cy="1323439"/>
          </a:xfrm>
          <a:prstGeom prst="rect">
            <a:avLst/>
          </a:prstGeom>
          <a:noFill/>
        </p:spPr>
        <p:txBody>
          <a:bodyPr>
            <a:spAutoFit/>
          </a:bodyPr>
          <a:lstStyle/>
          <a:p>
            <a:pPr eaLnBrk="1" fontAlgn="auto" hangingPunct="1">
              <a:spcBef>
                <a:spcPts val="0"/>
              </a:spcBef>
              <a:spcAft>
                <a:spcPts val="0"/>
              </a:spcAft>
              <a:defRPr/>
            </a:pPr>
            <a:r>
              <a:rPr lang="en-US" sz="1000" b="1">
                <a:latin typeface="Arial" panose="020B0604020202020204" pitchFamily="34" charset="0"/>
                <a:cs typeface="Arial" panose="020B0604020202020204" pitchFamily="34" charset="0"/>
              </a:rPr>
              <a:t>Change picture:</a:t>
            </a:r>
          </a:p>
          <a:p>
            <a:pPr marL="171450" indent="-171450" eaLnBrk="1" fontAlgn="auto" hangingPunct="1">
              <a:spcBef>
                <a:spcPts val="0"/>
              </a:spcBef>
              <a:spcAft>
                <a:spcPts val="0"/>
              </a:spcAft>
              <a:buFont typeface="Symbol" panose="05050102010706020507" pitchFamily="18" charset="2"/>
              <a:buChar char="-"/>
              <a:defRPr/>
            </a:pPr>
            <a:r>
              <a:rPr lang="en-US" sz="1000" b="0">
                <a:latin typeface="Arial" panose="020B0604020202020204" pitchFamily="34" charset="0"/>
                <a:cs typeface="Arial" panose="020B0604020202020204" pitchFamily="34" charset="0"/>
              </a:rPr>
              <a:t>right click an empty space on the slide</a:t>
            </a:r>
          </a:p>
          <a:p>
            <a:pPr marL="171450" indent="-171450" eaLnBrk="1" fontAlgn="auto" hangingPunct="1">
              <a:spcBef>
                <a:spcPts val="0"/>
              </a:spcBef>
              <a:spcAft>
                <a:spcPts val="0"/>
              </a:spcAft>
              <a:buFont typeface="Symbol" panose="05050102010706020507" pitchFamily="18" charset="2"/>
              <a:buChar char="-"/>
              <a:defRPr/>
            </a:pPr>
            <a:r>
              <a:rPr lang="en-US" sz="1000" b="0">
                <a:latin typeface="Arial" panose="020B0604020202020204" pitchFamily="34" charset="0"/>
                <a:cs typeface="Arial" panose="020B0604020202020204" pitchFamily="34" charset="0"/>
              </a:rPr>
              <a:t>click on "Format Background"</a:t>
            </a:r>
          </a:p>
          <a:p>
            <a:pPr marL="171450" indent="-171450" eaLnBrk="1" fontAlgn="auto" hangingPunct="1">
              <a:spcBef>
                <a:spcPts val="0"/>
              </a:spcBef>
              <a:spcAft>
                <a:spcPts val="0"/>
              </a:spcAft>
              <a:buFont typeface="Symbol" panose="05050102010706020507" pitchFamily="18" charset="2"/>
              <a:buChar char="-"/>
              <a:defRPr/>
            </a:pPr>
            <a:r>
              <a:rPr lang="en-US" sz="1000" b="0">
                <a:latin typeface="Arial" panose="020B0604020202020204" pitchFamily="34" charset="0"/>
                <a:cs typeface="Arial" panose="020B0604020202020204" pitchFamily="34" charset="0"/>
              </a:rPr>
              <a:t>On the Fill menu click "File..." and choose a picture</a:t>
            </a:r>
            <a:endParaRPr lang="de-DE" sz="1000" b="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500427520"/>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Last slide Partner, 1st Version">
    <p:spTree>
      <p:nvGrpSpPr>
        <p:cNvPr id="1" name=""/>
        <p:cNvGrpSpPr/>
        <p:nvPr/>
      </p:nvGrpSpPr>
      <p:grpSpPr>
        <a:xfrm>
          <a:off x="0" y="0"/>
          <a:ext cx="0" cy="0"/>
          <a:chOff x="0" y="0"/>
          <a:chExt cx="0" cy="0"/>
        </a:xfrm>
      </p:grpSpPr>
      <p:sp>
        <p:nvSpPr>
          <p:cNvPr id="6" name="Bildplatzhalter 2"/>
          <p:cNvSpPr>
            <a:spLocks noGrp="1"/>
          </p:cNvSpPr>
          <p:nvPr>
            <p:ph type="pic" sz="quarter" idx="19" hasCustomPrompt="1"/>
          </p:nvPr>
        </p:nvSpPr>
        <p:spPr>
          <a:xfrm>
            <a:off x="7585200" y="4593600"/>
            <a:ext cx="1270800" cy="1008000"/>
          </a:xfrm>
          <a:prstGeom prst="rect">
            <a:avLst/>
          </a:prstGeom>
        </p:spPr>
        <p:txBody>
          <a:bodyPr/>
          <a:lstStyle>
            <a:lvl1pPr marL="0" indent="0">
              <a:buNone/>
              <a:defRPr sz="1400" baseline="0">
                <a:solidFill>
                  <a:schemeClr val="tx1"/>
                </a:solidFill>
                <a:latin typeface="+mj-lt"/>
              </a:defRPr>
            </a:lvl1pPr>
          </a:lstStyle>
          <a:p>
            <a:r>
              <a:rPr lang="en-US"/>
              <a:t>Add logo by clicking the icon</a:t>
            </a:r>
            <a:endParaRPr lang="de-DE"/>
          </a:p>
        </p:txBody>
      </p:sp>
      <p:sp>
        <p:nvSpPr>
          <p:cNvPr id="7" name="Textplatzhalter 11"/>
          <p:cNvSpPr>
            <a:spLocks noGrp="1"/>
          </p:cNvSpPr>
          <p:nvPr>
            <p:ph type="body" sz="quarter" idx="20" hasCustomPrompt="1"/>
          </p:nvPr>
        </p:nvSpPr>
        <p:spPr>
          <a:xfrm>
            <a:off x="288000" y="4593600"/>
            <a:ext cx="7041600" cy="1008000"/>
          </a:xfrm>
          <a:prstGeom prst="rect">
            <a:avLst/>
          </a:prstGeom>
        </p:spPr>
        <p:txBody>
          <a:bodyPr lIns="0" tIns="0" rIns="0" bIns="0" anchor="ctr"/>
          <a:lstStyle>
            <a:lvl1pPr marL="0" indent="0">
              <a:lnSpc>
                <a:spcPct val="100000"/>
              </a:lnSpc>
              <a:spcBef>
                <a:spcPts val="600"/>
              </a:spcBef>
              <a:buSzPct val="115000"/>
              <a:buFont typeface="Arial" panose="020B0604020202020204" pitchFamily="34" charset="0"/>
              <a:buNone/>
              <a:defRPr lang="de-DE" sz="1400" baseline="0" dirty="0" smtClean="0">
                <a:solidFill>
                  <a:schemeClr val="tx1"/>
                </a:solidFill>
                <a:latin typeface="+mj-lt"/>
              </a:defRPr>
            </a:lvl1pPr>
            <a:lvl2pPr marL="432000" indent="-215900">
              <a:lnSpc>
                <a:spcPct val="100000"/>
              </a:lnSpc>
              <a:spcBef>
                <a:spcPts val="600"/>
              </a:spcBef>
              <a:buFont typeface="Arial" panose="020B0604020202020204" pitchFamily="34" charset="0"/>
              <a:buChar char="≡"/>
              <a:defRPr lang="de-DE" sz="1600" dirty="0" smtClean="0">
                <a:latin typeface="+mj-lt"/>
              </a:defRPr>
            </a:lvl2pPr>
            <a:lvl3pPr marL="648000" indent="-215900">
              <a:lnSpc>
                <a:spcPct val="100000"/>
              </a:lnSpc>
              <a:spcBef>
                <a:spcPts val="600"/>
              </a:spcBef>
              <a:buSzPct val="100000"/>
              <a:buFont typeface="Arial" panose="020B0604020202020204" pitchFamily="34" charset="0"/>
              <a:buChar char="="/>
              <a:defRPr lang="de-DE" sz="1600" dirty="0" smtClean="0">
                <a:latin typeface="+mj-lt"/>
              </a:defRPr>
            </a:lvl3pPr>
            <a:lvl4pPr marL="864000" indent="-216000">
              <a:lnSpc>
                <a:spcPct val="100000"/>
              </a:lnSpc>
              <a:spcBef>
                <a:spcPts val="600"/>
              </a:spcBef>
              <a:buSzPct val="100000"/>
              <a:buFontTx/>
              <a:buChar char="□"/>
              <a:defRPr lang="de-DE" sz="1600" dirty="0" smtClean="0">
                <a:latin typeface="+mj-lt"/>
              </a:defRPr>
            </a:lvl4pPr>
            <a:lvl5pPr marL="1080000" indent="-216000">
              <a:lnSpc>
                <a:spcPct val="100000"/>
              </a:lnSpc>
              <a:spcBef>
                <a:spcPts val="600"/>
              </a:spcBef>
              <a:buSzPct val="130000"/>
              <a:buFont typeface="Symbol" panose="05050102010706020507" pitchFamily="18" charset="2"/>
              <a:buChar char="-"/>
              <a:defRPr lang="de-DE" sz="1600" dirty="0" smtClean="0">
                <a:latin typeface="+mj-lt"/>
              </a:defRPr>
            </a:lvl5pPr>
            <a:lvl6pPr marL="1296000" indent="-216000">
              <a:lnSpc>
                <a:spcPct val="100000"/>
              </a:lnSpc>
              <a:spcBef>
                <a:spcPts val="600"/>
              </a:spcBef>
              <a:buClr>
                <a:srgbClr val="DD402D"/>
              </a:buClr>
              <a:buSzPct val="130000"/>
              <a:buFont typeface="Symbol" panose="05050102010706020507" pitchFamily="18" charset="2"/>
              <a:buChar char="-"/>
              <a:defRPr lang="de-DE" sz="1600" dirty="0" smtClean="0">
                <a:latin typeface="+mj-lt"/>
              </a:defRPr>
            </a:lvl6pPr>
            <a:lvl7pPr marL="1512000" indent="-216000">
              <a:lnSpc>
                <a:spcPct val="100000"/>
              </a:lnSpc>
              <a:spcBef>
                <a:spcPts val="600"/>
              </a:spcBef>
              <a:buClr>
                <a:srgbClr val="DD402D"/>
              </a:buClr>
              <a:buSzPct val="130000"/>
              <a:buFont typeface="Symbol" panose="05050102010706020507" pitchFamily="18" charset="2"/>
              <a:buChar char="-"/>
              <a:defRPr lang="de-DE" sz="1600" dirty="0" smtClean="0">
                <a:latin typeface="+mj-lt"/>
              </a:defRPr>
            </a:lvl7pPr>
            <a:lvl8pPr marL="1728000" indent="-216000">
              <a:lnSpc>
                <a:spcPct val="100000"/>
              </a:lnSpc>
              <a:spcBef>
                <a:spcPts val="600"/>
              </a:spcBef>
              <a:buClr>
                <a:srgbClr val="DD402D"/>
              </a:buClr>
              <a:buSzPct val="130000"/>
              <a:buFont typeface="Symbol" panose="05050102010706020507" pitchFamily="18" charset="2"/>
              <a:buChar char="-"/>
              <a:defRPr lang="de-DE" sz="1600" dirty="0" smtClean="0">
                <a:latin typeface="+mj-lt"/>
              </a:defRPr>
            </a:lvl8pPr>
            <a:lvl9pPr marL="3657600" indent="0">
              <a:buNone/>
              <a:defRPr baseline="0"/>
            </a:lvl9pPr>
          </a:lstStyle>
          <a:p>
            <a:pPr lvl="0"/>
            <a:r>
              <a:rPr lang="en-US"/>
              <a:t>Text Area</a:t>
            </a:r>
          </a:p>
        </p:txBody>
      </p:sp>
      <p:sp>
        <p:nvSpPr>
          <p:cNvPr id="8" name="Bildplatzhalter 2"/>
          <p:cNvSpPr>
            <a:spLocks noGrp="1"/>
          </p:cNvSpPr>
          <p:nvPr>
            <p:ph type="pic" sz="quarter" idx="21" hasCustomPrompt="1"/>
          </p:nvPr>
        </p:nvSpPr>
        <p:spPr>
          <a:xfrm>
            <a:off x="7585200" y="3481200"/>
            <a:ext cx="1270800" cy="1008000"/>
          </a:xfrm>
          <a:prstGeom prst="rect">
            <a:avLst/>
          </a:prstGeom>
        </p:spPr>
        <p:txBody>
          <a:bodyPr/>
          <a:lstStyle>
            <a:lvl1pPr marL="0" indent="0">
              <a:buNone/>
              <a:defRPr sz="1400" baseline="0">
                <a:solidFill>
                  <a:schemeClr val="tx1"/>
                </a:solidFill>
                <a:latin typeface="+mj-lt"/>
              </a:defRPr>
            </a:lvl1pPr>
          </a:lstStyle>
          <a:p>
            <a:r>
              <a:rPr lang="en-US"/>
              <a:t>Add logo by clicking the icon</a:t>
            </a:r>
            <a:endParaRPr lang="de-DE"/>
          </a:p>
        </p:txBody>
      </p:sp>
      <p:sp>
        <p:nvSpPr>
          <p:cNvPr id="9" name="Textplatzhalter 11"/>
          <p:cNvSpPr>
            <a:spLocks noGrp="1"/>
          </p:cNvSpPr>
          <p:nvPr>
            <p:ph type="body" sz="quarter" idx="22" hasCustomPrompt="1"/>
          </p:nvPr>
        </p:nvSpPr>
        <p:spPr>
          <a:xfrm>
            <a:off x="288000" y="3481200"/>
            <a:ext cx="7041600" cy="1008000"/>
          </a:xfrm>
          <a:prstGeom prst="rect">
            <a:avLst/>
          </a:prstGeom>
        </p:spPr>
        <p:txBody>
          <a:bodyPr lIns="0" tIns="0" rIns="0" bIns="0" anchor="ctr"/>
          <a:lstStyle>
            <a:lvl1pPr marL="0" indent="0">
              <a:lnSpc>
                <a:spcPct val="100000"/>
              </a:lnSpc>
              <a:spcBef>
                <a:spcPts val="600"/>
              </a:spcBef>
              <a:buSzPct val="115000"/>
              <a:buFont typeface="Arial" panose="020B0604020202020204" pitchFamily="34" charset="0"/>
              <a:buNone/>
              <a:defRPr lang="de-DE" sz="1400" baseline="0" dirty="0" smtClean="0">
                <a:solidFill>
                  <a:schemeClr val="tx1"/>
                </a:solidFill>
                <a:latin typeface="+mj-lt"/>
              </a:defRPr>
            </a:lvl1pPr>
            <a:lvl2pPr marL="432000" indent="-215900">
              <a:lnSpc>
                <a:spcPct val="100000"/>
              </a:lnSpc>
              <a:spcBef>
                <a:spcPts val="600"/>
              </a:spcBef>
              <a:buFont typeface="Arial" panose="020B0604020202020204" pitchFamily="34" charset="0"/>
              <a:buChar char="≡"/>
              <a:defRPr lang="de-DE" sz="1600" dirty="0" smtClean="0">
                <a:latin typeface="+mj-lt"/>
              </a:defRPr>
            </a:lvl2pPr>
            <a:lvl3pPr marL="648000" indent="-215900">
              <a:lnSpc>
                <a:spcPct val="100000"/>
              </a:lnSpc>
              <a:spcBef>
                <a:spcPts val="600"/>
              </a:spcBef>
              <a:buSzPct val="100000"/>
              <a:buFont typeface="Arial" panose="020B0604020202020204" pitchFamily="34" charset="0"/>
              <a:buChar char="="/>
              <a:defRPr lang="de-DE" sz="1600" dirty="0" smtClean="0">
                <a:latin typeface="+mj-lt"/>
              </a:defRPr>
            </a:lvl3pPr>
            <a:lvl4pPr marL="864000" indent="-216000">
              <a:lnSpc>
                <a:spcPct val="100000"/>
              </a:lnSpc>
              <a:spcBef>
                <a:spcPts val="600"/>
              </a:spcBef>
              <a:buSzPct val="100000"/>
              <a:buFontTx/>
              <a:buChar char="□"/>
              <a:defRPr lang="de-DE" sz="1600" dirty="0" smtClean="0">
                <a:latin typeface="+mj-lt"/>
              </a:defRPr>
            </a:lvl4pPr>
            <a:lvl5pPr marL="1080000" indent="-216000">
              <a:lnSpc>
                <a:spcPct val="100000"/>
              </a:lnSpc>
              <a:spcBef>
                <a:spcPts val="600"/>
              </a:spcBef>
              <a:buSzPct val="130000"/>
              <a:buFont typeface="Symbol" panose="05050102010706020507" pitchFamily="18" charset="2"/>
              <a:buChar char="-"/>
              <a:defRPr lang="de-DE" sz="1600" dirty="0" smtClean="0">
                <a:latin typeface="+mj-lt"/>
              </a:defRPr>
            </a:lvl5pPr>
            <a:lvl6pPr marL="1296000" indent="-216000">
              <a:lnSpc>
                <a:spcPct val="100000"/>
              </a:lnSpc>
              <a:spcBef>
                <a:spcPts val="600"/>
              </a:spcBef>
              <a:buClr>
                <a:srgbClr val="DD402D"/>
              </a:buClr>
              <a:buSzPct val="130000"/>
              <a:buFont typeface="Symbol" panose="05050102010706020507" pitchFamily="18" charset="2"/>
              <a:buChar char="-"/>
              <a:defRPr lang="de-DE" sz="1600" dirty="0" smtClean="0">
                <a:latin typeface="+mj-lt"/>
              </a:defRPr>
            </a:lvl6pPr>
            <a:lvl7pPr marL="1512000" indent="-216000">
              <a:lnSpc>
                <a:spcPct val="100000"/>
              </a:lnSpc>
              <a:spcBef>
                <a:spcPts val="600"/>
              </a:spcBef>
              <a:buClr>
                <a:srgbClr val="DD402D"/>
              </a:buClr>
              <a:buSzPct val="130000"/>
              <a:buFont typeface="Symbol" panose="05050102010706020507" pitchFamily="18" charset="2"/>
              <a:buChar char="-"/>
              <a:defRPr lang="de-DE" sz="1600" dirty="0" smtClean="0">
                <a:latin typeface="+mj-lt"/>
              </a:defRPr>
            </a:lvl7pPr>
            <a:lvl8pPr marL="1728000" indent="-216000">
              <a:lnSpc>
                <a:spcPct val="100000"/>
              </a:lnSpc>
              <a:spcBef>
                <a:spcPts val="600"/>
              </a:spcBef>
              <a:buClr>
                <a:srgbClr val="DD402D"/>
              </a:buClr>
              <a:buSzPct val="130000"/>
              <a:buFont typeface="Symbol" panose="05050102010706020507" pitchFamily="18" charset="2"/>
              <a:buChar char="-"/>
              <a:defRPr lang="de-DE" sz="1600" dirty="0" smtClean="0">
                <a:latin typeface="+mj-lt"/>
              </a:defRPr>
            </a:lvl8pPr>
            <a:lvl9pPr marL="3657600" indent="0">
              <a:buNone/>
              <a:defRPr baseline="0"/>
            </a:lvl9pPr>
          </a:lstStyle>
          <a:p>
            <a:pPr lvl="0"/>
            <a:r>
              <a:rPr lang="en-US"/>
              <a:t>Text Area</a:t>
            </a:r>
          </a:p>
        </p:txBody>
      </p:sp>
      <p:sp>
        <p:nvSpPr>
          <p:cNvPr id="10" name="Bildplatzhalter 2"/>
          <p:cNvSpPr>
            <a:spLocks noGrp="1"/>
          </p:cNvSpPr>
          <p:nvPr>
            <p:ph type="pic" sz="quarter" idx="23" hasCustomPrompt="1"/>
          </p:nvPr>
        </p:nvSpPr>
        <p:spPr>
          <a:xfrm>
            <a:off x="7585200" y="2368800"/>
            <a:ext cx="1270800" cy="1008000"/>
          </a:xfrm>
          <a:prstGeom prst="rect">
            <a:avLst/>
          </a:prstGeom>
        </p:spPr>
        <p:txBody>
          <a:bodyPr/>
          <a:lstStyle>
            <a:lvl1pPr marL="0" indent="0">
              <a:buNone/>
              <a:defRPr sz="1400" baseline="0">
                <a:solidFill>
                  <a:schemeClr val="tx1"/>
                </a:solidFill>
                <a:latin typeface="+mj-lt"/>
              </a:defRPr>
            </a:lvl1pPr>
          </a:lstStyle>
          <a:p>
            <a:r>
              <a:rPr lang="en-US"/>
              <a:t>Add logo by clicking the icon</a:t>
            </a:r>
            <a:endParaRPr lang="de-DE"/>
          </a:p>
        </p:txBody>
      </p:sp>
      <p:sp>
        <p:nvSpPr>
          <p:cNvPr id="11" name="Textplatzhalter 11"/>
          <p:cNvSpPr>
            <a:spLocks noGrp="1"/>
          </p:cNvSpPr>
          <p:nvPr>
            <p:ph type="body" sz="quarter" idx="24" hasCustomPrompt="1"/>
          </p:nvPr>
        </p:nvSpPr>
        <p:spPr>
          <a:xfrm>
            <a:off x="288000" y="2368800"/>
            <a:ext cx="7041600" cy="1008000"/>
          </a:xfrm>
          <a:prstGeom prst="rect">
            <a:avLst/>
          </a:prstGeom>
        </p:spPr>
        <p:txBody>
          <a:bodyPr lIns="0" tIns="0" rIns="0" bIns="0" anchor="ctr"/>
          <a:lstStyle>
            <a:lvl1pPr marL="0" indent="0">
              <a:lnSpc>
                <a:spcPct val="100000"/>
              </a:lnSpc>
              <a:spcBef>
                <a:spcPts val="600"/>
              </a:spcBef>
              <a:buSzPct val="115000"/>
              <a:buFont typeface="Arial" panose="020B0604020202020204" pitchFamily="34" charset="0"/>
              <a:buNone/>
              <a:defRPr lang="de-DE" sz="1400" baseline="0" dirty="0" smtClean="0">
                <a:solidFill>
                  <a:schemeClr val="tx1"/>
                </a:solidFill>
                <a:latin typeface="+mj-lt"/>
              </a:defRPr>
            </a:lvl1pPr>
            <a:lvl2pPr marL="432000" indent="-215900">
              <a:lnSpc>
                <a:spcPct val="100000"/>
              </a:lnSpc>
              <a:spcBef>
                <a:spcPts val="600"/>
              </a:spcBef>
              <a:buFont typeface="Arial" panose="020B0604020202020204" pitchFamily="34" charset="0"/>
              <a:buChar char="≡"/>
              <a:defRPr lang="de-DE" sz="1600" dirty="0" smtClean="0">
                <a:latin typeface="+mj-lt"/>
              </a:defRPr>
            </a:lvl2pPr>
            <a:lvl3pPr marL="648000" indent="-215900">
              <a:lnSpc>
                <a:spcPct val="100000"/>
              </a:lnSpc>
              <a:spcBef>
                <a:spcPts val="600"/>
              </a:spcBef>
              <a:buSzPct val="100000"/>
              <a:buFont typeface="Arial" panose="020B0604020202020204" pitchFamily="34" charset="0"/>
              <a:buChar char="="/>
              <a:defRPr lang="de-DE" sz="1600" dirty="0" smtClean="0">
                <a:latin typeface="+mj-lt"/>
              </a:defRPr>
            </a:lvl3pPr>
            <a:lvl4pPr marL="864000" indent="-216000">
              <a:lnSpc>
                <a:spcPct val="100000"/>
              </a:lnSpc>
              <a:spcBef>
                <a:spcPts val="600"/>
              </a:spcBef>
              <a:buSzPct val="100000"/>
              <a:buFontTx/>
              <a:buChar char="□"/>
              <a:defRPr lang="de-DE" sz="1600" dirty="0" smtClean="0">
                <a:latin typeface="+mj-lt"/>
              </a:defRPr>
            </a:lvl4pPr>
            <a:lvl5pPr marL="1080000" indent="-216000">
              <a:lnSpc>
                <a:spcPct val="100000"/>
              </a:lnSpc>
              <a:spcBef>
                <a:spcPts val="600"/>
              </a:spcBef>
              <a:buSzPct val="130000"/>
              <a:buFont typeface="Symbol" panose="05050102010706020507" pitchFamily="18" charset="2"/>
              <a:buChar char="-"/>
              <a:defRPr lang="de-DE" sz="1600" dirty="0" smtClean="0">
                <a:latin typeface="+mj-lt"/>
              </a:defRPr>
            </a:lvl5pPr>
            <a:lvl6pPr marL="1296000" indent="-216000">
              <a:lnSpc>
                <a:spcPct val="100000"/>
              </a:lnSpc>
              <a:spcBef>
                <a:spcPts val="600"/>
              </a:spcBef>
              <a:buClr>
                <a:srgbClr val="DD402D"/>
              </a:buClr>
              <a:buSzPct val="130000"/>
              <a:buFont typeface="Symbol" panose="05050102010706020507" pitchFamily="18" charset="2"/>
              <a:buChar char="-"/>
              <a:defRPr lang="de-DE" sz="1600" dirty="0" smtClean="0">
                <a:latin typeface="+mj-lt"/>
              </a:defRPr>
            </a:lvl6pPr>
            <a:lvl7pPr marL="1512000" indent="-216000">
              <a:lnSpc>
                <a:spcPct val="100000"/>
              </a:lnSpc>
              <a:spcBef>
                <a:spcPts val="600"/>
              </a:spcBef>
              <a:buClr>
                <a:srgbClr val="DD402D"/>
              </a:buClr>
              <a:buSzPct val="130000"/>
              <a:buFont typeface="Symbol" panose="05050102010706020507" pitchFamily="18" charset="2"/>
              <a:buChar char="-"/>
              <a:defRPr lang="de-DE" sz="1600" dirty="0" smtClean="0">
                <a:latin typeface="+mj-lt"/>
              </a:defRPr>
            </a:lvl7pPr>
            <a:lvl8pPr marL="1728000" indent="-216000">
              <a:lnSpc>
                <a:spcPct val="100000"/>
              </a:lnSpc>
              <a:spcBef>
                <a:spcPts val="600"/>
              </a:spcBef>
              <a:buClr>
                <a:srgbClr val="DD402D"/>
              </a:buClr>
              <a:buSzPct val="130000"/>
              <a:buFont typeface="Symbol" panose="05050102010706020507" pitchFamily="18" charset="2"/>
              <a:buChar char="-"/>
              <a:defRPr lang="de-DE" sz="1600" dirty="0" smtClean="0">
                <a:latin typeface="+mj-lt"/>
              </a:defRPr>
            </a:lvl8pPr>
            <a:lvl9pPr marL="3657600" indent="0">
              <a:buNone/>
              <a:defRPr baseline="0"/>
            </a:lvl9pPr>
          </a:lstStyle>
          <a:p>
            <a:pPr lvl="0"/>
            <a:r>
              <a:rPr lang="en-US"/>
              <a:t>Text Area</a:t>
            </a:r>
          </a:p>
        </p:txBody>
      </p:sp>
      <p:sp>
        <p:nvSpPr>
          <p:cNvPr id="12" name="Bildplatzhalter 2"/>
          <p:cNvSpPr>
            <a:spLocks noGrp="1"/>
          </p:cNvSpPr>
          <p:nvPr>
            <p:ph type="pic" sz="quarter" idx="25" hasCustomPrompt="1"/>
          </p:nvPr>
        </p:nvSpPr>
        <p:spPr>
          <a:xfrm>
            <a:off x="7585200" y="1256400"/>
            <a:ext cx="1270800" cy="1008000"/>
          </a:xfrm>
          <a:prstGeom prst="rect">
            <a:avLst/>
          </a:prstGeom>
        </p:spPr>
        <p:txBody>
          <a:bodyPr/>
          <a:lstStyle>
            <a:lvl1pPr marL="0" indent="0">
              <a:buNone/>
              <a:defRPr sz="1400" baseline="0">
                <a:solidFill>
                  <a:schemeClr val="tx1"/>
                </a:solidFill>
                <a:latin typeface="+mj-lt"/>
              </a:defRPr>
            </a:lvl1pPr>
          </a:lstStyle>
          <a:p>
            <a:r>
              <a:rPr lang="en-US"/>
              <a:t>Add logo by clicking the icon</a:t>
            </a:r>
            <a:endParaRPr lang="de-DE"/>
          </a:p>
        </p:txBody>
      </p:sp>
      <p:sp>
        <p:nvSpPr>
          <p:cNvPr id="13" name="Textplatzhalter 11"/>
          <p:cNvSpPr>
            <a:spLocks noGrp="1"/>
          </p:cNvSpPr>
          <p:nvPr>
            <p:ph type="body" sz="quarter" idx="26" hasCustomPrompt="1"/>
          </p:nvPr>
        </p:nvSpPr>
        <p:spPr>
          <a:xfrm>
            <a:off x="288000" y="1256400"/>
            <a:ext cx="7041600" cy="1008000"/>
          </a:xfrm>
          <a:prstGeom prst="rect">
            <a:avLst/>
          </a:prstGeom>
        </p:spPr>
        <p:txBody>
          <a:bodyPr lIns="0" tIns="0" rIns="0" bIns="0" anchor="ctr"/>
          <a:lstStyle>
            <a:lvl1pPr marL="0" indent="0">
              <a:lnSpc>
                <a:spcPct val="100000"/>
              </a:lnSpc>
              <a:spcBef>
                <a:spcPts val="600"/>
              </a:spcBef>
              <a:buSzPct val="115000"/>
              <a:buFont typeface="Arial" panose="020B0604020202020204" pitchFamily="34" charset="0"/>
              <a:buNone/>
              <a:defRPr lang="de-DE" sz="1400" baseline="0" dirty="0" smtClean="0">
                <a:solidFill>
                  <a:schemeClr val="tx1"/>
                </a:solidFill>
                <a:latin typeface="+mj-lt"/>
              </a:defRPr>
            </a:lvl1pPr>
            <a:lvl2pPr marL="432000" indent="-215900">
              <a:lnSpc>
                <a:spcPct val="100000"/>
              </a:lnSpc>
              <a:spcBef>
                <a:spcPts val="600"/>
              </a:spcBef>
              <a:buFont typeface="Arial" panose="020B0604020202020204" pitchFamily="34" charset="0"/>
              <a:buChar char="≡"/>
              <a:defRPr lang="de-DE" sz="1600" dirty="0" smtClean="0">
                <a:latin typeface="+mj-lt"/>
              </a:defRPr>
            </a:lvl2pPr>
            <a:lvl3pPr marL="648000" indent="-215900">
              <a:lnSpc>
                <a:spcPct val="100000"/>
              </a:lnSpc>
              <a:spcBef>
                <a:spcPts val="600"/>
              </a:spcBef>
              <a:buSzPct val="100000"/>
              <a:buFont typeface="Arial" panose="020B0604020202020204" pitchFamily="34" charset="0"/>
              <a:buChar char="="/>
              <a:defRPr lang="de-DE" sz="1600" dirty="0" smtClean="0">
                <a:latin typeface="+mj-lt"/>
              </a:defRPr>
            </a:lvl3pPr>
            <a:lvl4pPr marL="864000" indent="-216000">
              <a:lnSpc>
                <a:spcPct val="100000"/>
              </a:lnSpc>
              <a:spcBef>
                <a:spcPts val="600"/>
              </a:spcBef>
              <a:buSzPct val="100000"/>
              <a:buFontTx/>
              <a:buChar char="□"/>
              <a:defRPr lang="de-DE" sz="1600" dirty="0" smtClean="0">
                <a:latin typeface="+mj-lt"/>
              </a:defRPr>
            </a:lvl4pPr>
            <a:lvl5pPr marL="1080000" indent="-216000">
              <a:lnSpc>
                <a:spcPct val="100000"/>
              </a:lnSpc>
              <a:spcBef>
                <a:spcPts val="600"/>
              </a:spcBef>
              <a:buSzPct val="130000"/>
              <a:buFont typeface="Symbol" panose="05050102010706020507" pitchFamily="18" charset="2"/>
              <a:buChar char="-"/>
              <a:defRPr lang="de-DE" sz="1600" dirty="0" smtClean="0">
                <a:latin typeface="+mj-lt"/>
              </a:defRPr>
            </a:lvl5pPr>
            <a:lvl6pPr marL="1296000" indent="-216000">
              <a:lnSpc>
                <a:spcPct val="100000"/>
              </a:lnSpc>
              <a:spcBef>
                <a:spcPts val="600"/>
              </a:spcBef>
              <a:buClr>
                <a:srgbClr val="DD402D"/>
              </a:buClr>
              <a:buSzPct val="130000"/>
              <a:buFont typeface="Symbol" panose="05050102010706020507" pitchFamily="18" charset="2"/>
              <a:buChar char="-"/>
              <a:defRPr lang="de-DE" sz="1600" dirty="0" smtClean="0">
                <a:latin typeface="+mj-lt"/>
              </a:defRPr>
            </a:lvl6pPr>
            <a:lvl7pPr marL="1512000" indent="-216000">
              <a:lnSpc>
                <a:spcPct val="100000"/>
              </a:lnSpc>
              <a:spcBef>
                <a:spcPts val="600"/>
              </a:spcBef>
              <a:buClr>
                <a:srgbClr val="DD402D"/>
              </a:buClr>
              <a:buSzPct val="130000"/>
              <a:buFont typeface="Symbol" panose="05050102010706020507" pitchFamily="18" charset="2"/>
              <a:buChar char="-"/>
              <a:defRPr lang="de-DE" sz="1600" dirty="0" smtClean="0">
                <a:latin typeface="+mj-lt"/>
              </a:defRPr>
            </a:lvl7pPr>
            <a:lvl8pPr marL="1728000" indent="-216000">
              <a:lnSpc>
                <a:spcPct val="100000"/>
              </a:lnSpc>
              <a:spcBef>
                <a:spcPts val="600"/>
              </a:spcBef>
              <a:buClr>
                <a:srgbClr val="DD402D"/>
              </a:buClr>
              <a:buSzPct val="130000"/>
              <a:buFont typeface="Symbol" panose="05050102010706020507" pitchFamily="18" charset="2"/>
              <a:buChar char="-"/>
              <a:defRPr lang="de-DE" sz="1600" dirty="0" smtClean="0">
                <a:latin typeface="+mj-lt"/>
              </a:defRPr>
            </a:lvl8pPr>
            <a:lvl9pPr marL="3657600" indent="0">
              <a:buNone/>
              <a:defRPr baseline="0"/>
            </a:lvl9pPr>
          </a:lstStyle>
          <a:p>
            <a:pPr lvl="0"/>
            <a:r>
              <a:rPr lang="en-US"/>
              <a:t>Text Area</a:t>
            </a:r>
          </a:p>
        </p:txBody>
      </p:sp>
      <p:sp>
        <p:nvSpPr>
          <p:cNvPr id="14" name="Bildplatzhalter 2"/>
          <p:cNvSpPr>
            <a:spLocks noGrp="1"/>
          </p:cNvSpPr>
          <p:nvPr>
            <p:ph type="pic" sz="quarter" idx="27" hasCustomPrompt="1"/>
          </p:nvPr>
        </p:nvSpPr>
        <p:spPr>
          <a:xfrm>
            <a:off x="7585200" y="144000"/>
            <a:ext cx="1270800" cy="1008000"/>
          </a:xfrm>
          <a:prstGeom prst="rect">
            <a:avLst/>
          </a:prstGeom>
        </p:spPr>
        <p:txBody>
          <a:bodyPr/>
          <a:lstStyle>
            <a:lvl1pPr marL="0" indent="0">
              <a:buNone/>
              <a:defRPr sz="1400" baseline="0">
                <a:solidFill>
                  <a:schemeClr val="tx1"/>
                </a:solidFill>
                <a:latin typeface="+mj-lt"/>
              </a:defRPr>
            </a:lvl1pPr>
          </a:lstStyle>
          <a:p>
            <a:r>
              <a:rPr lang="en-US"/>
              <a:t>Add logo by clicking the icon</a:t>
            </a:r>
            <a:endParaRPr lang="de-DE"/>
          </a:p>
        </p:txBody>
      </p:sp>
      <p:sp>
        <p:nvSpPr>
          <p:cNvPr id="15" name="Textplatzhalter 11"/>
          <p:cNvSpPr>
            <a:spLocks noGrp="1"/>
          </p:cNvSpPr>
          <p:nvPr>
            <p:ph type="body" sz="quarter" idx="28" hasCustomPrompt="1"/>
          </p:nvPr>
        </p:nvSpPr>
        <p:spPr>
          <a:xfrm>
            <a:off x="288000" y="144000"/>
            <a:ext cx="7041600" cy="1008000"/>
          </a:xfrm>
          <a:prstGeom prst="rect">
            <a:avLst/>
          </a:prstGeom>
        </p:spPr>
        <p:txBody>
          <a:bodyPr lIns="0" tIns="0" rIns="0" bIns="0" anchor="ctr"/>
          <a:lstStyle>
            <a:lvl1pPr marL="0" indent="0">
              <a:lnSpc>
                <a:spcPct val="100000"/>
              </a:lnSpc>
              <a:spcBef>
                <a:spcPts val="600"/>
              </a:spcBef>
              <a:buSzPct val="115000"/>
              <a:buFont typeface="Arial" panose="020B0604020202020204" pitchFamily="34" charset="0"/>
              <a:buNone/>
              <a:defRPr lang="de-DE" sz="1400" baseline="0" dirty="0" smtClean="0">
                <a:solidFill>
                  <a:schemeClr val="tx1"/>
                </a:solidFill>
                <a:latin typeface="+mj-lt"/>
              </a:defRPr>
            </a:lvl1pPr>
            <a:lvl2pPr marL="432000" indent="-215900">
              <a:lnSpc>
                <a:spcPct val="100000"/>
              </a:lnSpc>
              <a:spcBef>
                <a:spcPts val="600"/>
              </a:spcBef>
              <a:buFont typeface="Arial" panose="020B0604020202020204" pitchFamily="34" charset="0"/>
              <a:buChar char="≡"/>
              <a:defRPr lang="de-DE" sz="1600" dirty="0" smtClean="0">
                <a:latin typeface="+mj-lt"/>
              </a:defRPr>
            </a:lvl2pPr>
            <a:lvl3pPr marL="648000" indent="-215900">
              <a:lnSpc>
                <a:spcPct val="100000"/>
              </a:lnSpc>
              <a:spcBef>
                <a:spcPts val="600"/>
              </a:spcBef>
              <a:buSzPct val="100000"/>
              <a:buFont typeface="Arial" panose="020B0604020202020204" pitchFamily="34" charset="0"/>
              <a:buChar char="="/>
              <a:defRPr lang="de-DE" sz="1600" dirty="0" smtClean="0">
                <a:latin typeface="+mj-lt"/>
              </a:defRPr>
            </a:lvl3pPr>
            <a:lvl4pPr marL="864000" indent="-216000">
              <a:lnSpc>
                <a:spcPct val="100000"/>
              </a:lnSpc>
              <a:spcBef>
                <a:spcPts val="600"/>
              </a:spcBef>
              <a:buSzPct val="100000"/>
              <a:buFontTx/>
              <a:buChar char="□"/>
              <a:defRPr lang="de-DE" sz="1600" dirty="0" smtClean="0">
                <a:latin typeface="+mj-lt"/>
              </a:defRPr>
            </a:lvl4pPr>
            <a:lvl5pPr marL="1080000" indent="-216000">
              <a:lnSpc>
                <a:spcPct val="100000"/>
              </a:lnSpc>
              <a:spcBef>
                <a:spcPts val="600"/>
              </a:spcBef>
              <a:buSzPct val="130000"/>
              <a:buFont typeface="Symbol" panose="05050102010706020507" pitchFamily="18" charset="2"/>
              <a:buChar char="-"/>
              <a:defRPr lang="de-DE" sz="1600" dirty="0" smtClean="0">
                <a:latin typeface="+mj-lt"/>
              </a:defRPr>
            </a:lvl5pPr>
            <a:lvl6pPr marL="1296000" indent="-216000">
              <a:lnSpc>
                <a:spcPct val="100000"/>
              </a:lnSpc>
              <a:spcBef>
                <a:spcPts val="600"/>
              </a:spcBef>
              <a:buClr>
                <a:srgbClr val="DD402D"/>
              </a:buClr>
              <a:buSzPct val="130000"/>
              <a:buFont typeface="Symbol" panose="05050102010706020507" pitchFamily="18" charset="2"/>
              <a:buChar char="-"/>
              <a:defRPr lang="de-DE" sz="1600" dirty="0" smtClean="0">
                <a:latin typeface="+mj-lt"/>
              </a:defRPr>
            </a:lvl6pPr>
            <a:lvl7pPr marL="1512000" indent="-216000">
              <a:lnSpc>
                <a:spcPct val="100000"/>
              </a:lnSpc>
              <a:spcBef>
                <a:spcPts val="600"/>
              </a:spcBef>
              <a:buClr>
                <a:srgbClr val="DD402D"/>
              </a:buClr>
              <a:buSzPct val="130000"/>
              <a:buFont typeface="Symbol" panose="05050102010706020507" pitchFamily="18" charset="2"/>
              <a:buChar char="-"/>
              <a:defRPr lang="de-DE" sz="1600" dirty="0" smtClean="0">
                <a:latin typeface="+mj-lt"/>
              </a:defRPr>
            </a:lvl7pPr>
            <a:lvl8pPr marL="1728000" indent="-216000">
              <a:lnSpc>
                <a:spcPct val="100000"/>
              </a:lnSpc>
              <a:spcBef>
                <a:spcPts val="600"/>
              </a:spcBef>
              <a:buClr>
                <a:srgbClr val="DD402D"/>
              </a:buClr>
              <a:buSzPct val="130000"/>
              <a:buFont typeface="Symbol" panose="05050102010706020507" pitchFamily="18" charset="2"/>
              <a:buChar char="-"/>
              <a:defRPr lang="de-DE" sz="1600" dirty="0" smtClean="0">
                <a:latin typeface="+mj-lt"/>
              </a:defRPr>
            </a:lvl8pPr>
            <a:lvl9pPr marL="3657600" indent="0">
              <a:buNone/>
              <a:defRPr baseline="0"/>
            </a:lvl9pPr>
          </a:lstStyle>
          <a:p>
            <a:pPr lvl="0"/>
            <a:r>
              <a:rPr lang="en-US"/>
              <a:t>Text Area</a:t>
            </a:r>
          </a:p>
        </p:txBody>
      </p:sp>
    </p:spTree>
    <p:extLst>
      <p:ext uri="{BB962C8B-B14F-4D97-AF65-F5344CB8AC3E}">
        <p14:creationId xmlns:p14="http://schemas.microsoft.com/office/powerpoint/2010/main" val="4184890827"/>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preserve="1" userDrawn="1">
  <p:cSld name="Last slide Partner, 2nd Version">
    <p:bg>
      <p:bgPr>
        <a:solidFill>
          <a:schemeClr val="tx1"/>
        </a:solidFill>
        <a:effectLst/>
      </p:bgPr>
    </p:bg>
    <p:spTree>
      <p:nvGrpSpPr>
        <p:cNvPr id="1" name=""/>
        <p:cNvGrpSpPr/>
        <p:nvPr/>
      </p:nvGrpSpPr>
      <p:grpSpPr>
        <a:xfrm>
          <a:off x="0" y="0"/>
          <a:ext cx="0" cy="0"/>
          <a:chOff x="0" y="0"/>
          <a:chExt cx="0" cy="0"/>
        </a:xfrm>
      </p:grpSpPr>
      <p:sp>
        <p:nvSpPr>
          <p:cNvPr id="11" name="Bildplatzhalter 2"/>
          <p:cNvSpPr>
            <a:spLocks noGrp="1"/>
          </p:cNvSpPr>
          <p:nvPr>
            <p:ph type="pic" sz="quarter" idx="12" hasCustomPrompt="1"/>
          </p:nvPr>
        </p:nvSpPr>
        <p:spPr>
          <a:xfrm>
            <a:off x="7585200" y="5706000"/>
            <a:ext cx="1270800" cy="1008000"/>
          </a:xfrm>
          <a:prstGeom prst="rect">
            <a:avLst/>
          </a:prstGeom>
        </p:spPr>
        <p:txBody>
          <a:bodyPr/>
          <a:lstStyle>
            <a:lvl1pPr marL="0" indent="0">
              <a:buNone/>
              <a:defRPr sz="1400" baseline="0">
                <a:solidFill>
                  <a:schemeClr val="bg1"/>
                </a:solidFill>
                <a:latin typeface="+mj-lt"/>
              </a:defRPr>
            </a:lvl1pPr>
          </a:lstStyle>
          <a:p>
            <a:r>
              <a:rPr lang="en-US"/>
              <a:t>Add logo by clicking the icon</a:t>
            </a:r>
            <a:endParaRPr lang="de-DE"/>
          </a:p>
        </p:txBody>
      </p:sp>
      <p:sp>
        <p:nvSpPr>
          <p:cNvPr id="15" name="Textplatzhalter 11"/>
          <p:cNvSpPr>
            <a:spLocks noGrp="1"/>
          </p:cNvSpPr>
          <p:nvPr>
            <p:ph type="body" sz="quarter" idx="18" hasCustomPrompt="1"/>
          </p:nvPr>
        </p:nvSpPr>
        <p:spPr>
          <a:xfrm>
            <a:off x="288000" y="5706000"/>
            <a:ext cx="7041600" cy="1008000"/>
          </a:xfrm>
          <a:prstGeom prst="rect">
            <a:avLst/>
          </a:prstGeom>
        </p:spPr>
        <p:txBody>
          <a:bodyPr lIns="0" tIns="0" rIns="0" bIns="0" anchor="ctr"/>
          <a:lstStyle>
            <a:lvl1pPr marL="0" indent="0">
              <a:lnSpc>
                <a:spcPct val="100000"/>
              </a:lnSpc>
              <a:spcBef>
                <a:spcPts val="600"/>
              </a:spcBef>
              <a:buSzPct val="115000"/>
              <a:buFont typeface="Arial" panose="020B0604020202020204" pitchFamily="34" charset="0"/>
              <a:buNone/>
              <a:defRPr lang="de-DE" sz="1400" baseline="0" dirty="0" smtClean="0">
                <a:solidFill>
                  <a:schemeClr val="bg1"/>
                </a:solidFill>
                <a:latin typeface="+mj-lt"/>
              </a:defRPr>
            </a:lvl1pPr>
            <a:lvl2pPr marL="432000" indent="-215900">
              <a:lnSpc>
                <a:spcPct val="100000"/>
              </a:lnSpc>
              <a:spcBef>
                <a:spcPts val="600"/>
              </a:spcBef>
              <a:buFont typeface="Arial" panose="020B0604020202020204" pitchFamily="34" charset="0"/>
              <a:buChar char="≡"/>
              <a:defRPr lang="de-DE" sz="1600" dirty="0" smtClean="0">
                <a:latin typeface="+mj-lt"/>
              </a:defRPr>
            </a:lvl2pPr>
            <a:lvl3pPr marL="648000" indent="-215900">
              <a:lnSpc>
                <a:spcPct val="100000"/>
              </a:lnSpc>
              <a:spcBef>
                <a:spcPts val="600"/>
              </a:spcBef>
              <a:buSzPct val="100000"/>
              <a:buFont typeface="Arial" panose="020B0604020202020204" pitchFamily="34" charset="0"/>
              <a:buChar char="="/>
              <a:defRPr lang="de-DE" sz="1600" dirty="0" smtClean="0">
                <a:latin typeface="+mj-lt"/>
              </a:defRPr>
            </a:lvl3pPr>
            <a:lvl4pPr marL="864000" indent="-216000">
              <a:lnSpc>
                <a:spcPct val="100000"/>
              </a:lnSpc>
              <a:spcBef>
                <a:spcPts val="600"/>
              </a:spcBef>
              <a:buSzPct val="100000"/>
              <a:buFontTx/>
              <a:buChar char="□"/>
              <a:defRPr lang="de-DE" sz="1600" dirty="0" smtClean="0">
                <a:latin typeface="+mj-lt"/>
              </a:defRPr>
            </a:lvl4pPr>
            <a:lvl5pPr marL="1080000" indent="-216000">
              <a:lnSpc>
                <a:spcPct val="100000"/>
              </a:lnSpc>
              <a:spcBef>
                <a:spcPts val="600"/>
              </a:spcBef>
              <a:buSzPct val="130000"/>
              <a:buFont typeface="Symbol" panose="05050102010706020507" pitchFamily="18" charset="2"/>
              <a:buChar char="-"/>
              <a:defRPr lang="de-DE" sz="1600" dirty="0" smtClean="0">
                <a:latin typeface="+mj-lt"/>
              </a:defRPr>
            </a:lvl5pPr>
            <a:lvl6pPr marL="1296000" indent="-216000">
              <a:lnSpc>
                <a:spcPct val="100000"/>
              </a:lnSpc>
              <a:spcBef>
                <a:spcPts val="600"/>
              </a:spcBef>
              <a:buClr>
                <a:srgbClr val="DD402D"/>
              </a:buClr>
              <a:buSzPct val="130000"/>
              <a:buFont typeface="Symbol" panose="05050102010706020507" pitchFamily="18" charset="2"/>
              <a:buChar char="-"/>
              <a:defRPr lang="de-DE" sz="1600" dirty="0" smtClean="0">
                <a:latin typeface="+mj-lt"/>
              </a:defRPr>
            </a:lvl6pPr>
            <a:lvl7pPr marL="1512000" indent="-216000">
              <a:lnSpc>
                <a:spcPct val="100000"/>
              </a:lnSpc>
              <a:spcBef>
                <a:spcPts val="600"/>
              </a:spcBef>
              <a:buClr>
                <a:srgbClr val="DD402D"/>
              </a:buClr>
              <a:buSzPct val="130000"/>
              <a:buFont typeface="Symbol" panose="05050102010706020507" pitchFamily="18" charset="2"/>
              <a:buChar char="-"/>
              <a:defRPr lang="de-DE" sz="1600" dirty="0" smtClean="0">
                <a:latin typeface="+mj-lt"/>
              </a:defRPr>
            </a:lvl7pPr>
            <a:lvl8pPr marL="1728000" indent="-216000">
              <a:lnSpc>
                <a:spcPct val="100000"/>
              </a:lnSpc>
              <a:spcBef>
                <a:spcPts val="600"/>
              </a:spcBef>
              <a:buClr>
                <a:srgbClr val="DD402D"/>
              </a:buClr>
              <a:buSzPct val="130000"/>
              <a:buFont typeface="Symbol" panose="05050102010706020507" pitchFamily="18" charset="2"/>
              <a:buChar char="-"/>
              <a:defRPr lang="de-DE" sz="1600" dirty="0" smtClean="0">
                <a:latin typeface="+mj-lt"/>
              </a:defRPr>
            </a:lvl8pPr>
            <a:lvl9pPr marL="3657600" indent="0">
              <a:buNone/>
              <a:defRPr baseline="0"/>
            </a:lvl9pPr>
          </a:lstStyle>
          <a:p>
            <a:pPr lvl="0"/>
            <a:r>
              <a:rPr lang="en-US"/>
              <a:t>Text Area</a:t>
            </a:r>
          </a:p>
        </p:txBody>
      </p:sp>
      <p:sp>
        <p:nvSpPr>
          <p:cNvPr id="9" name="Bildplatzhalter 2"/>
          <p:cNvSpPr>
            <a:spLocks noGrp="1"/>
          </p:cNvSpPr>
          <p:nvPr>
            <p:ph type="pic" sz="quarter" idx="19" hasCustomPrompt="1"/>
          </p:nvPr>
        </p:nvSpPr>
        <p:spPr>
          <a:xfrm>
            <a:off x="7585200" y="4593600"/>
            <a:ext cx="1270800" cy="1008000"/>
          </a:xfrm>
          <a:prstGeom prst="rect">
            <a:avLst/>
          </a:prstGeom>
        </p:spPr>
        <p:txBody>
          <a:bodyPr/>
          <a:lstStyle>
            <a:lvl1pPr marL="0" indent="0">
              <a:buNone/>
              <a:defRPr sz="1400" baseline="0">
                <a:solidFill>
                  <a:schemeClr val="bg1"/>
                </a:solidFill>
                <a:latin typeface="+mj-lt"/>
              </a:defRPr>
            </a:lvl1pPr>
          </a:lstStyle>
          <a:p>
            <a:r>
              <a:rPr lang="en-US"/>
              <a:t>Add logo by clicking the icon</a:t>
            </a:r>
            <a:endParaRPr lang="de-DE"/>
          </a:p>
        </p:txBody>
      </p:sp>
      <p:sp>
        <p:nvSpPr>
          <p:cNvPr id="10" name="Textplatzhalter 11"/>
          <p:cNvSpPr>
            <a:spLocks noGrp="1"/>
          </p:cNvSpPr>
          <p:nvPr>
            <p:ph type="body" sz="quarter" idx="20" hasCustomPrompt="1"/>
          </p:nvPr>
        </p:nvSpPr>
        <p:spPr>
          <a:xfrm>
            <a:off x="288000" y="4593600"/>
            <a:ext cx="7041600" cy="1008000"/>
          </a:xfrm>
          <a:prstGeom prst="rect">
            <a:avLst/>
          </a:prstGeom>
        </p:spPr>
        <p:txBody>
          <a:bodyPr lIns="0" tIns="0" rIns="0" bIns="0" anchor="ctr"/>
          <a:lstStyle>
            <a:lvl1pPr marL="0" indent="0">
              <a:lnSpc>
                <a:spcPct val="100000"/>
              </a:lnSpc>
              <a:spcBef>
                <a:spcPts val="600"/>
              </a:spcBef>
              <a:buSzPct val="115000"/>
              <a:buFont typeface="Arial" panose="020B0604020202020204" pitchFamily="34" charset="0"/>
              <a:buNone/>
              <a:defRPr lang="de-DE" sz="1400" baseline="0" dirty="0" smtClean="0">
                <a:solidFill>
                  <a:schemeClr val="bg1"/>
                </a:solidFill>
                <a:latin typeface="+mj-lt"/>
              </a:defRPr>
            </a:lvl1pPr>
            <a:lvl2pPr marL="432000" indent="-215900">
              <a:lnSpc>
                <a:spcPct val="100000"/>
              </a:lnSpc>
              <a:spcBef>
                <a:spcPts val="600"/>
              </a:spcBef>
              <a:buFont typeface="Arial" panose="020B0604020202020204" pitchFamily="34" charset="0"/>
              <a:buChar char="≡"/>
              <a:defRPr lang="de-DE" sz="1600" dirty="0" smtClean="0">
                <a:latin typeface="+mj-lt"/>
              </a:defRPr>
            </a:lvl2pPr>
            <a:lvl3pPr marL="648000" indent="-215900">
              <a:lnSpc>
                <a:spcPct val="100000"/>
              </a:lnSpc>
              <a:spcBef>
                <a:spcPts val="600"/>
              </a:spcBef>
              <a:buSzPct val="100000"/>
              <a:buFont typeface="Arial" panose="020B0604020202020204" pitchFamily="34" charset="0"/>
              <a:buChar char="="/>
              <a:defRPr lang="de-DE" sz="1600" dirty="0" smtClean="0">
                <a:latin typeface="+mj-lt"/>
              </a:defRPr>
            </a:lvl3pPr>
            <a:lvl4pPr marL="864000" indent="-216000">
              <a:lnSpc>
                <a:spcPct val="100000"/>
              </a:lnSpc>
              <a:spcBef>
                <a:spcPts val="600"/>
              </a:spcBef>
              <a:buSzPct val="100000"/>
              <a:buFontTx/>
              <a:buChar char="□"/>
              <a:defRPr lang="de-DE" sz="1600" dirty="0" smtClean="0">
                <a:latin typeface="+mj-lt"/>
              </a:defRPr>
            </a:lvl4pPr>
            <a:lvl5pPr marL="1080000" indent="-216000">
              <a:lnSpc>
                <a:spcPct val="100000"/>
              </a:lnSpc>
              <a:spcBef>
                <a:spcPts val="600"/>
              </a:spcBef>
              <a:buSzPct val="130000"/>
              <a:buFont typeface="Symbol" panose="05050102010706020507" pitchFamily="18" charset="2"/>
              <a:buChar char="-"/>
              <a:defRPr lang="de-DE" sz="1600" dirty="0" smtClean="0">
                <a:latin typeface="+mj-lt"/>
              </a:defRPr>
            </a:lvl5pPr>
            <a:lvl6pPr marL="1296000" indent="-216000">
              <a:lnSpc>
                <a:spcPct val="100000"/>
              </a:lnSpc>
              <a:spcBef>
                <a:spcPts val="600"/>
              </a:spcBef>
              <a:buClr>
                <a:srgbClr val="DD402D"/>
              </a:buClr>
              <a:buSzPct val="130000"/>
              <a:buFont typeface="Symbol" panose="05050102010706020507" pitchFamily="18" charset="2"/>
              <a:buChar char="-"/>
              <a:defRPr lang="de-DE" sz="1600" dirty="0" smtClean="0">
                <a:latin typeface="+mj-lt"/>
              </a:defRPr>
            </a:lvl6pPr>
            <a:lvl7pPr marL="1512000" indent="-216000">
              <a:lnSpc>
                <a:spcPct val="100000"/>
              </a:lnSpc>
              <a:spcBef>
                <a:spcPts val="600"/>
              </a:spcBef>
              <a:buClr>
                <a:srgbClr val="DD402D"/>
              </a:buClr>
              <a:buSzPct val="130000"/>
              <a:buFont typeface="Symbol" panose="05050102010706020507" pitchFamily="18" charset="2"/>
              <a:buChar char="-"/>
              <a:defRPr lang="de-DE" sz="1600" dirty="0" smtClean="0">
                <a:latin typeface="+mj-lt"/>
              </a:defRPr>
            </a:lvl7pPr>
            <a:lvl8pPr marL="1728000" indent="-216000">
              <a:lnSpc>
                <a:spcPct val="100000"/>
              </a:lnSpc>
              <a:spcBef>
                <a:spcPts val="600"/>
              </a:spcBef>
              <a:buClr>
                <a:srgbClr val="DD402D"/>
              </a:buClr>
              <a:buSzPct val="130000"/>
              <a:buFont typeface="Symbol" panose="05050102010706020507" pitchFamily="18" charset="2"/>
              <a:buChar char="-"/>
              <a:defRPr lang="de-DE" sz="1600" dirty="0" smtClean="0">
                <a:latin typeface="+mj-lt"/>
              </a:defRPr>
            </a:lvl8pPr>
            <a:lvl9pPr marL="3657600" indent="0">
              <a:buNone/>
              <a:defRPr baseline="0"/>
            </a:lvl9pPr>
          </a:lstStyle>
          <a:p>
            <a:pPr lvl="0"/>
            <a:r>
              <a:rPr lang="en-US"/>
              <a:t>Text Area</a:t>
            </a:r>
          </a:p>
        </p:txBody>
      </p:sp>
      <p:sp>
        <p:nvSpPr>
          <p:cNvPr id="17" name="Bildplatzhalter 2"/>
          <p:cNvSpPr>
            <a:spLocks noGrp="1"/>
          </p:cNvSpPr>
          <p:nvPr>
            <p:ph type="pic" sz="quarter" idx="21" hasCustomPrompt="1"/>
          </p:nvPr>
        </p:nvSpPr>
        <p:spPr>
          <a:xfrm>
            <a:off x="7585200" y="3481200"/>
            <a:ext cx="1270800" cy="1008000"/>
          </a:xfrm>
          <a:prstGeom prst="rect">
            <a:avLst/>
          </a:prstGeom>
        </p:spPr>
        <p:txBody>
          <a:bodyPr/>
          <a:lstStyle>
            <a:lvl1pPr marL="0" indent="0">
              <a:buNone/>
              <a:defRPr sz="1400" baseline="0">
                <a:solidFill>
                  <a:schemeClr val="bg1"/>
                </a:solidFill>
                <a:latin typeface="+mj-lt"/>
              </a:defRPr>
            </a:lvl1pPr>
          </a:lstStyle>
          <a:p>
            <a:r>
              <a:rPr lang="en-US"/>
              <a:t>Add logo by clicking the icon</a:t>
            </a:r>
            <a:endParaRPr lang="de-DE"/>
          </a:p>
        </p:txBody>
      </p:sp>
      <p:sp>
        <p:nvSpPr>
          <p:cNvPr id="18" name="Textplatzhalter 11"/>
          <p:cNvSpPr>
            <a:spLocks noGrp="1"/>
          </p:cNvSpPr>
          <p:nvPr>
            <p:ph type="body" sz="quarter" idx="22" hasCustomPrompt="1"/>
          </p:nvPr>
        </p:nvSpPr>
        <p:spPr>
          <a:xfrm>
            <a:off x="288000" y="3481200"/>
            <a:ext cx="7041600" cy="1008000"/>
          </a:xfrm>
          <a:prstGeom prst="rect">
            <a:avLst/>
          </a:prstGeom>
        </p:spPr>
        <p:txBody>
          <a:bodyPr lIns="0" tIns="0" rIns="0" bIns="0" anchor="ctr"/>
          <a:lstStyle>
            <a:lvl1pPr marL="0" indent="0">
              <a:lnSpc>
                <a:spcPct val="100000"/>
              </a:lnSpc>
              <a:spcBef>
                <a:spcPts val="600"/>
              </a:spcBef>
              <a:buSzPct val="115000"/>
              <a:buFont typeface="Arial" panose="020B0604020202020204" pitchFamily="34" charset="0"/>
              <a:buNone/>
              <a:defRPr lang="de-DE" sz="1400" baseline="0" dirty="0" smtClean="0">
                <a:solidFill>
                  <a:schemeClr val="bg1"/>
                </a:solidFill>
                <a:latin typeface="+mj-lt"/>
              </a:defRPr>
            </a:lvl1pPr>
            <a:lvl2pPr marL="432000" indent="-215900">
              <a:lnSpc>
                <a:spcPct val="100000"/>
              </a:lnSpc>
              <a:spcBef>
                <a:spcPts val="600"/>
              </a:spcBef>
              <a:buFont typeface="Arial" panose="020B0604020202020204" pitchFamily="34" charset="0"/>
              <a:buChar char="≡"/>
              <a:defRPr lang="de-DE" sz="1600" dirty="0" smtClean="0">
                <a:latin typeface="+mj-lt"/>
              </a:defRPr>
            </a:lvl2pPr>
            <a:lvl3pPr marL="648000" indent="-215900">
              <a:lnSpc>
                <a:spcPct val="100000"/>
              </a:lnSpc>
              <a:spcBef>
                <a:spcPts val="600"/>
              </a:spcBef>
              <a:buSzPct val="100000"/>
              <a:buFont typeface="Arial" panose="020B0604020202020204" pitchFamily="34" charset="0"/>
              <a:buChar char="="/>
              <a:defRPr lang="de-DE" sz="1600" dirty="0" smtClean="0">
                <a:latin typeface="+mj-lt"/>
              </a:defRPr>
            </a:lvl3pPr>
            <a:lvl4pPr marL="864000" indent="-216000">
              <a:lnSpc>
                <a:spcPct val="100000"/>
              </a:lnSpc>
              <a:spcBef>
                <a:spcPts val="600"/>
              </a:spcBef>
              <a:buSzPct val="100000"/>
              <a:buFontTx/>
              <a:buChar char="□"/>
              <a:defRPr lang="de-DE" sz="1600" dirty="0" smtClean="0">
                <a:latin typeface="+mj-lt"/>
              </a:defRPr>
            </a:lvl4pPr>
            <a:lvl5pPr marL="1080000" indent="-216000">
              <a:lnSpc>
                <a:spcPct val="100000"/>
              </a:lnSpc>
              <a:spcBef>
                <a:spcPts val="600"/>
              </a:spcBef>
              <a:buSzPct val="130000"/>
              <a:buFont typeface="Symbol" panose="05050102010706020507" pitchFamily="18" charset="2"/>
              <a:buChar char="-"/>
              <a:defRPr lang="de-DE" sz="1600" dirty="0" smtClean="0">
                <a:latin typeface="+mj-lt"/>
              </a:defRPr>
            </a:lvl5pPr>
            <a:lvl6pPr marL="1296000" indent="-216000">
              <a:lnSpc>
                <a:spcPct val="100000"/>
              </a:lnSpc>
              <a:spcBef>
                <a:spcPts val="600"/>
              </a:spcBef>
              <a:buClr>
                <a:srgbClr val="DD402D"/>
              </a:buClr>
              <a:buSzPct val="130000"/>
              <a:buFont typeface="Symbol" panose="05050102010706020507" pitchFamily="18" charset="2"/>
              <a:buChar char="-"/>
              <a:defRPr lang="de-DE" sz="1600" dirty="0" smtClean="0">
                <a:latin typeface="+mj-lt"/>
              </a:defRPr>
            </a:lvl6pPr>
            <a:lvl7pPr marL="1512000" indent="-216000">
              <a:lnSpc>
                <a:spcPct val="100000"/>
              </a:lnSpc>
              <a:spcBef>
                <a:spcPts val="600"/>
              </a:spcBef>
              <a:buClr>
                <a:srgbClr val="DD402D"/>
              </a:buClr>
              <a:buSzPct val="130000"/>
              <a:buFont typeface="Symbol" panose="05050102010706020507" pitchFamily="18" charset="2"/>
              <a:buChar char="-"/>
              <a:defRPr lang="de-DE" sz="1600" dirty="0" smtClean="0">
                <a:latin typeface="+mj-lt"/>
              </a:defRPr>
            </a:lvl7pPr>
            <a:lvl8pPr marL="1728000" indent="-216000">
              <a:lnSpc>
                <a:spcPct val="100000"/>
              </a:lnSpc>
              <a:spcBef>
                <a:spcPts val="600"/>
              </a:spcBef>
              <a:buClr>
                <a:srgbClr val="DD402D"/>
              </a:buClr>
              <a:buSzPct val="130000"/>
              <a:buFont typeface="Symbol" panose="05050102010706020507" pitchFamily="18" charset="2"/>
              <a:buChar char="-"/>
              <a:defRPr lang="de-DE" sz="1600" dirty="0" smtClean="0">
                <a:latin typeface="+mj-lt"/>
              </a:defRPr>
            </a:lvl8pPr>
            <a:lvl9pPr marL="3657600" indent="0">
              <a:buNone/>
              <a:defRPr baseline="0"/>
            </a:lvl9pPr>
          </a:lstStyle>
          <a:p>
            <a:pPr lvl="0"/>
            <a:r>
              <a:rPr lang="en-US"/>
              <a:t>Text Area</a:t>
            </a:r>
          </a:p>
        </p:txBody>
      </p:sp>
      <p:sp>
        <p:nvSpPr>
          <p:cNvPr id="19" name="Bildplatzhalter 2"/>
          <p:cNvSpPr>
            <a:spLocks noGrp="1"/>
          </p:cNvSpPr>
          <p:nvPr>
            <p:ph type="pic" sz="quarter" idx="23" hasCustomPrompt="1"/>
          </p:nvPr>
        </p:nvSpPr>
        <p:spPr>
          <a:xfrm>
            <a:off x="7585200" y="2368800"/>
            <a:ext cx="1270800" cy="1008000"/>
          </a:xfrm>
          <a:prstGeom prst="rect">
            <a:avLst/>
          </a:prstGeom>
        </p:spPr>
        <p:txBody>
          <a:bodyPr/>
          <a:lstStyle>
            <a:lvl1pPr marL="0" indent="0">
              <a:buNone/>
              <a:defRPr sz="1400" baseline="0">
                <a:solidFill>
                  <a:schemeClr val="bg1"/>
                </a:solidFill>
                <a:latin typeface="+mj-lt"/>
              </a:defRPr>
            </a:lvl1pPr>
          </a:lstStyle>
          <a:p>
            <a:r>
              <a:rPr lang="en-US"/>
              <a:t>Add logo by clicking the icon</a:t>
            </a:r>
            <a:endParaRPr lang="de-DE"/>
          </a:p>
        </p:txBody>
      </p:sp>
      <p:sp>
        <p:nvSpPr>
          <p:cNvPr id="20" name="Textplatzhalter 11"/>
          <p:cNvSpPr>
            <a:spLocks noGrp="1"/>
          </p:cNvSpPr>
          <p:nvPr>
            <p:ph type="body" sz="quarter" idx="24" hasCustomPrompt="1"/>
          </p:nvPr>
        </p:nvSpPr>
        <p:spPr>
          <a:xfrm>
            <a:off x="288000" y="2368800"/>
            <a:ext cx="7041600" cy="1008000"/>
          </a:xfrm>
          <a:prstGeom prst="rect">
            <a:avLst/>
          </a:prstGeom>
        </p:spPr>
        <p:txBody>
          <a:bodyPr lIns="0" tIns="0" rIns="0" bIns="0" anchor="ctr"/>
          <a:lstStyle>
            <a:lvl1pPr marL="0" indent="0">
              <a:lnSpc>
                <a:spcPct val="100000"/>
              </a:lnSpc>
              <a:spcBef>
                <a:spcPts val="600"/>
              </a:spcBef>
              <a:buSzPct val="115000"/>
              <a:buFont typeface="Arial" panose="020B0604020202020204" pitchFamily="34" charset="0"/>
              <a:buNone/>
              <a:defRPr lang="de-DE" sz="1400" baseline="0" dirty="0" smtClean="0">
                <a:solidFill>
                  <a:schemeClr val="bg1"/>
                </a:solidFill>
                <a:latin typeface="+mj-lt"/>
              </a:defRPr>
            </a:lvl1pPr>
            <a:lvl2pPr marL="432000" indent="-215900">
              <a:lnSpc>
                <a:spcPct val="100000"/>
              </a:lnSpc>
              <a:spcBef>
                <a:spcPts val="600"/>
              </a:spcBef>
              <a:buFont typeface="Arial" panose="020B0604020202020204" pitchFamily="34" charset="0"/>
              <a:buChar char="≡"/>
              <a:defRPr lang="de-DE" sz="1600" dirty="0" smtClean="0">
                <a:latin typeface="+mj-lt"/>
              </a:defRPr>
            </a:lvl2pPr>
            <a:lvl3pPr marL="648000" indent="-215900">
              <a:lnSpc>
                <a:spcPct val="100000"/>
              </a:lnSpc>
              <a:spcBef>
                <a:spcPts val="600"/>
              </a:spcBef>
              <a:buSzPct val="100000"/>
              <a:buFont typeface="Arial" panose="020B0604020202020204" pitchFamily="34" charset="0"/>
              <a:buChar char="="/>
              <a:defRPr lang="de-DE" sz="1600" dirty="0" smtClean="0">
                <a:latin typeface="+mj-lt"/>
              </a:defRPr>
            </a:lvl3pPr>
            <a:lvl4pPr marL="864000" indent="-216000">
              <a:lnSpc>
                <a:spcPct val="100000"/>
              </a:lnSpc>
              <a:spcBef>
                <a:spcPts val="600"/>
              </a:spcBef>
              <a:buSzPct val="100000"/>
              <a:buFontTx/>
              <a:buChar char="□"/>
              <a:defRPr lang="de-DE" sz="1600" dirty="0" smtClean="0">
                <a:latin typeface="+mj-lt"/>
              </a:defRPr>
            </a:lvl4pPr>
            <a:lvl5pPr marL="1080000" indent="-216000">
              <a:lnSpc>
                <a:spcPct val="100000"/>
              </a:lnSpc>
              <a:spcBef>
                <a:spcPts val="600"/>
              </a:spcBef>
              <a:buSzPct val="130000"/>
              <a:buFont typeface="Symbol" panose="05050102010706020507" pitchFamily="18" charset="2"/>
              <a:buChar char="-"/>
              <a:defRPr lang="de-DE" sz="1600" dirty="0" smtClean="0">
                <a:latin typeface="+mj-lt"/>
              </a:defRPr>
            </a:lvl5pPr>
            <a:lvl6pPr marL="1296000" indent="-216000">
              <a:lnSpc>
                <a:spcPct val="100000"/>
              </a:lnSpc>
              <a:spcBef>
                <a:spcPts val="600"/>
              </a:spcBef>
              <a:buClr>
                <a:srgbClr val="DD402D"/>
              </a:buClr>
              <a:buSzPct val="130000"/>
              <a:buFont typeface="Symbol" panose="05050102010706020507" pitchFamily="18" charset="2"/>
              <a:buChar char="-"/>
              <a:defRPr lang="de-DE" sz="1600" dirty="0" smtClean="0">
                <a:latin typeface="+mj-lt"/>
              </a:defRPr>
            </a:lvl6pPr>
            <a:lvl7pPr marL="1512000" indent="-216000">
              <a:lnSpc>
                <a:spcPct val="100000"/>
              </a:lnSpc>
              <a:spcBef>
                <a:spcPts val="600"/>
              </a:spcBef>
              <a:buClr>
                <a:srgbClr val="DD402D"/>
              </a:buClr>
              <a:buSzPct val="130000"/>
              <a:buFont typeface="Symbol" panose="05050102010706020507" pitchFamily="18" charset="2"/>
              <a:buChar char="-"/>
              <a:defRPr lang="de-DE" sz="1600" dirty="0" smtClean="0">
                <a:latin typeface="+mj-lt"/>
              </a:defRPr>
            </a:lvl7pPr>
            <a:lvl8pPr marL="1728000" indent="-216000">
              <a:lnSpc>
                <a:spcPct val="100000"/>
              </a:lnSpc>
              <a:spcBef>
                <a:spcPts val="600"/>
              </a:spcBef>
              <a:buClr>
                <a:srgbClr val="DD402D"/>
              </a:buClr>
              <a:buSzPct val="130000"/>
              <a:buFont typeface="Symbol" panose="05050102010706020507" pitchFamily="18" charset="2"/>
              <a:buChar char="-"/>
              <a:defRPr lang="de-DE" sz="1600" dirty="0" smtClean="0">
                <a:latin typeface="+mj-lt"/>
              </a:defRPr>
            </a:lvl8pPr>
            <a:lvl9pPr marL="3657600" indent="0">
              <a:buNone/>
              <a:defRPr baseline="0"/>
            </a:lvl9pPr>
          </a:lstStyle>
          <a:p>
            <a:pPr lvl="0"/>
            <a:r>
              <a:rPr lang="en-US"/>
              <a:t>Text Area</a:t>
            </a:r>
          </a:p>
        </p:txBody>
      </p:sp>
      <p:sp>
        <p:nvSpPr>
          <p:cNvPr id="21" name="Bildplatzhalter 2"/>
          <p:cNvSpPr>
            <a:spLocks noGrp="1"/>
          </p:cNvSpPr>
          <p:nvPr>
            <p:ph type="pic" sz="quarter" idx="25" hasCustomPrompt="1"/>
          </p:nvPr>
        </p:nvSpPr>
        <p:spPr>
          <a:xfrm>
            <a:off x="7585200" y="1256400"/>
            <a:ext cx="1270800" cy="1008000"/>
          </a:xfrm>
          <a:prstGeom prst="rect">
            <a:avLst/>
          </a:prstGeom>
        </p:spPr>
        <p:txBody>
          <a:bodyPr/>
          <a:lstStyle>
            <a:lvl1pPr marL="0" indent="0">
              <a:buNone/>
              <a:defRPr sz="1400" baseline="0">
                <a:solidFill>
                  <a:schemeClr val="bg1"/>
                </a:solidFill>
                <a:latin typeface="+mj-lt"/>
              </a:defRPr>
            </a:lvl1pPr>
          </a:lstStyle>
          <a:p>
            <a:r>
              <a:rPr lang="en-US"/>
              <a:t>Add logo by clicking the icon</a:t>
            </a:r>
            <a:endParaRPr lang="de-DE"/>
          </a:p>
        </p:txBody>
      </p:sp>
      <p:sp>
        <p:nvSpPr>
          <p:cNvPr id="22" name="Textplatzhalter 11"/>
          <p:cNvSpPr>
            <a:spLocks noGrp="1"/>
          </p:cNvSpPr>
          <p:nvPr>
            <p:ph type="body" sz="quarter" idx="26" hasCustomPrompt="1"/>
          </p:nvPr>
        </p:nvSpPr>
        <p:spPr>
          <a:xfrm>
            <a:off x="288000" y="1256400"/>
            <a:ext cx="7041600" cy="1008000"/>
          </a:xfrm>
          <a:prstGeom prst="rect">
            <a:avLst/>
          </a:prstGeom>
        </p:spPr>
        <p:txBody>
          <a:bodyPr lIns="0" tIns="0" rIns="0" bIns="0" anchor="ctr"/>
          <a:lstStyle>
            <a:lvl1pPr marL="0" indent="0">
              <a:lnSpc>
                <a:spcPct val="100000"/>
              </a:lnSpc>
              <a:spcBef>
                <a:spcPts val="600"/>
              </a:spcBef>
              <a:buSzPct val="115000"/>
              <a:buFont typeface="Arial" panose="020B0604020202020204" pitchFamily="34" charset="0"/>
              <a:buNone/>
              <a:defRPr lang="de-DE" sz="1400" baseline="0" dirty="0" smtClean="0">
                <a:solidFill>
                  <a:schemeClr val="bg1"/>
                </a:solidFill>
                <a:latin typeface="+mj-lt"/>
              </a:defRPr>
            </a:lvl1pPr>
            <a:lvl2pPr marL="432000" indent="-215900">
              <a:lnSpc>
                <a:spcPct val="100000"/>
              </a:lnSpc>
              <a:spcBef>
                <a:spcPts val="600"/>
              </a:spcBef>
              <a:buFont typeface="Arial" panose="020B0604020202020204" pitchFamily="34" charset="0"/>
              <a:buChar char="≡"/>
              <a:defRPr lang="de-DE" sz="1600" dirty="0" smtClean="0">
                <a:latin typeface="+mj-lt"/>
              </a:defRPr>
            </a:lvl2pPr>
            <a:lvl3pPr marL="648000" indent="-215900">
              <a:lnSpc>
                <a:spcPct val="100000"/>
              </a:lnSpc>
              <a:spcBef>
                <a:spcPts val="600"/>
              </a:spcBef>
              <a:buSzPct val="100000"/>
              <a:buFont typeface="Arial" panose="020B0604020202020204" pitchFamily="34" charset="0"/>
              <a:buChar char="="/>
              <a:defRPr lang="de-DE" sz="1600" dirty="0" smtClean="0">
                <a:latin typeface="+mj-lt"/>
              </a:defRPr>
            </a:lvl3pPr>
            <a:lvl4pPr marL="864000" indent="-216000">
              <a:lnSpc>
                <a:spcPct val="100000"/>
              </a:lnSpc>
              <a:spcBef>
                <a:spcPts val="600"/>
              </a:spcBef>
              <a:buSzPct val="100000"/>
              <a:buFontTx/>
              <a:buChar char="□"/>
              <a:defRPr lang="de-DE" sz="1600" dirty="0" smtClean="0">
                <a:latin typeface="+mj-lt"/>
              </a:defRPr>
            </a:lvl4pPr>
            <a:lvl5pPr marL="1080000" indent="-216000">
              <a:lnSpc>
                <a:spcPct val="100000"/>
              </a:lnSpc>
              <a:spcBef>
                <a:spcPts val="600"/>
              </a:spcBef>
              <a:buSzPct val="130000"/>
              <a:buFont typeface="Symbol" panose="05050102010706020507" pitchFamily="18" charset="2"/>
              <a:buChar char="-"/>
              <a:defRPr lang="de-DE" sz="1600" dirty="0" smtClean="0">
                <a:latin typeface="+mj-lt"/>
              </a:defRPr>
            </a:lvl5pPr>
            <a:lvl6pPr marL="1296000" indent="-216000">
              <a:lnSpc>
                <a:spcPct val="100000"/>
              </a:lnSpc>
              <a:spcBef>
                <a:spcPts val="600"/>
              </a:spcBef>
              <a:buClr>
                <a:srgbClr val="DD402D"/>
              </a:buClr>
              <a:buSzPct val="130000"/>
              <a:buFont typeface="Symbol" panose="05050102010706020507" pitchFamily="18" charset="2"/>
              <a:buChar char="-"/>
              <a:defRPr lang="de-DE" sz="1600" dirty="0" smtClean="0">
                <a:latin typeface="+mj-lt"/>
              </a:defRPr>
            </a:lvl6pPr>
            <a:lvl7pPr marL="1512000" indent="-216000">
              <a:lnSpc>
                <a:spcPct val="100000"/>
              </a:lnSpc>
              <a:spcBef>
                <a:spcPts val="600"/>
              </a:spcBef>
              <a:buClr>
                <a:srgbClr val="DD402D"/>
              </a:buClr>
              <a:buSzPct val="130000"/>
              <a:buFont typeface="Symbol" panose="05050102010706020507" pitchFamily="18" charset="2"/>
              <a:buChar char="-"/>
              <a:defRPr lang="de-DE" sz="1600" dirty="0" smtClean="0">
                <a:latin typeface="+mj-lt"/>
              </a:defRPr>
            </a:lvl7pPr>
            <a:lvl8pPr marL="1728000" indent="-216000">
              <a:lnSpc>
                <a:spcPct val="100000"/>
              </a:lnSpc>
              <a:spcBef>
                <a:spcPts val="600"/>
              </a:spcBef>
              <a:buClr>
                <a:srgbClr val="DD402D"/>
              </a:buClr>
              <a:buSzPct val="130000"/>
              <a:buFont typeface="Symbol" panose="05050102010706020507" pitchFamily="18" charset="2"/>
              <a:buChar char="-"/>
              <a:defRPr lang="de-DE" sz="1600" dirty="0" smtClean="0">
                <a:latin typeface="+mj-lt"/>
              </a:defRPr>
            </a:lvl8pPr>
            <a:lvl9pPr marL="3657600" indent="0">
              <a:buNone/>
              <a:defRPr baseline="0"/>
            </a:lvl9pPr>
          </a:lstStyle>
          <a:p>
            <a:pPr lvl="0"/>
            <a:r>
              <a:rPr lang="en-US"/>
              <a:t>Text Area</a:t>
            </a:r>
          </a:p>
        </p:txBody>
      </p:sp>
      <p:sp>
        <p:nvSpPr>
          <p:cNvPr id="23" name="Bildplatzhalter 2"/>
          <p:cNvSpPr>
            <a:spLocks noGrp="1"/>
          </p:cNvSpPr>
          <p:nvPr>
            <p:ph type="pic" sz="quarter" idx="27" hasCustomPrompt="1"/>
          </p:nvPr>
        </p:nvSpPr>
        <p:spPr>
          <a:xfrm>
            <a:off x="7585200" y="144000"/>
            <a:ext cx="1270800" cy="1008000"/>
          </a:xfrm>
          <a:prstGeom prst="rect">
            <a:avLst/>
          </a:prstGeom>
        </p:spPr>
        <p:txBody>
          <a:bodyPr/>
          <a:lstStyle>
            <a:lvl1pPr marL="0" indent="0">
              <a:buNone/>
              <a:defRPr sz="1400" baseline="0">
                <a:solidFill>
                  <a:schemeClr val="bg1"/>
                </a:solidFill>
                <a:latin typeface="+mj-lt"/>
              </a:defRPr>
            </a:lvl1pPr>
          </a:lstStyle>
          <a:p>
            <a:r>
              <a:rPr lang="en-US"/>
              <a:t>Add logo by clicking the icon</a:t>
            </a:r>
            <a:endParaRPr lang="de-DE"/>
          </a:p>
        </p:txBody>
      </p:sp>
      <p:sp>
        <p:nvSpPr>
          <p:cNvPr id="24" name="Textplatzhalter 11"/>
          <p:cNvSpPr>
            <a:spLocks noGrp="1"/>
          </p:cNvSpPr>
          <p:nvPr>
            <p:ph type="body" sz="quarter" idx="28" hasCustomPrompt="1"/>
          </p:nvPr>
        </p:nvSpPr>
        <p:spPr>
          <a:xfrm>
            <a:off x="288000" y="144000"/>
            <a:ext cx="7041600" cy="1008000"/>
          </a:xfrm>
          <a:prstGeom prst="rect">
            <a:avLst/>
          </a:prstGeom>
        </p:spPr>
        <p:txBody>
          <a:bodyPr lIns="0" tIns="0" rIns="0" bIns="0" anchor="ctr"/>
          <a:lstStyle>
            <a:lvl1pPr marL="0" indent="0">
              <a:lnSpc>
                <a:spcPct val="100000"/>
              </a:lnSpc>
              <a:spcBef>
                <a:spcPts val="600"/>
              </a:spcBef>
              <a:buSzPct val="115000"/>
              <a:buFont typeface="Arial" panose="020B0604020202020204" pitchFamily="34" charset="0"/>
              <a:buNone/>
              <a:defRPr lang="de-DE" sz="1400" baseline="0" dirty="0" smtClean="0">
                <a:solidFill>
                  <a:schemeClr val="bg1"/>
                </a:solidFill>
                <a:latin typeface="+mj-lt"/>
              </a:defRPr>
            </a:lvl1pPr>
            <a:lvl2pPr marL="432000" indent="-215900">
              <a:lnSpc>
                <a:spcPct val="100000"/>
              </a:lnSpc>
              <a:spcBef>
                <a:spcPts val="600"/>
              </a:spcBef>
              <a:buFont typeface="Arial" panose="020B0604020202020204" pitchFamily="34" charset="0"/>
              <a:buChar char="≡"/>
              <a:defRPr lang="de-DE" sz="1600" dirty="0" smtClean="0">
                <a:latin typeface="+mj-lt"/>
              </a:defRPr>
            </a:lvl2pPr>
            <a:lvl3pPr marL="648000" indent="-215900">
              <a:lnSpc>
                <a:spcPct val="100000"/>
              </a:lnSpc>
              <a:spcBef>
                <a:spcPts val="600"/>
              </a:spcBef>
              <a:buSzPct val="100000"/>
              <a:buFont typeface="Arial" panose="020B0604020202020204" pitchFamily="34" charset="0"/>
              <a:buChar char="="/>
              <a:defRPr lang="de-DE" sz="1600" dirty="0" smtClean="0">
                <a:latin typeface="+mj-lt"/>
              </a:defRPr>
            </a:lvl3pPr>
            <a:lvl4pPr marL="864000" indent="-216000">
              <a:lnSpc>
                <a:spcPct val="100000"/>
              </a:lnSpc>
              <a:spcBef>
                <a:spcPts val="600"/>
              </a:spcBef>
              <a:buSzPct val="100000"/>
              <a:buFontTx/>
              <a:buChar char="□"/>
              <a:defRPr lang="de-DE" sz="1600" dirty="0" smtClean="0">
                <a:latin typeface="+mj-lt"/>
              </a:defRPr>
            </a:lvl4pPr>
            <a:lvl5pPr marL="1080000" indent="-216000">
              <a:lnSpc>
                <a:spcPct val="100000"/>
              </a:lnSpc>
              <a:spcBef>
                <a:spcPts val="600"/>
              </a:spcBef>
              <a:buSzPct val="130000"/>
              <a:buFont typeface="Symbol" panose="05050102010706020507" pitchFamily="18" charset="2"/>
              <a:buChar char="-"/>
              <a:defRPr lang="de-DE" sz="1600" dirty="0" smtClean="0">
                <a:latin typeface="+mj-lt"/>
              </a:defRPr>
            </a:lvl5pPr>
            <a:lvl6pPr marL="1296000" indent="-216000">
              <a:lnSpc>
                <a:spcPct val="100000"/>
              </a:lnSpc>
              <a:spcBef>
                <a:spcPts val="600"/>
              </a:spcBef>
              <a:buClr>
                <a:srgbClr val="DD402D"/>
              </a:buClr>
              <a:buSzPct val="130000"/>
              <a:buFont typeface="Symbol" panose="05050102010706020507" pitchFamily="18" charset="2"/>
              <a:buChar char="-"/>
              <a:defRPr lang="de-DE" sz="1600" dirty="0" smtClean="0">
                <a:latin typeface="+mj-lt"/>
              </a:defRPr>
            </a:lvl6pPr>
            <a:lvl7pPr marL="1512000" indent="-216000">
              <a:lnSpc>
                <a:spcPct val="100000"/>
              </a:lnSpc>
              <a:spcBef>
                <a:spcPts val="600"/>
              </a:spcBef>
              <a:buClr>
                <a:srgbClr val="DD402D"/>
              </a:buClr>
              <a:buSzPct val="130000"/>
              <a:buFont typeface="Symbol" panose="05050102010706020507" pitchFamily="18" charset="2"/>
              <a:buChar char="-"/>
              <a:defRPr lang="de-DE" sz="1600" dirty="0" smtClean="0">
                <a:latin typeface="+mj-lt"/>
              </a:defRPr>
            </a:lvl7pPr>
            <a:lvl8pPr marL="1728000" indent="-216000">
              <a:lnSpc>
                <a:spcPct val="100000"/>
              </a:lnSpc>
              <a:spcBef>
                <a:spcPts val="600"/>
              </a:spcBef>
              <a:buClr>
                <a:srgbClr val="DD402D"/>
              </a:buClr>
              <a:buSzPct val="130000"/>
              <a:buFont typeface="Symbol" panose="05050102010706020507" pitchFamily="18" charset="2"/>
              <a:buChar char="-"/>
              <a:defRPr lang="de-DE" sz="1600" dirty="0" smtClean="0">
                <a:latin typeface="+mj-lt"/>
              </a:defRPr>
            </a:lvl8pPr>
            <a:lvl9pPr marL="3657600" indent="0">
              <a:buNone/>
              <a:defRPr baseline="0"/>
            </a:lvl9pPr>
          </a:lstStyle>
          <a:p>
            <a:pPr lvl="0"/>
            <a:r>
              <a:rPr lang="en-US"/>
              <a:t>Text Area</a:t>
            </a:r>
          </a:p>
        </p:txBody>
      </p:sp>
    </p:spTree>
    <p:extLst>
      <p:ext uri="{BB962C8B-B14F-4D97-AF65-F5344CB8AC3E}">
        <p14:creationId xmlns:p14="http://schemas.microsoft.com/office/powerpoint/2010/main" val="81680099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9" Type="http://schemas.openxmlformats.org/officeDocument/2006/relationships/image" Target="../media/image2.png"/></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4.xml"/><Relationship Id="rId13" Type="http://schemas.openxmlformats.org/officeDocument/2006/relationships/theme" Target="../theme/theme2.xml"/><Relationship Id="rId3" Type="http://schemas.openxmlformats.org/officeDocument/2006/relationships/slideLayout" Target="../slideLayouts/slideLayout9.xml"/><Relationship Id="rId7" Type="http://schemas.openxmlformats.org/officeDocument/2006/relationships/slideLayout" Target="../slideLayouts/slideLayout13.xml"/><Relationship Id="rId12" Type="http://schemas.openxmlformats.org/officeDocument/2006/relationships/slideLayout" Target="../slideLayouts/slideLayout18.xml"/><Relationship Id="rId2" Type="http://schemas.openxmlformats.org/officeDocument/2006/relationships/slideLayout" Target="../slideLayouts/slideLayout8.xml"/><Relationship Id="rId16" Type="http://schemas.openxmlformats.org/officeDocument/2006/relationships/image" Target="../media/image3.png"/><Relationship Id="rId1" Type="http://schemas.openxmlformats.org/officeDocument/2006/relationships/slideLayout" Target="../slideLayouts/slideLayout7.xml"/><Relationship Id="rId6" Type="http://schemas.openxmlformats.org/officeDocument/2006/relationships/slideLayout" Target="../slideLayouts/slideLayout12.xml"/><Relationship Id="rId11" Type="http://schemas.openxmlformats.org/officeDocument/2006/relationships/slideLayout" Target="../slideLayouts/slideLayout17.xml"/><Relationship Id="rId5" Type="http://schemas.openxmlformats.org/officeDocument/2006/relationships/slideLayout" Target="../slideLayouts/slideLayout11.xml"/><Relationship Id="rId15" Type="http://schemas.openxmlformats.org/officeDocument/2006/relationships/image" Target="../media/image2.png"/><Relationship Id="rId10" Type="http://schemas.openxmlformats.org/officeDocument/2006/relationships/slideLayout" Target="../slideLayouts/slideLayout16.xml"/><Relationship Id="rId4" Type="http://schemas.openxmlformats.org/officeDocument/2006/relationships/slideLayout" Target="../slideLayouts/slideLayout10.xml"/><Relationship Id="rId9" Type="http://schemas.openxmlformats.org/officeDocument/2006/relationships/slideLayout" Target="../slideLayouts/slideLayout15.xml"/><Relationship Id="rId1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cxnSp>
        <p:nvCxnSpPr>
          <p:cNvPr id="11" name="Gerader Verbinder 10"/>
          <p:cNvCxnSpPr/>
          <p:nvPr/>
        </p:nvCxnSpPr>
        <p:spPr>
          <a:xfrm>
            <a:off x="287338" y="741600"/>
            <a:ext cx="8569325" cy="0"/>
          </a:xfrm>
          <a:prstGeom prst="line">
            <a:avLst/>
          </a:prstGeom>
          <a:ln>
            <a:solidFill>
              <a:srgbClr val="9D9EA0"/>
            </a:solidFill>
          </a:ln>
        </p:spPr>
        <p:style>
          <a:lnRef idx="1">
            <a:schemeClr val="accent1"/>
          </a:lnRef>
          <a:fillRef idx="0">
            <a:schemeClr val="accent1"/>
          </a:fillRef>
          <a:effectRef idx="0">
            <a:schemeClr val="accent1"/>
          </a:effectRef>
          <a:fontRef idx="minor">
            <a:schemeClr val="tx1"/>
          </a:fontRef>
        </p:style>
      </p:cxnSp>
      <p:sp>
        <p:nvSpPr>
          <p:cNvPr id="7" name="Textfeld 6"/>
          <p:cNvSpPr txBox="1"/>
          <p:nvPr/>
        </p:nvSpPr>
        <p:spPr>
          <a:xfrm>
            <a:off x="-2151063" y="525225"/>
            <a:ext cx="2033134" cy="1785104"/>
          </a:xfrm>
          <a:prstGeom prst="rect">
            <a:avLst/>
          </a:prstGeom>
          <a:noFill/>
        </p:spPr>
        <p:txBody>
          <a:bodyPr wrap="square">
            <a:spAutoFit/>
          </a:bodyPr>
          <a:lstStyle/>
          <a:p>
            <a:pPr eaLnBrk="1" fontAlgn="auto" hangingPunct="1">
              <a:spcBef>
                <a:spcPts val="0"/>
              </a:spcBef>
              <a:spcAft>
                <a:spcPts val="0"/>
              </a:spcAft>
              <a:defRPr/>
            </a:pPr>
            <a:r>
              <a:rPr lang="en-US" sz="1000" b="1">
                <a:latin typeface="+mn-lt"/>
              </a:rPr>
              <a:t>Edit footer:</a:t>
            </a:r>
          </a:p>
          <a:p>
            <a:pPr marL="228600" indent="-228600" eaLnBrk="1" fontAlgn="auto" hangingPunct="1">
              <a:spcBef>
                <a:spcPts val="0"/>
              </a:spcBef>
              <a:spcAft>
                <a:spcPts val="0"/>
              </a:spcAft>
              <a:buFont typeface="+mj-lt"/>
              <a:buAutoNum type="arabicPeriod"/>
              <a:defRPr/>
            </a:pPr>
            <a:r>
              <a:rPr lang="en-US" sz="1000" b="0">
                <a:latin typeface="+mn-lt"/>
              </a:rPr>
              <a:t>On the View menu, click Slide Master</a:t>
            </a:r>
          </a:p>
          <a:p>
            <a:pPr marL="228600" indent="-228600" eaLnBrk="1" fontAlgn="auto" hangingPunct="1">
              <a:spcBef>
                <a:spcPts val="0"/>
              </a:spcBef>
              <a:spcAft>
                <a:spcPts val="0"/>
              </a:spcAft>
              <a:buFont typeface="+mj-lt"/>
              <a:buAutoNum type="arabicPeriod"/>
              <a:defRPr/>
            </a:pPr>
            <a:r>
              <a:rPr lang="en-US" sz="1000" b="0">
                <a:latin typeface="+mn-lt"/>
              </a:rPr>
              <a:t>Scroll to the first slide in the overview on the left hand side</a:t>
            </a:r>
          </a:p>
          <a:p>
            <a:pPr marL="228600" indent="-228600" eaLnBrk="1" fontAlgn="auto" hangingPunct="1">
              <a:spcBef>
                <a:spcPts val="0"/>
              </a:spcBef>
              <a:spcAft>
                <a:spcPts val="0"/>
              </a:spcAft>
              <a:buFont typeface="+mj-lt"/>
              <a:buAutoNum type="arabicPeriod"/>
              <a:defRPr/>
            </a:pPr>
            <a:r>
              <a:rPr lang="en-US" sz="1000" b="0">
                <a:latin typeface="+mn-lt"/>
              </a:rPr>
              <a:t>On the first slide you can select the footer check box. There you can add the text which will automatically appear on all other slides. </a:t>
            </a:r>
          </a:p>
        </p:txBody>
      </p:sp>
      <p:sp>
        <p:nvSpPr>
          <p:cNvPr id="9" name="Slide Number Placeholder 5"/>
          <p:cNvSpPr txBox="1">
            <a:spLocks/>
          </p:cNvSpPr>
          <p:nvPr/>
        </p:nvSpPr>
        <p:spPr>
          <a:xfrm>
            <a:off x="1116000" y="6372000"/>
            <a:ext cx="2700000" cy="430212"/>
          </a:xfrm>
          <a:prstGeom prst="rect">
            <a:avLst/>
          </a:prstGeom>
          <a:noFill/>
          <a:ln>
            <a:noFill/>
          </a:ln>
        </p:spPr>
        <p:txBody>
          <a:bodyPr lIns="0" tIns="0" rIns="0" bIns="0"/>
          <a:lstStyle>
            <a:defPPr>
              <a:defRPr lang="de-DE"/>
            </a:defPPr>
            <a:lvl1pPr marL="0" algn="l" defTabSz="914400" rtl="0" eaLnBrk="1" latinLnBrk="0" hangingPunct="1">
              <a:defRPr sz="900" kern="1200">
                <a:solidFill>
                  <a:schemeClr val="tx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fontAlgn="auto">
              <a:spcBef>
                <a:spcPts val="0"/>
              </a:spcBef>
              <a:spcAft>
                <a:spcPts val="0"/>
              </a:spcAft>
              <a:defRPr/>
            </a:pPr>
            <a:r>
              <a:rPr lang="en-US" sz="900">
                <a:solidFill>
                  <a:srgbClr val="9D9EA0"/>
                </a:solidFill>
              </a:rPr>
              <a:t>Title of Presentation  |  Name of Speaker  |  Organizational Unit  |  </a:t>
            </a:r>
            <a:r>
              <a:rPr lang="de-DE" sz="900">
                <a:solidFill>
                  <a:srgbClr val="9D9EA0"/>
                </a:solidFill>
              </a:rPr>
              <a:t>20.05.2016</a:t>
            </a:r>
            <a:endParaRPr lang="de-DE"/>
          </a:p>
        </p:txBody>
      </p:sp>
      <p:cxnSp>
        <p:nvCxnSpPr>
          <p:cNvPr id="12" name="Gerader Verbinder 11"/>
          <p:cNvCxnSpPr/>
          <p:nvPr/>
        </p:nvCxnSpPr>
        <p:spPr>
          <a:xfrm>
            <a:off x="287338" y="6300000"/>
            <a:ext cx="8569325" cy="0"/>
          </a:xfrm>
          <a:prstGeom prst="line">
            <a:avLst/>
          </a:prstGeom>
          <a:ln>
            <a:solidFill>
              <a:srgbClr val="9D9EA0"/>
            </a:solidFill>
          </a:ln>
        </p:spPr>
        <p:style>
          <a:lnRef idx="1">
            <a:schemeClr val="accent1"/>
          </a:lnRef>
          <a:fillRef idx="0">
            <a:schemeClr val="accent1"/>
          </a:fillRef>
          <a:effectRef idx="0">
            <a:schemeClr val="accent1"/>
          </a:effectRef>
          <a:fontRef idx="minor">
            <a:schemeClr val="tx1"/>
          </a:fontRef>
        </p:style>
      </p:cxnSp>
      <p:sp>
        <p:nvSpPr>
          <p:cNvPr id="2" name="Textfeld 1"/>
          <p:cNvSpPr txBox="1"/>
          <p:nvPr userDrawn="1"/>
        </p:nvSpPr>
        <p:spPr>
          <a:xfrm>
            <a:off x="288000" y="6372000"/>
            <a:ext cx="655637" cy="138499"/>
          </a:xfrm>
          <a:prstGeom prst="rect">
            <a:avLst/>
          </a:prstGeom>
          <a:noFill/>
        </p:spPr>
        <p:txBody>
          <a:bodyPr wrap="square" lIns="0" tIns="0" rIns="0" bIns="0" rtlCol="0">
            <a:spAutoFit/>
          </a:bodyPr>
          <a:lstStyle/>
          <a:p>
            <a:fld id="{ABEDA6A0-9FCC-47AA-99A4-88E72C69C2BF}" type="slidenum">
              <a:rPr lang="de-DE" sz="900" smtClean="0">
                <a:solidFill>
                  <a:srgbClr val="9D9EA0"/>
                </a:solidFill>
              </a:rPr>
              <a:t>‹#›</a:t>
            </a:fld>
            <a:endParaRPr lang="de-DE" sz="900">
              <a:solidFill>
                <a:srgbClr val="9D9EA0"/>
              </a:solidFill>
            </a:endParaRPr>
          </a:p>
        </p:txBody>
      </p:sp>
      <p:pic>
        <p:nvPicPr>
          <p:cNvPr id="15" name="Grafik 14"/>
          <p:cNvPicPr>
            <a:picLocks noChangeAspect="1"/>
          </p:cNvPicPr>
          <p:nvPr userDrawn="1"/>
        </p:nvPicPr>
        <p:blipFill>
          <a:blip r:embed="rId8">
            <a:extLst>
              <a:ext uri="{28A0092B-C50C-407E-A947-70E740481C1C}">
                <a14:useLocalDpi xmlns:a14="http://schemas.microsoft.com/office/drawing/2010/main" val="0"/>
              </a:ext>
            </a:extLst>
          </a:blip>
          <a:stretch>
            <a:fillRect/>
          </a:stretch>
        </p:blipFill>
        <p:spPr>
          <a:xfrm>
            <a:off x="6181200" y="6372000"/>
            <a:ext cx="1011600" cy="407267"/>
          </a:xfrm>
          <a:prstGeom prst="rect">
            <a:avLst/>
          </a:prstGeom>
        </p:spPr>
      </p:pic>
      <p:pic>
        <p:nvPicPr>
          <p:cNvPr id="16" name="Grafik 15"/>
          <p:cNvPicPr>
            <a:picLocks/>
          </p:cNvPicPr>
          <p:nvPr userDrawn="1"/>
        </p:nvPicPr>
        <p:blipFill>
          <a:blip r:embed="rId9">
            <a:extLst>
              <a:ext uri="{28A0092B-C50C-407E-A947-70E740481C1C}">
                <a14:useLocalDpi xmlns:a14="http://schemas.microsoft.com/office/drawing/2010/main" val="0"/>
              </a:ext>
            </a:extLst>
          </a:blip>
          <a:stretch>
            <a:fillRect/>
          </a:stretch>
        </p:blipFill>
        <p:spPr>
          <a:xfrm>
            <a:off x="7426800" y="6379200"/>
            <a:ext cx="1429200" cy="392400"/>
          </a:xfrm>
          <a:prstGeom prst="rect">
            <a:avLst/>
          </a:prstGeom>
        </p:spPr>
      </p:pic>
      <p:sp>
        <p:nvSpPr>
          <p:cNvPr id="10" name="Rechteck 9"/>
          <p:cNvSpPr/>
          <p:nvPr userDrawn="1"/>
        </p:nvSpPr>
        <p:spPr>
          <a:xfrm>
            <a:off x="7306837" y="6373630"/>
            <a:ext cx="0" cy="383381"/>
          </a:xfrm>
          <a:prstGeom prst="rect">
            <a:avLst/>
          </a:prstGeom>
          <a:solidFill>
            <a:schemeClr val="tx1"/>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Tree>
  </p:cSld>
  <p:clrMap bg1="lt1" tx1="dk1" bg2="lt2" tx2="dk2" accent1="accent1" accent2="accent2" accent3="accent3" accent4="accent4" accent5="accent5" accent6="accent6" hlink="hlink" folHlink="folHlink"/>
  <p:sldLayoutIdLst>
    <p:sldLayoutId id="2147483752" r:id="rId1"/>
    <p:sldLayoutId id="2147483753" r:id="rId2"/>
    <p:sldLayoutId id="2147483759" r:id="rId3"/>
    <p:sldLayoutId id="2147483772" r:id="rId4"/>
    <p:sldLayoutId id="2147483760" r:id="rId5"/>
    <p:sldLayoutId id="2147483761" r:id="rId6"/>
  </p:sldLayoutIdLst>
  <p:hf hdr="0" ftr="0" dt="0"/>
  <p:txStyles>
    <p:titleStyle>
      <a:lvl1pPr algn="l" rtl="0" eaLnBrk="1" fontAlgn="base" hangingPunct="1">
        <a:lnSpc>
          <a:spcPct val="90000"/>
        </a:lnSpc>
        <a:spcBef>
          <a:spcPct val="0"/>
        </a:spcBef>
        <a:spcAft>
          <a:spcPct val="0"/>
        </a:spcAft>
        <a:defRPr sz="4400" kern="1200">
          <a:solidFill>
            <a:schemeClr val="tx1"/>
          </a:solidFill>
          <a:latin typeface="Arial" panose="020B0604020202020204" pitchFamily="34" charset="0"/>
          <a:ea typeface="+mj-ea"/>
          <a:cs typeface="Arial" panose="020B0604020202020204" pitchFamily="34" charset="0"/>
        </a:defRPr>
      </a:lvl1pPr>
      <a:lvl2pPr algn="l" rtl="0" eaLnBrk="1" fontAlgn="base" hangingPunct="1">
        <a:lnSpc>
          <a:spcPct val="90000"/>
        </a:lnSpc>
        <a:spcBef>
          <a:spcPct val="0"/>
        </a:spcBef>
        <a:spcAft>
          <a:spcPct val="0"/>
        </a:spcAft>
        <a:defRPr sz="4400">
          <a:solidFill>
            <a:schemeClr val="tx1"/>
          </a:solidFill>
          <a:latin typeface="Arial" panose="020B0604020202020204" pitchFamily="34" charset="0"/>
          <a:cs typeface="Arial" panose="020B0604020202020204" pitchFamily="34" charset="0"/>
        </a:defRPr>
      </a:lvl2pPr>
      <a:lvl3pPr algn="l" rtl="0" eaLnBrk="1" fontAlgn="base" hangingPunct="1">
        <a:lnSpc>
          <a:spcPct val="90000"/>
        </a:lnSpc>
        <a:spcBef>
          <a:spcPct val="0"/>
        </a:spcBef>
        <a:spcAft>
          <a:spcPct val="0"/>
        </a:spcAft>
        <a:defRPr sz="4400">
          <a:solidFill>
            <a:schemeClr val="tx1"/>
          </a:solidFill>
          <a:latin typeface="Arial" panose="020B0604020202020204" pitchFamily="34" charset="0"/>
          <a:cs typeface="Arial" panose="020B0604020202020204" pitchFamily="34" charset="0"/>
        </a:defRPr>
      </a:lvl3pPr>
      <a:lvl4pPr algn="l" rtl="0" eaLnBrk="1" fontAlgn="base" hangingPunct="1">
        <a:lnSpc>
          <a:spcPct val="90000"/>
        </a:lnSpc>
        <a:spcBef>
          <a:spcPct val="0"/>
        </a:spcBef>
        <a:spcAft>
          <a:spcPct val="0"/>
        </a:spcAft>
        <a:defRPr sz="4400">
          <a:solidFill>
            <a:schemeClr val="tx1"/>
          </a:solidFill>
          <a:latin typeface="Arial" panose="020B0604020202020204" pitchFamily="34" charset="0"/>
          <a:cs typeface="Arial" panose="020B0604020202020204" pitchFamily="34" charset="0"/>
        </a:defRPr>
      </a:lvl4pPr>
      <a:lvl5pPr algn="l" rtl="0" eaLnBrk="1" fontAlgn="base" hangingPunct="1">
        <a:lnSpc>
          <a:spcPct val="90000"/>
        </a:lnSpc>
        <a:spcBef>
          <a:spcPct val="0"/>
        </a:spcBef>
        <a:spcAft>
          <a:spcPct val="0"/>
        </a:spcAft>
        <a:defRPr sz="4400">
          <a:solidFill>
            <a:schemeClr val="tx1"/>
          </a:solidFill>
          <a:latin typeface="Arial" panose="020B0604020202020204" pitchFamily="34" charset="0"/>
          <a:cs typeface="Arial" panose="020B0604020202020204" pitchFamily="34" charset="0"/>
        </a:defRPr>
      </a:lvl5pPr>
      <a:lvl6pPr marL="457200" algn="l" rtl="0" eaLnBrk="1" fontAlgn="base" hangingPunct="1">
        <a:lnSpc>
          <a:spcPct val="90000"/>
        </a:lnSpc>
        <a:spcBef>
          <a:spcPct val="0"/>
        </a:spcBef>
        <a:spcAft>
          <a:spcPct val="0"/>
        </a:spcAft>
        <a:defRPr sz="4400">
          <a:solidFill>
            <a:schemeClr val="tx1"/>
          </a:solidFill>
          <a:latin typeface="Arial" panose="020B0604020202020204" pitchFamily="34" charset="0"/>
          <a:cs typeface="Arial" panose="020B0604020202020204" pitchFamily="34" charset="0"/>
        </a:defRPr>
      </a:lvl6pPr>
      <a:lvl7pPr marL="914400" algn="l" rtl="0" eaLnBrk="1" fontAlgn="base" hangingPunct="1">
        <a:lnSpc>
          <a:spcPct val="90000"/>
        </a:lnSpc>
        <a:spcBef>
          <a:spcPct val="0"/>
        </a:spcBef>
        <a:spcAft>
          <a:spcPct val="0"/>
        </a:spcAft>
        <a:defRPr sz="4400">
          <a:solidFill>
            <a:schemeClr val="tx1"/>
          </a:solidFill>
          <a:latin typeface="Arial" panose="020B0604020202020204" pitchFamily="34" charset="0"/>
          <a:cs typeface="Arial" panose="020B0604020202020204" pitchFamily="34" charset="0"/>
        </a:defRPr>
      </a:lvl7pPr>
      <a:lvl8pPr marL="1371600" algn="l" rtl="0" eaLnBrk="1" fontAlgn="base" hangingPunct="1">
        <a:lnSpc>
          <a:spcPct val="90000"/>
        </a:lnSpc>
        <a:spcBef>
          <a:spcPct val="0"/>
        </a:spcBef>
        <a:spcAft>
          <a:spcPct val="0"/>
        </a:spcAft>
        <a:defRPr sz="4400">
          <a:solidFill>
            <a:schemeClr val="tx1"/>
          </a:solidFill>
          <a:latin typeface="Arial" panose="020B0604020202020204" pitchFamily="34" charset="0"/>
          <a:cs typeface="Arial" panose="020B0604020202020204" pitchFamily="34" charset="0"/>
        </a:defRPr>
      </a:lvl8pPr>
      <a:lvl9pPr marL="1828800" algn="l" rtl="0" eaLnBrk="1" fontAlgn="base" hangingPunct="1">
        <a:lnSpc>
          <a:spcPct val="90000"/>
        </a:lnSpc>
        <a:spcBef>
          <a:spcPct val="0"/>
        </a:spcBef>
        <a:spcAft>
          <a:spcPct val="0"/>
        </a:spcAft>
        <a:defRPr sz="4400">
          <a:solidFill>
            <a:schemeClr val="tx1"/>
          </a:solidFill>
          <a:latin typeface="Arial" panose="020B0604020202020204" pitchFamily="34" charset="0"/>
          <a:cs typeface="Arial" panose="020B0604020202020204" pitchFamily="34" charset="0"/>
        </a:defRPr>
      </a:lvl9pPr>
    </p:titleStyle>
    <p:bodyStyle>
      <a:lvl1pPr marL="216000" indent="-216000" algn="l" defTabSz="216000" rtl="0" eaLnBrk="1" fontAlgn="base" hangingPunct="1">
        <a:lnSpc>
          <a:spcPct val="100000"/>
        </a:lnSpc>
        <a:spcBef>
          <a:spcPts val="0"/>
        </a:spcBef>
        <a:spcAft>
          <a:spcPct val="0"/>
        </a:spcAft>
        <a:buClr>
          <a:schemeClr val="tx2"/>
        </a:buClr>
        <a:buFont typeface="Arial" panose="020B0604020202020204" pitchFamily="34" charset="0"/>
        <a:buChar char="•"/>
        <a:tabLst>
          <a:tab pos="216000" algn="l"/>
        </a:tabLst>
        <a:defRPr sz="1800" kern="1200">
          <a:solidFill>
            <a:schemeClr val="tx1"/>
          </a:solidFill>
          <a:latin typeface="Arial" panose="020B0604020202020204" pitchFamily="34" charset="0"/>
          <a:ea typeface="+mn-ea"/>
          <a:cs typeface="Arial" panose="020B0604020202020204" pitchFamily="34" charset="0"/>
        </a:defRPr>
      </a:lvl1pPr>
      <a:lvl2pPr marL="432000" indent="-215900" algn="l" rtl="0" eaLnBrk="1" fontAlgn="base" hangingPunct="1">
        <a:lnSpc>
          <a:spcPct val="100000"/>
        </a:lnSpc>
        <a:spcBef>
          <a:spcPts val="0"/>
        </a:spcBef>
        <a:spcAft>
          <a:spcPct val="0"/>
        </a:spcAft>
        <a:buClr>
          <a:schemeClr val="tx2"/>
        </a:buClr>
        <a:buFont typeface="Symbol" panose="05050102010706020507" pitchFamily="18" charset="2"/>
        <a:buChar char="-"/>
        <a:tabLst>
          <a:tab pos="432000" algn="l"/>
        </a:tabLst>
        <a:defRPr sz="1600" kern="1200">
          <a:solidFill>
            <a:schemeClr val="tx1"/>
          </a:solidFill>
          <a:latin typeface="Arial" panose="020B0604020202020204" pitchFamily="34" charset="0"/>
          <a:ea typeface="+mn-ea"/>
          <a:cs typeface="Arial" panose="020B0604020202020204" pitchFamily="34" charset="0"/>
        </a:defRPr>
      </a:lvl2pPr>
      <a:lvl3pPr marL="648000" indent="-215900" algn="l" defTabSz="216000" rtl="0" eaLnBrk="1" fontAlgn="base" hangingPunct="1">
        <a:lnSpc>
          <a:spcPct val="100000"/>
        </a:lnSpc>
        <a:spcBef>
          <a:spcPts val="0"/>
        </a:spcBef>
        <a:spcAft>
          <a:spcPct val="0"/>
        </a:spcAft>
        <a:buClr>
          <a:schemeClr val="tx2"/>
        </a:buClr>
        <a:buSzPct val="80000"/>
        <a:buFont typeface="Wingdings" panose="05000000000000000000" pitchFamily="2" charset="2"/>
        <a:buChar char="§"/>
        <a:tabLst>
          <a:tab pos="648000" algn="l"/>
        </a:tabLst>
        <a:defRPr sz="1600" kern="1200">
          <a:solidFill>
            <a:schemeClr val="tx1"/>
          </a:solidFill>
          <a:latin typeface="Arial" panose="020B0604020202020204" pitchFamily="34" charset="0"/>
          <a:ea typeface="+mn-ea"/>
          <a:cs typeface="Arial" panose="020B0604020202020204" pitchFamily="34" charset="0"/>
        </a:defRPr>
      </a:lvl3pPr>
      <a:lvl4pPr marL="864000" indent="-216000" algn="l" defTabSz="216000" rtl="0" eaLnBrk="1" fontAlgn="base" hangingPunct="1">
        <a:lnSpc>
          <a:spcPct val="100000"/>
        </a:lnSpc>
        <a:spcBef>
          <a:spcPts val="0"/>
        </a:spcBef>
        <a:spcAft>
          <a:spcPct val="0"/>
        </a:spcAft>
        <a:buClr>
          <a:schemeClr val="tx2"/>
        </a:buClr>
        <a:buSzPct val="100000"/>
        <a:buFont typeface="Arial" panose="020B0604020202020204" pitchFamily="34" charset="0"/>
        <a:buChar char="-"/>
        <a:tabLst>
          <a:tab pos="864000" algn="l"/>
        </a:tabLst>
        <a:defRPr sz="1600" kern="1200">
          <a:solidFill>
            <a:schemeClr val="tx1"/>
          </a:solidFill>
          <a:latin typeface="Arial" panose="020B0604020202020204" pitchFamily="34" charset="0"/>
          <a:ea typeface="+mn-ea"/>
          <a:cs typeface="Arial" panose="020B0604020202020204" pitchFamily="34" charset="0"/>
        </a:defRPr>
      </a:lvl4pPr>
      <a:lvl5pPr marL="864000" indent="-216000" algn="l" rtl="0" eaLnBrk="1" fontAlgn="base" hangingPunct="1">
        <a:lnSpc>
          <a:spcPct val="90000"/>
        </a:lnSpc>
        <a:spcBef>
          <a:spcPts val="0"/>
        </a:spcBef>
        <a:spcAft>
          <a:spcPct val="0"/>
        </a:spcAft>
        <a:buClr>
          <a:schemeClr val="tx2"/>
        </a:buClr>
        <a:buFont typeface="Arial" panose="020B0604020202020204" pitchFamily="34" charset="0"/>
        <a:buChar char="-"/>
        <a:tabLst>
          <a:tab pos="895350" algn="l"/>
        </a:tabLst>
        <a:defRPr sz="16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457" userDrawn="1">
          <p15:clr>
            <a:srgbClr val="F26B43"/>
          </p15:clr>
        </p15:guide>
        <p15:guide id="2" orient="horz" pos="2863" userDrawn="1">
          <p15:clr>
            <a:srgbClr val="F26B43"/>
          </p15:clr>
        </p15:guide>
        <p15:guide id="3" pos="181" userDrawn="1">
          <p15:clr>
            <a:srgbClr val="F26B43"/>
          </p15:clr>
        </p15:guide>
        <p15:guide id="4" pos="5579" userDrawn="1">
          <p15:clr>
            <a:srgbClr val="F26B43"/>
          </p15:clr>
        </p15:guide>
        <p15:guide id="5" pos="1950" userDrawn="1">
          <p15:clr>
            <a:srgbClr val="F26B43"/>
          </p15:clr>
        </p15:guide>
        <p15:guide id="6" pos="2064" userDrawn="1">
          <p15:clr>
            <a:srgbClr val="F26B43"/>
          </p15:clr>
        </p15:guide>
        <p15:guide id="7" pos="3696" userDrawn="1">
          <p15:clr>
            <a:srgbClr val="F26B43"/>
          </p15:clr>
        </p15:guide>
        <p15:guide id="8" pos="3810" userDrawn="1">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10" name="Rechteck 9"/>
          <p:cNvSpPr/>
          <p:nvPr userDrawn="1"/>
        </p:nvSpPr>
        <p:spPr>
          <a:xfrm>
            <a:off x="7306837" y="6373630"/>
            <a:ext cx="0" cy="383381"/>
          </a:xfrm>
          <a:prstGeom prst="rect">
            <a:avLst/>
          </a:prstGeom>
          <a:solidFill>
            <a:schemeClr val="tx1"/>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13" name="Rechteck 12"/>
          <p:cNvSpPr/>
          <p:nvPr userDrawn="1"/>
        </p:nvSpPr>
        <p:spPr>
          <a:xfrm>
            <a:off x="6061446" y="6375600"/>
            <a:ext cx="0" cy="383381"/>
          </a:xfrm>
          <a:prstGeom prst="rect">
            <a:avLst/>
          </a:prstGeom>
          <a:solidFill>
            <a:schemeClr val="tx1"/>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pic>
        <p:nvPicPr>
          <p:cNvPr id="18" name="Grafik 17"/>
          <p:cNvPicPr>
            <a:picLocks noChangeAspect="1"/>
          </p:cNvPicPr>
          <p:nvPr userDrawn="1"/>
        </p:nvPicPr>
        <p:blipFill>
          <a:blip r:embed="rId14">
            <a:extLst>
              <a:ext uri="{28A0092B-C50C-407E-A947-70E740481C1C}">
                <a14:useLocalDpi xmlns:a14="http://schemas.microsoft.com/office/drawing/2010/main" val="0"/>
              </a:ext>
            </a:extLst>
          </a:blip>
          <a:stretch>
            <a:fillRect/>
          </a:stretch>
        </p:blipFill>
        <p:spPr>
          <a:xfrm>
            <a:off x="6181200" y="6372000"/>
            <a:ext cx="1011600" cy="407267"/>
          </a:xfrm>
          <a:prstGeom prst="rect">
            <a:avLst/>
          </a:prstGeom>
        </p:spPr>
      </p:pic>
      <p:pic>
        <p:nvPicPr>
          <p:cNvPr id="19" name="Grafik 18"/>
          <p:cNvPicPr>
            <a:picLocks/>
          </p:cNvPicPr>
          <p:nvPr userDrawn="1"/>
        </p:nvPicPr>
        <p:blipFill>
          <a:blip r:embed="rId15">
            <a:extLst>
              <a:ext uri="{28A0092B-C50C-407E-A947-70E740481C1C}">
                <a14:useLocalDpi xmlns:a14="http://schemas.microsoft.com/office/drawing/2010/main" val="0"/>
              </a:ext>
            </a:extLst>
          </a:blip>
          <a:stretch>
            <a:fillRect/>
          </a:stretch>
        </p:blipFill>
        <p:spPr>
          <a:xfrm>
            <a:off x="7426800" y="6379200"/>
            <a:ext cx="1429200" cy="392400"/>
          </a:xfrm>
          <a:prstGeom prst="rect">
            <a:avLst/>
          </a:prstGeom>
        </p:spPr>
      </p:pic>
      <p:pic>
        <p:nvPicPr>
          <p:cNvPr id="3" name="Grafik 2"/>
          <p:cNvPicPr>
            <a:picLocks noChangeAspect="1"/>
          </p:cNvPicPr>
          <p:nvPr userDrawn="1"/>
        </p:nvPicPr>
        <p:blipFill>
          <a:blip r:embed="rId16">
            <a:extLst>
              <a:ext uri="{28A0092B-C50C-407E-A947-70E740481C1C}">
                <a14:useLocalDpi xmlns:a14="http://schemas.microsoft.com/office/drawing/2010/main" val="0"/>
              </a:ext>
            </a:extLst>
          </a:blip>
          <a:stretch>
            <a:fillRect/>
          </a:stretch>
        </p:blipFill>
        <p:spPr>
          <a:xfrm>
            <a:off x="4078800" y="6350400"/>
            <a:ext cx="1881600" cy="403200"/>
          </a:xfrm>
          <a:prstGeom prst="rect">
            <a:avLst/>
          </a:prstGeom>
        </p:spPr>
      </p:pic>
    </p:spTree>
    <p:extLst>
      <p:ext uri="{BB962C8B-B14F-4D97-AF65-F5344CB8AC3E}">
        <p14:creationId xmlns:p14="http://schemas.microsoft.com/office/powerpoint/2010/main" val="1413906992"/>
      </p:ext>
    </p:extLst>
  </p:cSld>
  <p:clrMap bg1="lt1" tx1="dk1" bg2="lt2" tx2="dk2" accent1="accent1" accent2="accent2" accent3="accent3" accent4="accent4" accent5="accent5" accent6="accent6" hlink="hlink" folHlink="folHlink"/>
  <p:sldLayoutIdLst>
    <p:sldLayoutId id="2147483787" r:id="rId1"/>
    <p:sldLayoutId id="2147483788" r:id="rId2"/>
    <p:sldLayoutId id="2147483791" r:id="rId3"/>
    <p:sldLayoutId id="2147483792" r:id="rId4"/>
    <p:sldLayoutId id="2147483789" r:id="rId5"/>
    <p:sldLayoutId id="2147483790" r:id="rId6"/>
    <p:sldLayoutId id="2147483779" r:id="rId7"/>
    <p:sldLayoutId id="2147483796" r:id="rId8"/>
    <p:sldLayoutId id="2147483797" r:id="rId9"/>
    <p:sldLayoutId id="2147483773" r:id="rId10"/>
    <p:sldLayoutId id="2147483795" r:id="rId11"/>
    <p:sldLayoutId id="2147483794" r:id="rId12"/>
  </p:sldLayoutIdLst>
  <p:hf hdr="0" ftr="0" dt="0"/>
  <p:txStyles>
    <p:titleStyle>
      <a:lvl1pPr algn="l" rtl="0" eaLnBrk="1" fontAlgn="base" hangingPunct="1">
        <a:lnSpc>
          <a:spcPct val="90000"/>
        </a:lnSpc>
        <a:spcBef>
          <a:spcPct val="0"/>
        </a:spcBef>
        <a:spcAft>
          <a:spcPct val="0"/>
        </a:spcAft>
        <a:defRPr sz="4400" kern="1200">
          <a:solidFill>
            <a:schemeClr val="tx1"/>
          </a:solidFill>
          <a:latin typeface="Arial" panose="020B0604020202020204" pitchFamily="34" charset="0"/>
          <a:ea typeface="+mj-ea"/>
          <a:cs typeface="Arial" panose="020B0604020202020204" pitchFamily="34" charset="0"/>
        </a:defRPr>
      </a:lvl1pPr>
      <a:lvl2pPr algn="l" rtl="0" eaLnBrk="1" fontAlgn="base" hangingPunct="1">
        <a:lnSpc>
          <a:spcPct val="90000"/>
        </a:lnSpc>
        <a:spcBef>
          <a:spcPct val="0"/>
        </a:spcBef>
        <a:spcAft>
          <a:spcPct val="0"/>
        </a:spcAft>
        <a:defRPr sz="4400">
          <a:solidFill>
            <a:schemeClr val="tx1"/>
          </a:solidFill>
          <a:latin typeface="Arial" panose="020B0604020202020204" pitchFamily="34" charset="0"/>
          <a:cs typeface="Arial" panose="020B0604020202020204" pitchFamily="34" charset="0"/>
        </a:defRPr>
      </a:lvl2pPr>
      <a:lvl3pPr algn="l" rtl="0" eaLnBrk="1" fontAlgn="base" hangingPunct="1">
        <a:lnSpc>
          <a:spcPct val="90000"/>
        </a:lnSpc>
        <a:spcBef>
          <a:spcPct val="0"/>
        </a:spcBef>
        <a:spcAft>
          <a:spcPct val="0"/>
        </a:spcAft>
        <a:defRPr sz="4400">
          <a:solidFill>
            <a:schemeClr val="tx1"/>
          </a:solidFill>
          <a:latin typeface="Arial" panose="020B0604020202020204" pitchFamily="34" charset="0"/>
          <a:cs typeface="Arial" panose="020B0604020202020204" pitchFamily="34" charset="0"/>
        </a:defRPr>
      </a:lvl3pPr>
      <a:lvl4pPr algn="l" rtl="0" eaLnBrk="1" fontAlgn="base" hangingPunct="1">
        <a:lnSpc>
          <a:spcPct val="90000"/>
        </a:lnSpc>
        <a:spcBef>
          <a:spcPct val="0"/>
        </a:spcBef>
        <a:spcAft>
          <a:spcPct val="0"/>
        </a:spcAft>
        <a:defRPr sz="4400">
          <a:solidFill>
            <a:schemeClr val="tx1"/>
          </a:solidFill>
          <a:latin typeface="Arial" panose="020B0604020202020204" pitchFamily="34" charset="0"/>
          <a:cs typeface="Arial" panose="020B0604020202020204" pitchFamily="34" charset="0"/>
        </a:defRPr>
      </a:lvl4pPr>
      <a:lvl5pPr algn="l" rtl="0" eaLnBrk="1" fontAlgn="base" hangingPunct="1">
        <a:lnSpc>
          <a:spcPct val="90000"/>
        </a:lnSpc>
        <a:spcBef>
          <a:spcPct val="0"/>
        </a:spcBef>
        <a:spcAft>
          <a:spcPct val="0"/>
        </a:spcAft>
        <a:defRPr sz="4400">
          <a:solidFill>
            <a:schemeClr val="tx1"/>
          </a:solidFill>
          <a:latin typeface="Arial" panose="020B0604020202020204" pitchFamily="34" charset="0"/>
          <a:cs typeface="Arial" panose="020B0604020202020204" pitchFamily="34" charset="0"/>
        </a:defRPr>
      </a:lvl5pPr>
      <a:lvl6pPr marL="457200" algn="l" rtl="0" eaLnBrk="1" fontAlgn="base" hangingPunct="1">
        <a:lnSpc>
          <a:spcPct val="90000"/>
        </a:lnSpc>
        <a:spcBef>
          <a:spcPct val="0"/>
        </a:spcBef>
        <a:spcAft>
          <a:spcPct val="0"/>
        </a:spcAft>
        <a:defRPr sz="4400">
          <a:solidFill>
            <a:schemeClr val="tx1"/>
          </a:solidFill>
          <a:latin typeface="Arial" panose="020B0604020202020204" pitchFamily="34" charset="0"/>
          <a:cs typeface="Arial" panose="020B0604020202020204" pitchFamily="34" charset="0"/>
        </a:defRPr>
      </a:lvl6pPr>
      <a:lvl7pPr marL="914400" algn="l" rtl="0" eaLnBrk="1" fontAlgn="base" hangingPunct="1">
        <a:lnSpc>
          <a:spcPct val="90000"/>
        </a:lnSpc>
        <a:spcBef>
          <a:spcPct val="0"/>
        </a:spcBef>
        <a:spcAft>
          <a:spcPct val="0"/>
        </a:spcAft>
        <a:defRPr sz="4400">
          <a:solidFill>
            <a:schemeClr val="tx1"/>
          </a:solidFill>
          <a:latin typeface="Arial" panose="020B0604020202020204" pitchFamily="34" charset="0"/>
          <a:cs typeface="Arial" panose="020B0604020202020204" pitchFamily="34" charset="0"/>
        </a:defRPr>
      </a:lvl7pPr>
      <a:lvl8pPr marL="1371600" algn="l" rtl="0" eaLnBrk="1" fontAlgn="base" hangingPunct="1">
        <a:lnSpc>
          <a:spcPct val="90000"/>
        </a:lnSpc>
        <a:spcBef>
          <a:spcPct val="0"/>
        </a:spcBef>
        <a:spcAft>
          <a:spcPct val="0"/>
        </a:spcAft>
        <a:defRPr sz="4400">
          <a:solidFill>
            <a:schemeClr val="tx1"/>
          </a:solidFill>
          <a:latin typeface="Arial" panose="020B0604020202020204" pitchFamily="34" charset="0"/>
          <a:cs typeface="Arial" panose="020B0604020202020204" pitchFamily="34" charset="0"/>
        </a:defRPr>
      </a:lvl8pPr>
      <a:lvl9pPr marL="1828800" algn="l" rtl="0" eaLnBrk="1" fontAlgn="base" hangingPunct="1">
        <a:lnSpc>
          <a:spcPct val="90000"/>
        </a:lnSpc>
        <a:spcBef>
          <a:spcPct val="0"/>
        </a:spcBef>
        <a:spcAft>
          <a:spcPct val="0"/>
        </a:spcAft>
        <a:defRPr sz="4400">
          <a:solidFill>
            <a:schemeClr val="tx1"/>
          </a:solidFill>
          <a:latin typeface="Arial" panose="020B0604020202020204" pitchFamily="34" charset="0"/>
          <a:cs typeface="Arial" panose="020B0604020202020204" pitchFamily="34" charset="0"/>
        </a:defRPr>
      </a:lvl9pPr>
    </p:titleStyle>
    <p:bodyStyle>
      <a:lvl1pPr marL="216000" indent="-216000" algn="l" defTabSz="216000" rtl="0" eaLnBrk="1" fontAlgn="base" hangingPunct="1">
        <a:lnSpc>
          <a:spcPct val="100000"/>
        </a:lnSpc>
        <a:spcBef>
          <a:spcPts val="0"/>
        </a:spcBef>
        <a:spcAft>
          <a:spcPct val="0"/>
        </a:spcAft>
        <a:buClr>
          <a:schemeClr val="tx2"/>
        </a:buClr>
        <a:buFont typeface="Arial" panose="020B0604020202020204" pitchFamily="34" charset="0"/>
        <a:buChar char="•"/>
        <a:tabLst>
          <a:tab pos="216000" algn="l"/>
        </a:tabLst>
        <a:defRPr sz="1800" kern="1200">
          <a:solidFill>
            <a:schemeClr val="tx1"/>
          </a:solidFill>
          <a:latin typeface="Arial" panose="020B0604020202020204" pitchFamily="34" charset="0"/>
          <a:ea typeface="+mn-ea"/>
          <a:cs typeface="Arial" panose="020B0604020202020204" pitchFamily="34" charset="0"/>
        </a:defRPr>
      </a:lvl1pPr>
      <a:lvl2pPr marL="432000" indent="-215900" algn="l" rtl="0" eaLnBrk="1" fontAlgn="base" hangingPunct="1">
        <a:lnSpc>
          <a:spcPct val="100000"/>
        </a:lnSpc>
        <a:spcBef>
          <a:spcPts val="0"/>
        </a:spcBef>
        <a:spcAft>
          <a:spcPct val="0"/>
        </a:spcAft>
        <a:buClr>
          <a:schemeClr val="tx2"/>
        </a:buClr>
        <a:buFont typeface="Symbol" panose="05050102010706020507" pitchFamily="18" charset="2"/>
        <a:buChar char="-"/>
        <a:tabLst>
          <a:tab pos="432000" algn="l"/>
        </a:tabLst>
        <a:defRPr sz="1600" kern="1200">
          <a:solidFill>
            <a:schemeClr val="tx1"/>
          </a:solidFill>
          <a:latin typeface="Arial" panose="020B0604020202020204" pitchFamily="34" charset="0"/>
          <a:ea typeface="+mn-ea"/>
          <a:cs typeface="Arial" panose="020B0604020202020204" pitchFamily="34" charset="0"/>
        </a:defRPr>
      </a:lvl2pPr>
      <a:lvl3pPr marL="648000" indent="-215900" algn="l" defTabSz="216000" rtl="0" eaLnBrk="1" fontAlgn="base" hangingPunct="1">
        <a:lnSpc>
          <a:spcPct val="100000"/>
        </a:lnSpc>
        <a:spcBef>
          <a:spcPts val="0"/>
        </a:spcBef>
        <a:spcAft>
          <a:spcPct val="0"/>
        </a:spcAft>
        <a:buClr>
          <a:schemeClr val="tx2"/>
        </a:buClr>
        <a:buSzPct val="80000"/>
        <a:buFont typeface="Wingdings" panose="05000000000000000000" pitchFamily="2" charset="2"/>
        <a:buChar char="§"/>
        <a:tabLst>
          <a:tab pos="648000" algn="l"/>
        </a:tabLst>
        <a:defRPr sz="1600" kern="1200">
          <a:solidFill>
            <a:schemeClr val="tx1"/>
          </a:solidFill>
          <a:latin typeface="Arial" panose="020B0604020202020204" pitchFamily="34" charset="0"/>
          <a:ea typeface="+mn-ea"/>
          <a:cs typeface="Arial" panose="020B0604020202020204" pitchFamily="34" charset="0"/>
        </a:defRPr>
      </a:lvl3pPr>
      <a:lvl4pPr marL="864000" indent="-216000" algn="l" defTabSz="216000" rtl="0" eaLnBrk="1" fontAlgn="base" hangingPunct="1">
        <a:lnSpc>
          <a:spcPct val="100000"/>
        </a:lnSpc>
        <a:spcBef>
          <a:spcPts val="0"/>
        </a:spcBef>
        <a:spcAft>
          <a:spcPct val="0"/>
        </a:spcAft>
        <a:buClr>
          <a:schemeClr val="tx2"/>
        </a:buClr>
        <a:buSzPct val="100000"/>
        <a:buFont typeface="Arial" panose="020B0604020202020204" pitchFamily="34" charset="0"/>
        <a:buChar char="-"/>
        <a:tabLst>
          <a:tab pos="864000" algn="l"/>
        </a:tabLst>
        <a:defRPr sz="1600" kern="1200">
          <a:solidFill>
            <a:schemeClr val="tx1"/>
          </a:solidFill>
          <a:latin typeface="Arial" panose="020B0604020202020204" pitchFamily="34" charset="0"/>
          <a:ea typeface="+mn-ea"/>
          <a:cs typeface="Arial" panose="020B0604020202020204" pitchFamily="34" charset="0"/>
        </a:defRPr>
      </a:lvl4pPr>
      <a:lvl5pPr marL="864000" indent="-216000" algn="l" rtl="0" eaLnBrk="1" fontAlgn="base" hangingPunct="1">
        <a:lnSpc>
          <a:spcPct val="90000"/>
        </a:lnSpc>
        <a:spcBef>
          <a:spcPts val="0"/>
        </a:spcBef>
        <a:spcAft>
          <a:spcPct val="0"/>
        </a:spcAft>
        <a:buClr>
          <a:schemeClr val="tx2"/>
        </a:buClr>
        <a:buFont typeface="Arial" panose="020B0604020202020204" pitchFamily="34" charset="0"/>
        <a:buChar char="-"/>
        <a:tabLst>
          <a:tab pos="895350" algn="l"/>
        </a:tabLst>
        <a:defRPr sz="16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457">
          <p15:clr>
            <a:srgbClr val="F26B43"/>
          </p15:clr>
        </p15:guide>
        <p15:guide id="2" orient="horz" pos="2863">
          <p15:clr>
            <a:srgbClr val="F26B43"/>
          </p15:clr>
        </p15:guide>
        <p15:guide id="3" pos="181">
          <p15:clr>
            <a:srgbClr val="F26B43"/>
          </p15:clr>
        </p15:guide>
        <p15:guide id="4" pos="5579">
          <p15:clr>
            <a:srgbClr val="F26B43"/>
          </p15:clr>
        </p15:guide>
        <p15:guide id="5" pos="1950">
          <p15:clr>
            <a:srgbClr val="F26B43"/>
          </p15:clr>
        </p15:guide>
        <p15:guide id="6" pos="2064">
          <p15:clr>
            <a:srgbClr val="F26B43"/>
          </p15:clr>
        </p15:guide>
        <p15:guide id="7" pos="3696">
          <p15:clr>
            <a:srgbClr val="F26B43"/>
          </p15:clr>
        </p15:guide>
        <p15:guide id="8" pos="3810">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chart" Target="../charts/chart1.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chart" Target="../charts/chart2.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chart" Target="../charts/chart3.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chart" Target="../charts/chart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chart" Target="../charts/chart5.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chart" Target="../charts/chart6.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chart" Target="../charts/chart7.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7.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hyperlink" Target="NULL" TargetMode="External"/><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9.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4.xml.rels><?xml version="1.0" encoding="UTF-8" standalone="yes"?>
<Relationships xmlns="http://schemas.openxmlformats.org/package/2006/relationships"><Relationship Id="rId2" Type="http://schemas.openxmlformats.org/officeDocument/2006/relationships/chart" Target="../charts/chart8.xml"/><Relationship Id="rId1" Type="http://schemas.openxmlformats.org/officeDocument/2006/relationships/slideLayout" Target="../slideLayouts/slideLayout6.xml"/></Relationships>
</file>

<file path=ppt/slides/_rels/slide65.xml.rels><?xml version="1.0" encoding="UTF-8" standalone="yes"?>
<Relationships xmlns="http://schemas.openxmlformats.org/package/2006/relationships"><Relationship Id="rId2" Type="http://schemas.openxmlformats.org/officeDocument/2006/relationships/chart" Target="../charts/chart9.xml"/><Relationship Id="rId1" Type="http://schemas.openxmlformats.org/officeDocument/2006/relationships/slideLayout" Target="../slideLayouts/slideLayout6.xml"/></Relationships>
</file>

<file path=ppt/slides/_rels/slide66.xml.rels><?xml version="1.0" encoding="UTF-8" standalone="yes"?>
<Relationships xmlns="http://schemas.openxmlformats.org/package/2006/relationships"><Relationship Id="rId2" Type="http://schemas.openxmlformats.org/officeDocument/2006/relationships/chart" Target="../charts/chart10.xml"/><Relationship Id="rId1" Type="http://schemas.openxmlformats.org/officeDocument/2006/relationships/slideLayout" Target="../slideLayouts/slideLayout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68.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Layout" Target="../slideLayouts/slideLayout15.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el 2"/>
          <p:cNvSpPr>
            <a:spLocks noGrp="1"/>
          </p:cNvSpPr>
          <p:nvPr>
            <p:ph type="ctrTitle"/>
          </p:nvPr>
        </p:nvSpPr>
        <p:spPr/>
        <p:txBody>
          <a:bodyPr/>
          <a:lstStyle/>
          <a:p>
            <a:r>
              <a:rPr lang="en-US">
                <a:latin typeface="Arial"/>
                <a:cs typeface="Arial"/>
              </a:rPr>
              <a:t>HiWi Reports</a:t>
            </a:r>
            <a:endParaRPr lang="en-US"/>
          </a:p>
        </p:txBody>
      </p:sp>
      <p:sp>
        <p:nvSpPr>
          <p:cNvPr id="7" name="Textfeld 7">
            <a:extLst>
              <a:ext uri="{FF2B5EF4-FFF2-40B4-BE49-F238E27FC236}">
                <a16:creationId xmlns:a16="http://schemas.microsoft.com/office/drawing/2014/main" id="{6BA05AAE-8562-898A-1516-7983ED9FAB00}"/>
              </a:ext>
            </a:extLst>
          </p:cNvPr>
          <p:cNvSpPr txBox="1"/>
          <p:nvPr/>
        </p:nvSpPr>
        <p:spPr>
          <a:xfrm>
            <a:off x="437966" y="6309956"/>
            <a:ext cx="1713611" cy="307777"/>
          </a:xfrm>
          <a:prstGeom prst="rect">
            <a:avLst/>
          </a:prstGeom>
          <a:solidFill>
            <a:schemeClr val="bg1"/>
          </a:solidFill>
        </p:spPr>
        <p:txBody>
          <a:bodyPr rot="0" spcFirstLastPara="0" vert="horz" wrap="none" lIns="0" tIns="0" rIns="0" bIns="0" numCol="1" spcCol="0" rtlCol="0" fromWordArt="0" anchor="t" anchorCtr="0" forceAA="0" compatLnSpc="1">
            <a:prstTxWarp prst="textNoShape">
              <a:avLst/>
            </a:prstTxWarp>
            <a:spAutoFit/>
          </a:bodyPr>
          <a:lstStyle>
            <a:defPPr>
              <a:defRPr lang="de-DE"/>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a:lstStyle>
          <a:p>
            <a:endParaRPr lang="en-US" sz="1000">
              <a:latin typeface="Arial"/>
              <a:cs typeface="Arial"/>
            </a:endParaRPr>
          </a:p>
          <a:p>
            <a:r>
              <a:rPr lang="en-US" sz="1000">
                <a:latin typeface="Arial"/>
                <a:cs typeface="Arial"/>
              </a:rPr>
              <a:t>| Haochen Zhang | 11.05.2026</a:t>
            </a:r>
            <a:endParaRPr lang="en-US" sz="1000">
              <a:cs typeface="Arial"/>
            </a:endParaRPr>
          </a:p>
        </p:txBody>
      </p:sp>
    </p:spTree>
    <p:extLst>
      <p:ext uri="{BB962C8B-B14F-4D97-AF65-F5344CB8AC3E}">
        <p14:creationId xmlns:p14="http://schemas.microsoft.com/office/powerpoint/2010/main" val="381364088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754C65-B2CA-9C0B-9069-71EBF55B81DC}"/>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68D8A96F-4E2D-CB5E-353A-DC351F4E1E6D}"/>
              </a:ext>
            </a:extLst>
          </p:cNvPr>
          <p:cNvSpPr>
            <a:spLocks noGrp="1"/>
          </p:cNvSpPr>
          <p:nvPr>
            <p:ph type="title"/>
          </p:nvPr>
        </p:nvSpPr>
        <p:spPr/>
        <p:txBody>
          <a:bodyPr/>
          <a:lstStyle/>
          <a:p>
            <a:r>
              <a:rPr lang="en-US" altLang="de-DE">
                <a:latin typeface="Arial"/>
                <a:cs typeface="Arial"/>
              </a:rPr>
              <a:t>Date and timestamp do not match after anonymization</a:t>
            </a:r>
            <a:endParaRPr lang="en-US" altLang="de-DE"/>
          </a:p>
        </p:txBody>
      </p:sp>
      <p:sp>
        <p:nvSpPr>
          <p:cNvPr id="3" name="Textplatzhalter 2">
            <a:extLst>
              <a:ext uri="{FF2B5EF4-FFF2-40B4-BE49-F238E27FC236}">
                <a16:creationId xmlns:a16="http://schemas.microsoft.com/office/drawing/2014/main" id="{70E08C6D-4F35-807E-67BE-9DDEB9FF9916}"/>
              </a:ext>
            </a:extLst>
          </p:cNvPr>
          <p:cNvSpPr>
            <a:spLocks noGrp="1"/>
          </p:cNvSpPr>
          <p:nvPr>
            <p:ph type="body" sz="quarter" idx="12"/>
          </p:nvPr>
        </p:nvSpPr>
        <p:spPr>
          <a:xfrm>
            <a:off x="287338" y="3289280"/>
            <a:ext cx="8569325" cy="1796960"/>
          </a:xfrm>
        </p:spPr>
        <p:txBody>
          <a:bodyPr lIns="0" tIns="0" rIns="0" bIns="0" anchor="t"/>
          <a:lstStyle/>
          <a:p>
            <a:r>
              <a:rPr lang="en-US">
                <a:latin typeface="Arial"/>
                <a:ea typeface="Calibri"/>
                <a:cs typeface="Arial"/>
              </a:rPr>
              <a:t>Row 146 _</a:t>
            </a:r>
            <a:r>
              <a:rPr lang="en-US" err="1">
                <a:latin typeface="Arial"/>
                <a:ea typeface="Calibri"/>
                <a:cs typeface="Arial"/>
              </a:rPr>
              <a:t>get_numerical_distributions</a:t>
            </a:r>
            <a:r>
              <a:rPr lang="en-US">
                <a:latin typeface="Arial"/>
                <a:ea typeface="Calibri"/>
                <a:cs typeface="Arial"/>
              </a:rPr>
              <a:t>(self, </a:t>
            </a:r>
            <a:r>
              <a:rPr lang="en-US" err="1">
                <a:latin typeface="Arial"/>
                <a:ea typeface="Calibri"/>
                <a:cs typeface="Arial"/>
              </a:rPr>
              <a:t>processed_data</a:t>
            </a:r>
            <a:r>
              <a:rPr lang="en-US">
                <a:latin typeface="Arial"/>
                <a:ea typeface="Calibri"/>
                <a:cs typeface="Arial"/>
              </a:rPr>
              <a:t>): Column-wise distribution choice. it decides which univariate distribution each column will use when the Gaussian copula model is fitted.</a:t>
            </a:r>
          </a:p>
          <a:p>
            <a:endParaRPr lang="en-US">
              <a:latin typeface="Arial"/>
              <a:ea typeface="Calibri"/>
              <a:cs typeface="Arial"/>
            </a:endParaRPr>
          </a:p>
          <a:p>
            <a:r>
              <a:rPr lang="en-US">
                <a:latin typeface="Arial"/>
                <a:ea typeface="Calibri"/>
                <a:cs typeface="Arial"/>
              </a:rPr>
              <a:t>Date and timestamp columns as separate variables during preprocessing and synthesis.</a:t>
            </a:r>
            <a:endParaRPr lang="en-US"/>
          </a:p>
        </p:txBody>
      </p:sp>
      <p:pic>
        <p:nvPicPr>
          <p:cNvPr id="4" name="Grafik 3" descr="Ein Bild, das Text, Screenshot, Schrift, Zahl enthält.&#10;&#10;KI-generierte Inhalte können fehlerhaft sein.">
            <a:extLst>
              <a:ext uri="{FF2B5EF4-FFF2-40B4-BE49-F238E27FC236}">
                <a16:creationId xmlns:a16="http://schemas.microsoft.com/office/drawing/2014/main" id="{10E3810A-535F-CAAA-16D4-8024F14E2F25}"/>
              </a:ext>
            </a:extLst>
          </p:cNvPr>
          <p:cNvPicPr>
            <a:picLocks noChangeAspect="1"/>
          </p:cNvPicPr>
          <p:nvPr/>
        </p:nvPicPr>
        <p:blipFill>
          <a:blip r:embed="rId2"/>
          <a:stretch>
            <a:fillRect/>
          </a:stretch>
        </p:blipFill>
        <p:spPr>
          <a:xfrm>
            <a:off x="0" y="894052"/>
            <a:ext cx="9144000" cy="2184457"/>
          </a:xfrm>
          <a:prstGeom prst="rect">
            <a:avLst/>
          </a:prstGeom>
        </p:spPr>
      </p:pic>
      <p:sp>
        <p:nvSpPr>
          <p:cNvPr id="6" name="Textfeld 7">
            <a:extLst>
              <a:ext uri="{FF2B5EF4-FFF2-40B4-BE49-F238E27FC236}">
                <a16:creationId xmlns:a16="http://schemas.microsoft.com/office/drawing/2014/main" id="{0C5278FA-3951-3990-B89A-D0C384591604}"/>
              </a:ext>
            </a:extLst>
          </p:cNvPr>
          <p:cNvSpPr txBox="1"/>
          <p:nvPr/>
        </p:nvSpPr>
        <p:spPr>
          <a:xfrm>
            <a:off x="448126" y="6330276"/>
            <a:ext cx="3217291" cy="461665"/>
          </a:xfrm>
          <a:prstGeom prst="rect">
            <a:avLst/>
          </a:prstGeom>
          <a:solidFill>
            <a:schemeClr val="bg1"/>
          </a:solidFill>
        </p:spPr>
        <p:txBody>
          <a:bodyPr rot="0" spcFirstLastPara="0" vert="horz" wrap="square" lIns="0" tIns="0" rIns="0" bIns="0" numCol="1" spcCol="0" rtlCol="0" fromWordArt="0" anchor="t" anchorCtr="0" forceAA="0" compatLnSpc="1">
            <a:prstTxWarp prst="textNoShape">
              <a:avLst/>
            </a:prstTxWarp>
            <a:spAutoFit/>
          </a:bodyPr>
          <a:lstStyle>
            <a:defPPr>
              <a:defRPr lang="de-DE"/>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a:lstStyle>
          <a:p>
            <a:endParaRPr lang="en-US" sz="1000">
              <a:latin typeface="Arial"/>
              <a:cs typeface="Arial"/>
            </a:endParaRPr>
          </a:p>
          <a:p>
            <a:endParaRPr lang="en-US" sz="1000">
              <a:latin typeface="Arial"/>
              <a:cs typeface="Arial"/>
            </a:endParaRPr>
          </a:p>
          <a:p>
            <a:r>
              <a:rPr lang="en-US" sz="1000">
                <a:latin typeface="Arial"/>
                <a:cs typeface="Arial"/>
              </a:rPr>
              <a:t>| Haochen Zhang | 11.05.2026</a:t>
            </a:r>
            <a:endParaRPr lang="en-US" sz="1000">
              <a:cs typeface="Arial"/>
            </a:endParaRPr>
          </a:p>
        </p:txBody>
      </p:sp>
    </p:spTree>
    <p:extLst>
      <p:ext uri="{BB962C8B-B14F-4D97-AF65-F5344CB8AC3E}">
        <p14:creationId xmlns:p14="http://schemas.microsoft.com/office/powerpoint/2010/main" val="59875969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924D60-8766-31D7-6EB1-6159D5FBCDBC}"/>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0F48678A-D15F-E114-F893-1DD1C5339E2D}"/>
              </a:ext>
            </a:extLst>
          </p:cNvPr>
          <p:cNvSpPr>
            <a:spLocks noGrp="1"/>
          </p:cNvSpPr>
          <p:nvPr>
            <p:ph type="title"/>
          </p:nvPr>
        </p:nvSpPr>
        <p:spPr/>
        <p:txBody>
          <a:bodyPr/>
          <a:lstStyle/>
          <a:p>
            <a:r>
              <a:rPr lang="en-US"/>
              <a:t>Filtered Data has higher overall score </a:t>
            </a:r>
            <a:endParaRPr lang="de-DE"/>
          </a:p>
        </p:txBody>
      </p:sp>
      <p:sp>
        <p:nvSpPr>
          <p:cNvPr id="3" name="Textplatzhalter 2">
            <a:extLst>
              <a:ext uri="{FF2B5EF4-FFF2-40B4-BE49-F238E27FC236}">
                <a16:creationId xmlns:a16="http://schemas.microsoft.com/office/drawing/2014/main" id="{2F72B4BD-E8B2-2D24-965A-E219F08B71F1}"/>
              </a:ext>
            </a:extLst>
          </p:cNvPr>
          <p:cNvSpPr>
            <a:spLocks noGrp="1"/>
          </p:cNvSpPr>
          <p:nvPr>
            <p:ph type="body" sz="quarter" idx="12"/>
          </p:nvPr>
        </p:nvSpPr>
        <p:spPr/>
        <p:txBody>
          <a:bodyPr lIns="0" tIns="0" rIns="0" bIns="0" anchor="t"/>
          <a:lstStyle/>
          <a:p>
            <a:pPr marL="285750" indent="-285750">
              <a:buFont typeface="Arial"/>
              <a:buChar char="•"/>
            </a:pPr>
            <a:r>
              <a:rPr lang="en-US" sz="2000">
                <a:latin typeface="Arial"/>
                <a:cs typeface="Arial"/>
              </a:rPr>
              <a:t>Data comparison </a:t>
            </a:r>
          </a:p>
          <a:p>
            <a:pPr marL="717550" lvl="1" indent="-285750">
              <a:buFont typeface="Courier New"/>
              <a:buChar char="o"/>
            </a:pPr>
            <a:r>
              <a:rPr lang="en-US">
                <a:latin typeface="Arial"/>
                <a:cs typeface="Arial"/>
              </a:rPr>
              <a:t>Original Data:</a:t>
            </a:r>
          </a:p>
          <a:p>
            <a:pPr marL="933450" lvl="2">
              <a:buFont typeface="Wingdings"/>
              <a:buChar char="§"/>
            </a:pPr>
            <a:r>
              <a:rPr lang="en-US">
                <a:latin typeface="Arial"/>
                <a:cs typeface="Arial"/>
              </a:rPr>
              <a:t>Number of rows: 2871</a:t>
            </a:r>
          </a:p>
          <a:p>
            <a:pPr marL="933450" lvl="2">
              <a:buFont typeface="Wingdings"/>
              <a:buChar char="§"/>
            </a:pPr>
            <a:r>
              <a:rPr lang="en-US">
                <a:latin typeface="Arial"/>
                <a:cs typeface="Arial"/>
              </a:rPr>
              <a:t>Location: </a:t>
            </a:r>
            <a:r>
              <a:rPr lang="en-US">
                <a:solidFill>
                  <a:srgbClr val="000000"/>
                </a:solidFill>
                <a:latin typeface="Arial"/>
                <a:cs typeface="Arial"/>
              </a:rPr>
              <a:t>Logistic Centre, Atlantis waterpark</a:t>
            </a:r>
          </a:p>
          <a:p>
            <a:pPr marL="933450" lvl="2">
              <a:buFont typeface="Wingdings"/>
              <a:buChar char="§"/>
            </a:pPr>
            <a:r>
              <a:rPr lang="en-US">
                <a:solidFill>
                  <a:srgbClr val="000000"/>
                </a:solidFill>
                <a:latin typeface="Arial"/>
                <a:cs typeface="Arial"/>
              </a:rPr>
              <a:t>Energy source: Electricity, District heating, Water supply (network), Water supply(well), Water supply </a:t>
            </a:r>
          </a:p>
          <a:p>
            <a:pPr marL="1651000" lvl="2" indent="-285750">
              <a:buFont typeface="Wingdings"/>
              <a:buChar char="§"/>
            </a:pPr>
            <a:endParaRPr lang="en-US">
              <a:latin typeface="Arial"/>
              <a:cs typeface="Arial"/>
            </a:endParaRPr>
          </a:p>
          <a:p>
            <a:pPr marL="933450" lvl="2">
              <a:buFont typeface="Wingdings"/>
              <a:buChar char="§"/>
            </a:pPr>
            <a:endParaRPr lang="en-US">
              <a:latin typeface="Arial"/>
              <a:cs typeface="Arial"/>
            </a:endParaRPr>
          </a:p>
          <a:p>
            <a:pPr marL="717550" lvl="1" indent="-285750">
              <a:buFont typeface="Courier New"/>
              <a:buChar char="o"/>
            </a:pPr>
            <a:endParaRPr lang="en-US">
              <a:latin typeface="Arial"/>
              <a:cs typeface="Arial"/>
            </a:endParaRPr>
          </a:p>
          <a:p>
            <a:pPr marL="717550" lvl="1" indent="-285750">
              <a:buFont typeface="Courier New"/>
              <a:buChar char="o"/>
            </a:pPr>
            <a:endParaRPr lang="en-US">
              <a:latin typeface="Arial"/>
              <a:cs typeface="Arial"/>
            </a:endParaRPr>
          </a:p>
          <a:p>
            <a:pPr marL="717550" lvl="1" indent="-285750">
              <a:buFont typeface="Courier New"/>
              <a:buChar char="o"/>
            </a:pPr>
            <a:endParaRPr lang="en-US">
              <a:latin typeface="Arial"/>
              <a:cs typeface="Arial"/>
            </a:endParaRPr>
          </a:p>
          <a:p>
            <a:pPr marL="717550" lvl="1" indent="-285750">
              <a:buFont typeface="Courier New"/>
              <a:buChar char="o"/>
            </a:pPr>
            <a:endParaRPr lang="en-US">
              <a:latin typeface="Arial"/>
              <a:cs typeface="Arial"/>
            </a:endParaRPr>
          </a:p>
          <a:p>
            <a:pPr marL="717550" lvl="1" indent="-285750">
              <a:buFont typeface="Courier New"/>
              <a:buChar char="o"/>
            </a:pPr>
            <a:r>
              <a:rPr lang="en-US">
                <a:latin typeface="Arial"/>
                <a:cs typeface="Arial"/>
              </a:rPr>
              <a:t>Filtered Data:</a:t>
            </a:r>
          </a:p>
          <a:p>
            <a:pPr marL="933450" lvl="2">
              <a:buFont typeface="Wingdings"/>
              <a:buChar char="§"/>
            </a:pPr>
            <a:r>
              <a:rPr lang="en-US">
                <a:latin typeface="Arial"/>
                <a:cs typeface="Arial"/>
              </a:rPr>
              <a:t>Number of rows: 862</a:t>
            </a:r>
          </a:p>
          <a:p>
            <a:pPr marL="933450" lvl="2">
              <a:buFont typeface="Wingdings"/>
              <a:buChar char="§"/>
            </a:pPr>
            <a:r>
              <a:rPr lang="en-US">
                <a:latin typeface="Arial"/>
                <a:cs typeface="Arial"/>
              </a:rPr>
              <a:t>Location: Logistic Centre</a:t>
            </a:r>
          </a:p>
          <a:p>
            <a:pPr marL="933450" lvl="2">
              <a:buFont typeface="Wingdings"/>
              <a:buChar char="§"/>
            </a:pPr>
            <a:r>
              <a:rPr lang="en-US">
                <a:latin typeface="Arial"/>
                <a:cs typeface="Arial"/>
              </a:rPr>
              <a:t>Energy source: Electricity</a:t>
            </a:r>
          </a:p>
        </p:txBody>
      </p:sp>
      <p:sp>
        <p:nvSpPr>
          <p:cNvPr id="6" name="Textfeld 7">
            <a:extLst>
              <a:ext uri="{FF2B5EF4-FFF2-40B4-BE49-F238E27FC236}">
                <a16:creationId xmlns:a16="http://schemas.microsoft.com/office/drawing/2014/main" id="{8CB1FCA6-889D-9B14-2B7D-09BF9892ECF2}"/>
              </a:ext>
            </a:extLst>
          </p:cNvPr>
          <p:cNvSpPr txBox="1"/>
          <p:nvPr/>
        </p:nvSpPr>
        <p:spPr>
          <a:xfrm>
            <a:off x="448126" y="6330276"/>
            <a:ext cx="3217291" cy="461665"/>
          </a:xfrm>
          <a:prstGeom prst="rect">
            <a:avLst/>
          </a:prstGeom>
          <a:solidFill>
            <a:schemeClr val="bg1"/>
          </a:solidFill>
        </p:spPr>
        <p:txBody>
          <a:bodyPr rot="0" spcFirstLastPara="0" vert="horz" wrap="square" lIns="0" tIns="0" rIns="0" bIns="0" numCol="1" spcCol="0" rtlCol="0" fromWordArt="0" anchor="t" anchorCtr="0" forceAA="0" compatLnSpc="1">
            <a:prstTxWarp prst="textNoShape">
              <a:avLst/>
            </a:prstTxWarp>
            <a:spAutoFit/>
          </a:bodyPr>
          <a:lstStyle>
            <a:defPPr>
              <a:defRPr lang="de-DE"/>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a:lstStyle>
          <a:p>
            <a:endParaRPr lang="en-US" sz="1000">
              <a:latin typeface="Arial"/>
              <a:cs typeface="Arial"/>
            </a:endParaRPr>
          </a:p>
          <a:p>
            <a:endParaRPr lang="en-US" sz="1000">
              <a:latin typeface="Arial"/>
              <a:cs typeface="Arial"/>
            </a:endParaRPr>
          </a:p>
          <a:p>
            <a:r>
              <a:rPr lang="en-US" sz="1000">
                <a:latin typeface="Arial"/>
                <a:cs typeface="Arial"/>
              </a:rPr>
              <a:t>| Haochen Zhang | 11.05.2026</a:t>
            </a:r>
            <a:endParaRPr lang="en-US" sz="1000">
              <a:cs typeface="Arial"/>
            </a:endParaRPr>
          </a:p>
        </p:txBody>
      </p:sp>
    </p:spTree>
    <p:extLst>
      <p:ext uri="{BB962C8B-B14F-4D97-AF65-F5344CB8AC3E}">
        <p14:creationId xmlns:p14="http://schemas.microsoft.com/office/powerpoint/2010/main" val="343533011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A3B8A1-0B49-0D69-AC52-8BAAB2978F40}"/>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7E22A303-E35F-76A5-6E3A-A98F8D2F3018}"/>
              </a:ext>
            </a:extLst>
          </p:cNvPr>
          <p:cNvSpPr>
            <a:spLocks noGrp="1"/>
          </p:cNvSpPr>
          <p:nvPr>
            <p:ph type="title"/>
          </p:nvPr>
        </p:nvSpPr>
        <p:spPr/>
        <p:txBody>
          <a:bodyPr/>
          <a:lstStyle/>
          <a:p>
            <a:r>
              <a:rPr lang="en-US" altLang="de-DE">
                <a:latin typeface="Arial"/>
                <a:cs typeface="Arial"/>
              </a:rPr>
              <a:t>Filtered Data has higher overall score </a:t>
            </a:r>
            <a:endParaRPr lang="en-US" altLang="de-DE"/>
          </a:p>
        </p:txBody>
      </p:sp>
      <p:sp>
        <p:nvSpPr>
          <p:cNvPr id="3" name="Textplatzhalter 2">
            <a:extLst>
              <a:ext uri="{FF2B5EF4-FFF2-40B4-BE49-F238E27FC236}">
                <a16:creationId xmlns:a16="http://schemas.microsoft.com/office/drawing/2014/main" id="{785C5D0C-9D38-6572-E8C3-35611ABFAA5A}"/>
              </a:ext>
            </a:extLst>
          </p:cNvPr>
          <p:cNvSpPr>
            <a:spLocks noGrp="1"/>
          </p:cNvSpPr>
          <p:nvPr>
            <p:ph type="body" sz="quarter" idx="12"/>
          </p:nvPr>
        </p:nvSpPr>
        <p:spPr/>
        <p:txBody>
          <a:bodyPr lIns="0" tIns="0" rIns="0" bIns="0" anchor="t"/>
          <a:lstStyle/>
          <a:p>
            <a:pPr marL="285750" indent="-285750">
              <a:buFont typeface="Arial"/>
              <a:buChar char="•"/>
            </a:pPr>
            <a:r>
              <a:rPr lang="en-US" sz="2000">
                <a:solidFill>
                  <a:srgbClr val="000000"/>
                </a:solidFill>
                <a:latin typeface="Arial"/>
                <a:cs typeface="Arial"/>
              </a:rPr>
              <a:t>Type to filter</a:t>
            </a:r>
          </a:p>
          <a:p>
            <a:pPr marL="1149350" lvl="1" indent="-285750">
              <a:buFont typeface="Courier New"/>
              <a:buChar char="o"/>
            </a:pPr>
            <a:r>
              <a:rPr lang="en-US">
                <a:latin typeface="Arial"/>
                <a:cs typeface="Arial"/>
              </a:rPr>
              <a:t>Location: </a:t>
            </a:r>
            <a:r>
              <a:rPr lang="en-US">
                <a:solidFill>
                  <a:srgbClr val="000000"/>
                </a:solidFill>
                <a:latin typeface="Arial"/>
                <a:cs typeface="Arial"/>
              </a:rPr>
              <a:t>Logistic Centre</a:t>
            </a:r>
            <a:endParaRPr lang="en-US" err="1">
              <a:solidFill>
                <a:srgbClr val="000000"/>
              </a:solidFill>
            </a:endParaRPr>
          </a:p>
          <a:p>
            <a:pPr marL="1149350" lvl="1" indent="-285750">
              <a:buFont typeface="Courier New"/>
              <a:buChar char="o"/>
            </a:pPr>
            <a:r>
              <a:rPr lang="en-US">
                <a:latin typeface="Arial"/>
                <a:cs typeface="Arial"/>
              </a:rPr>
              <a:t>Energy Source: Electricity</a:t>
            </a:r>
            <a:endParaRPr lang="en-US"/>
          </a:p>
          <a:p>
            <a:pPr marL="1149350" lvl="1" indent="-285750">
              <a:buFont typeface="Courier New"/>
              <a:buChar char="o"/>
            </a:pPr>
            <a:endParaRPr lang="en-US"/>
          </a:p>
          <a:p>
            <a:endParaRPr lang="en-US" sz="2000"/>
          </a:p>
          <a:p>
            <a:pPr marL="285750" indent="-285750">
              <a:buFont typeface="Arial"/>
              <a:buChar char="•"/>
            </a:pPr>
            <a:r>
              <a:rPr lang="en-US" sz="2000">
                <a:latin typeface="Arial"/>
                <a:cs typeface="Arial"/>
              </a:rPr>
              <a:t>Overall score</a:t>
            </a:r>
          </a:p>
          <a:p>
            <a:pPr marL="717550" lvl="1" indent="-285750">
              <a:buFont typeface="Courier New"/>
              <a:buChar char="o"/>
            </a:pPr>
            <a:r>
              <a:rPr lang="en-US">
                <a:latin typeface="Arial"/>
                <a:cs typeface="Arial"/>
              </a:rPr>
              <a:t>Without filter</a:t>
            </a:r>
          </a:p>
          <a:p>
            <a:pPr marL="933450" indent="-215900">
              <a:buSzPct val="80000"/>
              <a:buFont typeface="Wingdings"/>
              <a:buChar char="§"/>
            </a:pPr>
            <a:r>
              <a:rPr lang="en-US" sz="1600">
                <a:solidFill>
                  <a:srgbClr val="000000"/>
                </a:solidFill>
                <a:latin typeface="Arial"/>
                <a:cs typeface="Arial"/>
              </a:rPr>
              <a:t>CTGAN quality score: 0.7874419279907086</a:t>
            </a:r>
            <a:endParaRPr lang="en-US" sz="1600">
              <a:solidFill>
                <a:srgbClr val="000000"/>
              </a:solidFill>
            </a:endParaRPr>
          </a:p>
          <a:p>
            <a:pPr marL="933450" indent="-215900">
              <a:buSzPct val="80000"/>
              <a:buFont typeface="Wingdings"/>
              <a:buChar char="§"/>
            </a:pPr>
            <a:r>
              <a:rPr lang="en-US" sz="1600">
                <a:solidFill>
                  <a:srgbClr val="000000"/>
                </a:solidFill>
                <a:latin typeface="Arial"/>
                <a:cs typeface="Arial"/>
              </a:rPr>
              <a:t>Gaussian</a:t>
            </a:r>
            <a:r>
              <a:rPr lang="en-US" sz="1600">
                <a:latin typeface="Arial"/>
                <a:cs typeface="Arial"/>
              </a:rPr>
              <a:t> quality score: 0.7216124661246612</a:t>
            </a:r>
            <a:endParaRPr lang="en-US"/>
          </a:p>
          <a:p>
            <a:pPr marL="933450" lvl="2">
              <a:buFont typeface="Wingdings"/>
              <a:buChar char="§"/>
            </a:pPr>
            <a:endParaRPr lang="en-US">
              <a:latin typeface="Arial"/>
              <a:cs typeface="Arial"/>
            </a:endParaRPr>
          </a:p>
          <a:p>
            <a:pPr marL="717550" lvl="1" indent="-285750">
              <a:buFont typeface="Courier New"/>
              <a:buChar char="o"/>
            </a:pPr>
            <a:endParaRPr lang="en-US">
              <a:latin typeface="Arial"/>
              <a:cs typeface="Arial"/>
            </a:endParaRPr>
          </a:p>
          <a:p>
            <a:pPr marL="717550" lvl="1" indent="-285750">
              <a:buFont typeface="Courier New"/>
              <a:buChar char="o"/>
            </a:pPr>
            <a:endParaRPr lang="en-US">
              <a:latin typeface="Arial"/>
              <a:cs typeface="Arial"/>
            </a:endParaRPr>
          </a:p>
          <a:p>
            <a:pPr marL="717550" lvl="1" indent="-285750">
              <a:buFont typeface="Courier New"/>
              <a:buChar char="o"/>
            </a:pPr>
            <a:r>
              <a:rPr lang="en-US">
                <a:latin typeface="Arial"/>
                <a:cs typeface="Arial"/>
              </a:rPr>
              <a:t>With filter</a:t>
            </a:r>
          </a:p>
          <a:p>
            <a:pPr marL="933450" lvl="2">
              <a:buFont typeface="Wingdings"/>
              <a:buChar char="§"/>
            </a:pPr>
            <a:r>
              <a:rPr lang="en-US">
                <a:latin typeface="Arial"/>
                <a:cs typeface="Arial"/>
              </a:rPr>
              <a:t>CTGAN quality score:</a:t>
            </a:r>
            <a:r>
              <a:rPr lang="en-US">
                <a:solidFill>
                  <a:srgbClr val="000000"/>
                </a:solidFill>
                <a:latin typeface="Arial"/>
                <a:cs typeface="Arial"/>
              </a:rPr>
              <a:t>0.8675412237859502</a:t>
            </a:r>
            <a:endParaRPr lang="en-US">
              <a:solidFill>
                <a:srgbClr val="000000"/>
              </a:solidFill>
            </a:endParaRPr>
          </a:p>
          <a:p>
            <a:pPr marL="933450" lvl="2">
              <a:buFont typeface="Wingdings"/>
              <a:buChar char="§"/>
            </a:pPr>
            <a:r>
              <a:rPr lang="en-US">
                <a:latin typeface="Arial"/>
                <a:cs typeface="Arial"/>
              </a:rPr>
              <a:t>Gaussian quality score: </a:t>
            </a:r>
            <a:r>
              <a:rPr lang="en-US">
                <a:solidFill>
                  <a:srgbClr val="000000"/>
                </a:solidFill>
                <a:latin typeface="Arial"/>
                <a:cs typeface="Arial"/>
              </a:rPr>
              <a:t>0.8298054267298535</a:t>
            </a:r>
            <a:endParaRPr lang="en-US">
              <a:solidFill>
                <a:srgbClr val="000000"/>
              </a:solidFill>
            </a:endParaRPr>
          </a:p>
          <a:p>
            <a:pPr marL="933450" lvl="2">
              <a:buFont typeface="Wingdings"/>
              <a:buChar char="§"/>
            </a:pPr>
            <a:endParaRPr lang="en-US"/>
          </a:p>
          <a:p>
            <a:pPr marL="933450" lvl="2">
              <a:buFont typeface="Wingdings"/>
              <a:buChar char="§"/>
            </a:pPr>
            <a:endParaRPr lang="en-US"/>
          </a:p>
          <a:p>
            <a:pPr marL="717550" lvl="1" indent="-285750">
              <a:buFont typeface="Courier New"/>
              <a:buChar char="o"/>
            </a:pPr>
            <a:endParaRPr lang="en-US"/>
          </a:p>
        </p:txBody>
      </p:sp>
      <p:sp>
        <p:nvSpPr>
          <p:cNvPr id="6" name="Textfeld 7">
            <a:extLst>
              <a:ext uri="{FF2B5EF4-FFF2-40B4-BE49-F238E27FC236}">
                <a16:creationId xmlns:a16="http://schemas.microsoft.com/office/drawing/2014/main" id="{2CEB581D-4B12-383D-A634-D3B8CB13B764}"/>
              </a:ext>
            </a:extLst>
          </p:cNvPr>
          <p:cNvSpPr txBox="1"/>
          <p:nvPr/>
        </p:nvSpPr>
        <p:spPr>
          <a:xfrm>
            <a:off x="448126" y="6330276"/>
            <a:ext cx="3217291" cy="461665"/>
          </a:xfrm>
          <a:prstGeom prst="rect">
            <a:avLst/>
          </a:prstGeom>
          <a:solidFill>
            <a:schemeClr val="bg1"/>
          </a:solidFill>
        </p:spPr>
        <p:txBody>
          <a:bodyPr rot="0" spcFirstLastPara="0" vert="horz" wrap="square" lIns="0" tIns="0" rIns="0" bIns="0" numCol="1" spcCol="0" rtlCol="0" fromWordArt="0" anchor="t" anchorCtr="0" forceAA="0" compatLnSpc="1">
            <a:prstTxWarp prst="textNoShape">
              <a:avLst/>
            </a:prstTxWarp>
            <a:spAutoFit/>
          </a:bodyPr>
          <a:lstStyle>
            <a:defPPr>
              <a:defRPr lang="de-DE"/>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a:lstStyle>
          <a:p>
            <a:endParaRPr lang="en-US" sz="1000">
              <a:latin typeface="Arial"/>
              <a:cs typeface="Arial"/>
            </a:endParaRPr>
          </a:p>
          <a:p>
            <a:endParaRPr lang="en-US" sz="1000">
              <a:latin typeface="Arial"/>
              <a:cs typeface="Arial"/>
            </a:endParaRPr>
          </a:p>
          <a:p>
            <a:r>
              <a:rPr lang="en-US" sz="1000">
                <a:latin typeface="Arial"/>
                <a:cs typeface="Arial"/>
              </a:rPr>
              <a:t>| Haochen Zhang | 11.05.2026</a:t>
            </a:r>
            <a:endParaRPr lang="en-US" sz="1000">
              <a:cs typeface="Arial"/>
            </a:endParaRPr>
          </a:p>
        </p:txBody>
      </p:sp>
    </p:spTree>
    <p:extLst>
      <p:ext uri="{BB962C8B-B14F-4D97-AF65-F5344CB8AC3E}">
        <p14:creationId xmlns:p14="http://schemas.microsoft.com/office/powerpoint/2010/main" val="370128286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endParaRPr lang="en-US" altLang="de-DE"/>
          </a:p>
        </p:txBody>
      </p:sp>
      <p:sp>
        <p:nvSpPr>
          <p:cNvPr id="4" name="Textplatzhalter 3"/>
          <p:cNvSpPr>
            <a:spLocks noGrp="1"/>
          </p:cNvSpPr>
          <p:nvPr>
            <p:ph type="body" sz="quarter" idx="13"/>
          </p:nvPr>
        </p:nvSpPr>
        <p:spPr/>
        <p:txBody>
          <a:bodyPr lIns="0" tIns="0" rIns="0" bIns="0" anchor="t"/>
          <a:lstStyle/>
          <a:p>
            <a:pPr marL="215900" indent="-215900"/>
            <a:r>
              <a:rPr lang="en-US">
                <a:cs typeface="Arial"/>
              </a:rPr>
              <a:t>Compare 3 columns </a:t>
            </a:r>
          </a:p>
          <a:p>
            <a:pPr marL="215900" indent="-215900">
              <a:buSzPct val="114999"/>
            </a:pPr>
            <a:r>
              <a:rPr lang="en-US">
                <a:cs typeface="Arial"/>
              </a:rPr>
              <a:t>Related columns in tables(date and timestamps are generated independently)</a:t>
            </a:r>
          </a:p>
          <a:p>
            <a:pPr marL="215900" indent="-215900">
              <a:buSzPct val="114999"/>
            </a:pPr>
            <a:r>
              <a:rPr lang="en-US" err="1">
                <a:cs typeface="Arial"/>
              </a:rPr>
              <a:t>Sdtype</a:t>
            </a:r>
            <a:r>
              <a:rPr lang="en-US">
                <a:cs typeface="Arial"/>
              </a:rPr>
              <a:t> (faker lib, replace items list(how to generate)) not exist in </a:t>
            </a:r>
            <a:r>
              <a:rPr lang="en-US" err="1">
                <a:cs typeface="Arial"/>
              </a:rPr>
              <a:t>sdtypes</a:t>
            </a:r>
            <a:r>
              <a:rPr lang="en-US">
                <a:cs typeface="Arial"/>
              </a:rPr>
              <a:t> (LLM)</a:t>
            </a:r>
            <a:endParaRPr lang="en-US"/>
          </a:p>
        </p:txBody>
      </p:sp>
      <p:sp>
        <p:nvSpPr>
          <p:cNvPr id="5" name="Textfeld 7">
            <a:extLst>
              <a:ext uri="{FF2B5EF4-FFF2-40B4-BE49-F238E27FC236}">
                <a16:creationId xmlns:a16="http://schemas.microsoft.com/office/drawing/2014/main" id="{4D180034-AAC8-0470-6A1B-913F15926EA4}"/>
              </a:ext>
            </a:extLst>
          </p:cNvPr>
          <p:cNvSpPr txBox="1"/>
          <p:nvPr/>
        </p:nvSpPr>
        <p:spPr>
          <a:xfrm>
            <a:off x="448126" y="6330276"/>
            <a:ext cx="3217291" cy="461665"/>
          </a:xfrm>
          <a:prstGeom prst="rect">
            <a:avLst/>
          </a:prstGeom>
          <a:solidFill>
            <a:schemeClr val="bg1"/>
          </a:solidFill>
        </p:spPr>
        <p:txBody>
          <a:bodyPr rot="0" spcFirstLastPara="0" vert="horz" wrap="square" lIns="0" tIns="0" rIns="0" bIns="0" numCol="1" spcCol="0" rtlCol="0" fromWordArt="0" anchor="t" anchorCtr="0" forceAA="0" compatLnSpc="1">
            <a:prstTxWarp prst="textNoShape">
              <a:avLst/>
            </a:prstTxWarp>
            <a:spAutoFit/>
          </a:bodyPr>
          <a:lstStyle>
            <a:defPPr>
              <a:defRPr lang="de-DE"/>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a:lstStyle>
          <a:p>
            <a:endParaRPr lang="en-US" sz="1000">
              <a:latin typeface="Arial"/>
              <a:cs typeface="Arial"/>
            </a:endParaRPr>
          </a:p>
          <a:p>
            <a:endParaRPr lang="en-US" sz="1000">
              <a:latin typeface="Arial"/>
              <a:cs typeface="Arial"/>
            </a:endParaRPr>
          </a:p>
          <a:p>
            <a:r>
              <a:rPr lang="en-US" sz="1000">
                <a:latin typeface="Arial"/>
                <a:cs typeface="Arial"/>
              </a:rPr>
              <a:t>| Haochen Zhang | 11.05.2026</a:t>
            </a:r>
            <a:endParaRPr lang="en-US" sz="1000">
              <a:cs typeface="Arial"/>
            </a:endParaRPr>
          </a:p>
        </p:txBody>
      </p:sp>
    </p:spTree>
    <p:extLst>
      <p:ext uri="{BB962C8B-B14F-4D97-AF65-F5344CB8AC3E}">
        <p14:creationId xmlns:p14="http://schemas.microsoft.com/office/powerpoint/2010/main" val="419023185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A8D69FD4-7B96-DDE3-F3BB-440CB223ED21}"/>
              </a:ext>
            </a:extLst>
          </p:cNvPr>
          <p:cNvSpPr>
            <a:spLocks noGrp="1"/>
          </p:cNvSpPr>
          <p:nvPr>
            <p:ph type="title"/>
          </p:nvPr>
        </p:nvSpPr>
        <p:spPr/>
        <p:txBody>
          <a:bodyPr/>
          <a:lstStyle/>
          <a:p>
            <a:r>
              <a:rPr lang="de-DE">
                <a:latin typeface="Arial"/>
                <a:cs typeface="Arial"/>
              </a:rPr>
              <a:t>SMX Table</a:t>
            </a:r>
            <a:endParaRPr lang="de-DE"/>
          </a:p>
        </p:txBody>
      </p:sp>
      <p:graphicFrame>
        <p:nvGraphicFramePr>
          <p:cNvPr id="4" name="Tabelle 3">
            <a:extLst>
              <a:ext uri="{FF2B5EF4-FFF2-40B4-BE49-F238E27FC236}">
                <a16:creationId xmlns:a16="http://schemas.microsoft.com/office/drawing/2014/main" id="{3D1814B5-A5BB-D08A-892B-F2D5977B7CF0}"/>
              </a:ext>
            </a:extLst>
          </p:cNvPr>
          <p:cNvGraphicFramePr>
            <a:graphicFrameLocks noGrp="1"/>
          </p:cNvGraphicFramePr>
          <p:nvPr>
            <p:extLst>
              <p:ext uri="{D42A27DB-BD31-4B8C-83A1-F6EECF244321}">
                <p14:modId xmlns:p14="http://schemas.microsoft.com/office/powerpoint/2010/main" val="4086670190"/>
              </p:ext>
            </p:extLst>
          </p:nvPr>
        </p:nvGraphicFramePr>
        <p:xfrm>
          <a:off x="284480" y="1006856"/>
          <a:ext cx="8601910" cy="3638008"/>
        </p:xfrm>
        <a:graphic>
          <a:graphicData uri="http://schemas.openxmlformats.org/drawingml/2006/table">
            <a:tbl>
              <a:tblPr firstRow="1" bandRow="1">
                <a:tableStyleId>{5C22544A-7EE6-4342-B048-85BDC9FD1C3A}</a:tableStyleId>
              </a:tblPr>
              <a:tblGrid>
                <a:gridCol w="860191">
                  <a:extLst>
                    <a:ext uri="{9D8B030D-6E8A-4147-A177-3AD203B41FA5}">
                      <a16:colId xmlns:a16="http://schemas.microsoft.com/office/drawing/2014/main" val="626003958"/>
                    </a:ext>
                  </a:extLst>
                </a:gridCol>
                <a:gridCol w="860191">
                  <a:extLst>
                    <a:ext uri="{9D8B030D-6E8A-4147-A177-3AD203B41FA5}">
                      <a16:colId xmlns:a16="http://schemas.microsoft.com/office/drawing/2014/main" val="3533797695"/>
                    </a:ext>
                  </a:extLst>
                </a:gridCol>
                <a:gridCol w="860191">
                  <a:extLst>
                    <a:ext uri="{9D8B030D-6E8A-4147-A177-3AD203B41FA5}">
                      <a16:colId xmlns:a16="http://schemas.microsoft.com/office/drawing/2014/main" val="1723621392"/>
                    </a:ext>
                  </a:extLst>
                </a:gridCol>
                <a:gridCol w="860191">
                  <a:extLst>
                    <a:ext uri="{9D8B030D-6E8A-4147-A177-3AD203B41FA5}">
                      <a16:colId xmlns:a16="http://schemas.microsoft.com/office/drawing/2014/main" val="3684016445"/>
                    </a:ext>
                  </a:extLst>
                </a:gridCol>
                <a:gridCol w="860191">
                  <a:extLst>
                    <a:ext uri="{9D8B030D-6E8A-4147-A177-3AD203B41FA5}">
                      <a16:colId xmlns:a16="http://schemas.microsoft.com/office/drawing/2014/main" val="3120114581"/>
                    </a:ext>
                  </a:extLst>
                </a:gridCol>
                <a:gridCol w="860191">
                  <a:extLst>
                    <a:ext uri="{9D8B030D-6E8A-4147-A177-3AD203B41FA5}">
                      <a16:colId xmlns:a16="http://schemas.microsoft.com/office/drawing/2014/main" val="1066362318"/>
                    </a:ext>
                  </a:extLst>
                </a:gridCol>
                <a:gridCol w="860191">
                  <a:extLst>
                    <a:ext uri="{9D8B030D-6E8A-4147-A177-3AD203B41FA5}">
                      <a16:colId xmlns:a16="http://schemas.microsoft.com/office/drawing/2014/main" val="1613802814"/>
                    </a:ext>
                  </a:extLst>
                </a:gridCol>
                <a:gridCol w="860191">
                  <a:extLst>
                    <a:ext uri="{9D8B030D-6E8A-4147-A177-3AD203B41FA5}">
                      <a16:colId xmlns:a16="http://schemas.microsoft.com/office/drawing/2014/main" val="3235018036"/>
                    </a:ext>
                  </a:extLst>
                </a:gridCol>
                <a:gridCol w="860191">
                  <a:extLst>
                    <a:ext uri="{9D8B030D-6E8A-4147-A177-3AD203B41FA5}">
                      <a16:colId xmlns:a16="http://schemas.microsoft.com/office/drawing/2014/main" val="18120407"/>
                    </a:ext>
                  </a:extLst>
                </a:gridCol>
                <a:gridCol w="860191">
                  <a:extLst>
                    <a:ext uri="{9D8B030D-6E8A-4147-A177-3AD203B41FA5}">
                      <a16:colId xmlns:a16="http://schemas.microsoft.com/office/drawing/2014/main" val="752943972"/>
                    </a:ext>
                  </a:extLst>
                </a:gridCol>
              </a:tblGrid>
              <a:tr h="909502">
                <a:tc>
                  <a:txBody>
                    <a:bodyPr/>
                    <a:lstStyle/>
                    <a:p>
                      <a:endParaRPr lang="en-US" sz="1400" noProof="0"/>
                    </a:p>
                  </a:txBody>
                  <a:tcPr/>
                </a:tc>
                <a:tc>
                  <a:txBody>
                    <a:bodyPr/>
                    <a:lstStyle/>
                    <a:p>
                      <a:pPr marL="0" lvl="0" indent="0" algn="l">
                        <a:lnSpc>
                          <a:spcPct val="100000"/>
                        </a:lnSpc>
                        <a:buNone/>
                      </a:pPr>
                      <a:r>
                        <a:rPr lang="en-US" sz="1400" b="1" i="0" u="none" strike="noStrike" baseline="0" noProof="0" err="1">
                          <a:solidFill>
                            <a:srgbClr val="FFFFFF"/>
                          </a:solidFill>
                          <a:latin typeface="Arial"/>
                          <a:cs typeface="Arial"/>
                        </a:rPr>
                        <a:t>Actor_type</a:t>
                      </a:r>
                    </a:p>
                    <a:p>
                      <a:pPr lvl="0">
                        <a:buNone/>
                      </a:pPr>
                      <a:endParaRPr lang="en-US" sz="1400" noProof="0"/>
                    </a:p>
                  </a:txBody>
                  <a:tcPr/>
                </a:tc>
                <a:tc>
                  <a:txBody>
                    <a:bodyPr/>
                    <a:lstStyle/>
                    <a:p>
                      <a:pPr lvl="0">
                        <a:buNone/>
                      </a:pPr>
                      <a:r>
                        <a:rPr lang="en-US" sz="1400" b="1" i="0" u="none" strike="noStrike" noProof="0">
                          <a:solidFill>
                            <a:srgbClr val="FFFFFF"/>
                          </a:solidFill>
                          <a:latin typeface="Arial"/>
                          <a:cs typeface="Arial"/>
                        </a:rPr>
                        <a:t>City</a:t>
                      </a:r>
                    </a:p>
                  </a:txBody>
                  <a:tcPr/>
                </a:tc>
                <a:tc>
                  <a:txBody>
                    <a:bodyPr/>
                    <a:lstStyle/>
                    <a:p>
                      <a:pPr lvl="0" algn="l">
                        <a:lnSpc>
                          <a:spcPct val="100000"/>
                        </a:lnSpc>
                        <a:spcBef>
                          <a:spcPts val="0"/>
                        </a:spcBef>
                        <a:spcAft>
                          <a:spcPts val="0"/>
                        </a:spcAft>
                        <a:buNone/>
                      </a:pPr>
                      <a:r>
                        <a:rPr lang="en-US" sz="1400" b="1" i="0" u="none" strike="noStrike" noProof="0">
                          <a:solidFill>
                            <a:srgbClr val="FFFFFF"/>
                          </a:solidFill>
                          <a:latin typeface="Arial"/>
                          <a:cs typeface="Arial"/>
                        </a:rPr>
                        <a:t>Country</a:t>
                      </a:r>
                    </a:p>
                    <a:p>
                      <a:pPr lvl="0">
                        <a:buNone/>
                      </a:pPr>
                      <a:endParaRPr lang="en-US" sz="1400" noProof="0"/>
                    </a:p>
                  </a:txBody>
                  <a:tcPr/>
                </a:tc>
                <a:tc>
                  <a:txBody>
                    <a:bodyPr/>
                    <a:lstStyle/>
                    <a:p>
                      <a:pPr lvl="0">
                        <a:buNone/>
                      </a:pPr>
                      <a:r>
                        <a:rPr lang="en-US" sz="1400" b="1" i="0" u="none" strike="noStrike" noProof="0">
                          <a:solidFill>
                            <a:srgbClr val="FFFFFF"/>
                          </a:solidFill>
                          <a:latin typeface="Arial"/>
                          <a:cs typeface="Arial"/>
                        </a:rPr>
                        <a:t>GPS</a:t>
                      </a:r>
                    </a:p>
                  </a:txBody>
                  <a:tcPr/>
                </a:tc>
                <a:tc>
                  <a:txBody>
                    <a:bodyPr/>
                    <a:lstStyle/>
                    <a:p>
                      <a:pPr lvl="0" algn="l">
                        <a:lnSpc>
                          <a:spcPct val="100000"/>
                        </a:lnSpc>
                        <a:spcBef>
                          <a:spcPts val="0"/>
                        </a:spcBef>
                        <a:spcAft>
                          <a:spcPts val="0"/>
                        </a:spcAft>
                        <a:buNone/>
                      </a:pPr>
                      <a:r>
                        <a:rPr lang="en-US" sz="1400" b="1" i="0" u="none" strike="noStrike" noProof="0">
                          <a:solidFill>
                            <a:srgbClr val="FFFFFF"/>
                          </a:solidFill>
                          <a:latin typeface="Arial"/>
                          <a:cs typeface="Arial"/>
                        </a:rPr>
                        <a:t>Project</a:t>
                      </a:r>
                    </a:p>
                  </a:txBody>
                  <a:tcPr/>
                </a:tc>
                <a:tc>
                  <a:txBody>
                    <a:bodyPr/>
                    <a:lstStyle/>
                    <a:p>
                      <a:pPr lvl="0" algn="l">
                        <a:lnSpc>
                          <a:spcPct val="100000"/>
                        </a:lnSpc>
                        <a:spcBef>
                          <a:spcPts val="0"/>
                        </a:spcBef>
                        <a:spcAft>
                          <a:spcPts val="0"/>
                        </a:spcAft>
                        <a:buNone/>
                      </a:pPr>
                      <a:r>
                        <a:rPr lang="en-US" sz="1400" b="1" i="0" u="none" strike="noStrike" noProof="0">
                          <a:solidFill>
                            <a:srgbClr val="FFFFFF"/>
                          </a:solidFill>
                          <a:latin typeface="Arial"/>
                          <a:cs typeface="Arial"/>
                        </a:rPr>
                        <a:t>RBAC</a:t>
                      </a:r>
                    </a:p>
                    <a:p>
                      <a:pPr lvl="0">
                        <a:buNone/>
                      </a:pPr>
                      <a:endParaRPr lang="en-US" sz="1400" noProof="0"/>
                    </a:p>
                  </a:txBody>
                  <a:tcPr/>
                </a:tc>
                <a:tc>
                  <a:txBody>
                    <a:bodyPr/>
                    <a:lstStyle/>
                    <a:p>
                      <a:pPr lvl="0" algn="l">
                        <a:lnSpc>
                          <a:spcPct val="100000"/>
                        </a:lnSpc>
                        <a:spcBef>
                          <a:spcPts val="0"/>
                        </a:spcBef>
                        <a:spcAft>
                          <a:spcPts val="0"/>
                        </a:spcAft>
                        <a:buNone/>
                      </a:pPr>
                      <a:r>
                        <a:rPr lang="en-US" sz="1400" b="1" i="0" u="none" strike="noStrike" noProof="0">
                          <a:solidFill>
                            <a:srgbClr val="FFFFFF"/>
                          </a:solidFill>
                          <a:latin typeface="Arial"/>
                          <a:cs typeface="Arial"/>
                        </a:rPr>
                        <a:t>Service</a:t>
                      </a:r>
                    </a:p>
                    <a:p>
                      <a:pPr lvl="0">
                        <a:buNone/>
                      </a:pPr>
                      <a:endParaRPr lang="en-US" sz="1400" noProof="0"/>
                    </a:p>
                  </a:txBody>
                  <a:tcPr/>
                </a:tc>
                <a:tc>
                  <a:txBody>
                    <a:bodyPr/>
                    <a:lstStyle/>
                    <a:p>
                      <a:pPr lvl="0" algn="l">
                        <a:lnSpc>
                          <a:spcPct val="100000"/>
                        </a:lnSpc>
                        <a:spcBef>
                          <a:spcPts val="0"/>
                        </a:spcBef>
                        <a:spcAft>
                          <a:spcPts val="0"/>
                        </a:spcAft>
                        <a:buNone/>
                      </a:pPr>
                      <a:r>
                        <a:rPr lang="en-US" sz="1400" b="1" i="0" u="none" strike="noStrike" noProof="0" err="1">
                          <a:solidFill>
                            <a:srgbClr val="FFFFFF"/>
                          </a:solidFill>
                          <a:latin typeface="Arial"/>
                          <a:cs typeface="Arial"/>
                        </a:rPr>
                        <a:t>User_name</a:t>
                      </a:r>
                    </a:p>
                  </a:txBody>
                  <a:tcPr/>
                </a:tc>
                <a:tc>
                  <a:txBody>
                    <a:bodyPr/>
                    <a:lstStyle/>
                    <a:p>
                      <a:pPr lvl="0" algn="l">
                        <a:lnSpc>
                          <a:spcPct val="100000"/>
                        </a:lnSpc>
                        <a:spcBef>
                          <a:spcPts val="0"/>
                        </a:spcBef>
                        <a:spcAft>
                          <a:spcPts val="0"/>
                        </a:spcAft>
                        <a:buNone/>
                      </a:pPr>
                      <a:r>
                        <a:rPr lang="en-US" sz="1400" b="1" i="0" u="none" strike="noStrike" noProof="0" err="1">
                          <a:solidFill>
                            <a:srgbClr val="FFFFFF"/>
                          </a:solidFill>
                          <a:latin typeface="Arial"/>
                          <a:cs typeface="Arial"/>
                        </a:rPr>
                        <a:t>SMXtimestamp</a:t>
                      </a:r>
                    </a:p>
                  </a:txBody>
                  <a:tcPr/>
                </a:tc>
                <a:extLst>
                  <a:ext uri="{0D108BD9-81ED-4DB2-BD59-A6C34878D82A}">
                    <a16:rowId xmlns:a16="http://schemas.microsoft.com/office/drawing/2014/main" val="3879814623"/>
                  </a:ext>
                </a:extLst>
              </a:tr>
              <a:tr h="909502">
                <a:tc>
                  <a:txBody>
                    <a:bodyPr/>
                    <a:lstStyle/>
                    <a:p>
                      <a:r>
                        <a:rPr lang="en-US" sz="1400" noProof="0"/>
                        <a:t>Me</a:t>
                      </a:r>
                    </a:p>
                  </a:txBody>
                  <a:tcPr/>
                </a:tc>
                <a:tc>
                  <a:txBody>
                    <a:bodyPr/>
                    <a:lstStyle/>
                    <a:p>
                      <a:r>
                        <a:rPr lang="en-US" sz="1400" noProof="0"/>
                        <a:t>0</a:t>
                      </a:r>
                    </a:p>
                  </a:txBody>
                  <a:tcPr/>
                </a:tc>
                <a:tc>
                  <a:txBody>
                    <a:bodyPr/>
                    <a:lstStyle/>
                    <a:p>
                      <a:r>
                        <a:rPr lang="en-US" sz="1400" noProof="0"/>
                        <a:t>0</a:t>
                      </a:r>
                    </a:p>
                  </a:txBody>
                  <a:tcPr/>
                </a:tc>
                <a:tc>
                  <a:txBody>
                    <a:bodyPr/>
                    <a:lstStyle/>
                    <a:p>
                      <a:r>
                        <a:rPr lang="en-US" sz="1400" noProof="0"/>
                        <a:t>0</a:t>
                      </a:r>
                    </a:p>
                  </a:txBody>
                  <a:tcPr/>
                </a:tc>
                <a:tc>
                  <a:txBody>
                    <a:bodyPr/>
                    <a:lstStyle/>
                    <a:p>
                      <a:r>
                        <a:rPr lang="en-US" sz="1400" noProof="0"/>
                        <a:t>1</a:t>
                      </a:r>
                    </a:p>
                  </a:txBody>
                  <a:tcPr/>
                </a:tc>
                <a:tc>
                  <a:txBody>
                    <a:bodyPr/>
                    <a:lstStyle/>
                    <a:p>
                      <a:r>
                        <a:rPr lang="en-US" sz="1400" noProof="0"/>
                        <a:t>0</a:t>
                      </a:r>
                    </a:p>
                  </a:txBody>
                  <a:tcPr/>
                </a:tc>
                <a:tc>
                  <a:txBody>
                    <a:bodyPr/>
                    <a:lstStyle/>
                    <a:p>
                      <a:r>
                        <a:rPr lang="en-US" sz="1400" noProof="0"/>
                        <a:t>0</a:t>
                      </a:r>
                    </a:p>
                  </a:txBody>
                  <a:tcPr/>
                </a:tc>
                <a:tc>
                  <a:txBody>
                    <a:bodyPr/>
                    <a:lstStyle/>
                    <a:p>
                      <a:r>
                        <a:rPr lang="en-US" sz="1400" noProof="0"/>
                        <a:t>0</a:t>
                      </a:r>
                    </a:p>
                  </a:txBody>
                  <a:tcPr/>
                </a:tc>
                <a:tc>
                  <a:txBody>
                    <a:bodyPr/>
                    <a:lstStyle/>
                    <a:p>
                      <a:r>
                        <a:rPr lang="en-US" sz="1400" noProof="0"/>
                        <a:t>1</a:t>
                      </a:r>
                    </a:p>
                  </a:txBody>
                  <a:tcPr/>
                </a:tc>
                <a:tc>
                  <a:txBody>
                    <a:bodyPr/>
                    <a:lstStyle/>
                    <a:p>
                      <a:pPr lvl="0">
                        <a:buNone/>
                      </a:pPr>
                      <a:r>
                        <a:rPr lang="en-US" sz="1400" noProof="0"/>
                        <a:t>1</a:t>
                      </a:r>
                    </a:p>
                  </a:txBody>
                  <a:tcPr/>
                </a:tc>
                <a:extLst>
                  <a:ext uri="{0D108BD9-81ED-4DB2-BD59-A6C34878D82A}">
                    <a16:rowId xmlns:a16="http://schemas.microsoft.com/office/drawing/2014/main" val="3256142858"/>
                  </a:ext>
                </a:extLst>
              </a:tr>
              <a:tr h="909502">
                <a:tc>
                  <a:txBody>
                    <a:bodyPr/>
                    <a:lstStyle/>
                    <a:p>
                      <a:r>
                        <a:rPr lang="en-US" sz="1400" noProof="0"/>
                        <a:t>PII Scan</a:t>
                      </a:r>
                    </a:p>
                  </a:txBody>
                  <a:tcPr/>
                </a:tc>
                <a:tc>
                  <a:txBody>
                    <a:bodyPr/>
                    <a:lstStyle/>
                    <a:p>
                      <a:r>
                        <a:rPr lang="en-US" sz="1400" noProof="0"/>
                        <a:t>0</a:t>
                      </a:r>
                    </a:p>
                  </a:txBody>
                  <a:tcPr/>
                </a:tc>
                <a:tc>
                  <a:txBody>
                    <a:bodyPr/>
                    <a:lstStyle/>
                    <a:p>
                      <a:r>
                        <a:rPr lang="en-US" sz="1400" noProof="0"/>
                        <a:t>0</a:t>
                      </a:r>
                    </a:p>
                  </a:txBody>
                  <a:tcPr/>
                </a:tc>
                <a:tc>
                  <a:txBody>
                    <a:bodyPr/>
                    <a:lstStyle/>
                    <a:p>
                      <a:r>
                        <a:rPr lang="en-US" sz="1400" noProof="0"/>
                        <a:t>1 – 0.85</a:t>
                      </a:r>
                    </a:p>
                  </a:txBody>
                  <a:tcPr/>
                </a:tc>
                <a:tc>
                  <a:txBody>
                    <a:bodyPr/>
                    <a:lstStyle/>
                    <a:p>
                      <a:r>
                        <a:rPr lang="en-US" sz="1400" noProof="0"/>
                        <a:t>1 – 0.01</a:t>
                      </a:r>
                    </a:p>
                  </a:txBody>
                  <a:tcPr/>
                </a:tc>
                <a:tc>
                  <a:txBody>
                    <a:bodyPr/>
                    <a:lstStyle/>
                    <a:p>
                      <a:r>
                        <a:rPr lang="en-US" sz="1400" noProof="0"/>
                        <a:t>1 – 0.30</a:t>
                      </a:r>
                    </a:p>
                  </a:txBody>
                  <a:tcPr/>
                </a:tc>
                <a:tc>
                  <a:txBody>
                    <a:bodyPr/>
                    <a:lstStyle/>
                    <a:p>
                      <a:r>
                        <a:rPr lang="en-US" sz="1400" noProof="0"/>
                        <a:t>0</a:t>
                      </a:r>
                    </a:p>
                  </a:txBody>
                  <a:tcPr/>
                </a:tc>
                <a:tc>
                  <a:txBody>
                    <a:bodyPr/>
                    <a:lstStyle/>
                    <a:p>
                      <a:r>
                        <a:rPr lang="en-US" sz="1400" noProof="0"/>
                        <a:t>0</a:t>
                      </a:r>
                    </a:p>
                  </a:txBody>
                  <a:tcPr/>
                </a:tc>
                <a:tc>
                  <a:txBody>
                    <a:bodyPr/>
                    <a:lstStyle/>
                    <a:p>
                      <a:r>
                        <a:rPr lang="en-US" sz="1400" noProof="0"/>
                        <a:t>0 </a:t>
                      </a:r>
                    </a:p>
                  </a:txBody>
                  <a:tcPr/>
                </a:tc>
                <a:tc>
                  <a:txBody>
                    <a:bodyPr/>
                    <a:lstStyle/>
                    <a:p>
                      <a:pPr lvl="0">
                        <a:buNone/>
                      </a:pPr>
                      <a:r>
                        <a:rPr lang="en-US" sz="1400" noProof="0"/>
                        <a:t>1 – 0.85</a:t>
                      </a:r>
                    </a:p>
                  </a:txBody>
                  <a:tcPr/>
                </a:tc>
                <a:extLst>
                  <a:ext uri="{0D108BD9-81ED-4DB2-BD59-A6C34878D82A}">
                    <a16:rowId xmlns:a16="http://schemas.microsoft.com/office/drawing/2014/main" val="88954115"/>
                  </a:ext>
                </a:extLst>
              </a:tr>
              <a:tr h="909502">
                <a:tc>
                  <a:txBody>
                    <a:bodyPr/>
                    <a:lstStyle/>
                    <a:p>
                      <a:r>
                        <a:rPr lang="en-US" sz="1400" noProof="0"/>
                        <a:t>LLM</a:t>
                      </a:r>
                    </a:p>
                  </a:txBody>
                  <a:tcPr/>
                </a:tc>
                <a:tc>
                  <a:txBody>
                    <a:bodyPr/>
                    <a:lstStyle/>
                    <a:p>
                      <a:r>
                        <a:rPr lang="en-US" sz="1400" noProof="0"/>
                        <a:t>0 – 0.20</a:t>
                      </a:r>
                    </a:p>
                  </a:txBody>
                  <a:tcPr/>
                </a:tc>
                <a:tc>
                  <a:txBody>
                    <a:bodyPr/>
                    <a:lstStyle/>
                    <a:p>
                      <a:r>
                        <a:rPr lang="en-US" sz="1400" noProof="0"/>
                        <a:t>1 – 0.80</a:t>
                      </a:r>
                    </a:p>
                  </a:txBody>
                  <a:tcPr/>
                </a:tc>
                <a:tc>
                  <a:txBody>
                    <a:bodyPr/>
                    <a:lstStyle/>
                    <a:p>
                      <a:r>
                        <a:rPr lang="en-US" sz="1400" noProof="0"/>
                        <a:t>1 – 0.70</a:t>
                      </a:r>
                    </a:p>
                  </a:txBody>
                  <a:tcPr/>
                </a:tc>
                <a:tc>
                  <a:txBody>
                    <a:bodyPr/>
                    <a:lstStyle/>
                    <a:p>
                      <a:r>
                        <a:rPr lang="en-US" sz="1400" noProof="0"/>
                        <a:t>1 – 0.90</a:t>
                      </a:r>
                    </a:p>
                  </a:txBody>
                  <a:tcPr/>
                </a:tc>
                <a:tc>
                  <a:txBody>
                    <a:bodyPr/>
                    <a:lstStyle/>
                    <a:p>
                      <a:r>
                        <a:rPr lang="en-US" sz="1400" noProof="0"/>
                        <a:t>0 - 0.25</a:t>
                      </a:r>
                    </a:p>
                  </a:txBody>
                  <a:tcPr/>
                </a:tc>
                <a:tc>
                  <a:txBody>
                    <a:bodyPr/>
                    <a:lstStyle/>
                    <a:p>
                      <a:r>
                        <a:rPr lang="en-US" sz="1400" noProof="0"/>
                        <a:t>0 - 0.25</a:t>
                      </a:r>
                    </a:p>
                  </a:txBody>
                  <a:tcPr/>
                </a:tc>
                <a:tc>
                  <a:txBody>
                    <a:bodyPr/>
                    <a:lstStyle/>
                    <a:p>
                      <a:r>
                        <a:rPr lang="en-US" sz="1400" noProof="0"/>
                        <a:t>0 – 0.20</a:t>
                      </a:r>
                    </a:p>
                  </a:txBody>
                  <a:tcPr/>
                </a:tc>
                <a:tc>
                  <a:txBody>
                    <a:bodyPr/>
                    <a:lstStyle/>
                    <a:p>
                      <a:r>
                        <a:rPr lang="en-US" sz="1400" noProof="0"/>
                        <a:t>1 – 1.00</a:t>
                      </a:r>
                    </a:p>
                  </a:txBody>
                  <a:tcPr/>
                </a:tc>
                <a:tc>
                  <a:txBody>
                    <a:bodyPr/>
                    <a:lstStyle/>
                    <a:p>
                      <a:pPr lvl="0">
                        <a:buNone/>
                      </a:pPr>
                      <a:r>
                        <a:rPr lang="en-US" sz="1400" noProof="0"/>
                        <a:t>1 – 0.10</a:t>
                      </a:r>
                    </a:p>
                  </a:txBody>
                  <a:tcPr/>
                </a:tc>
                <a:extLst>
                  <a:ext uri="{0D108BD9-81ED-4DB2-BD59-A6C34878D82A}">
                    <a16:rowId xmlns:a16="http://schemas.microsoft.com/office/drawing/2014/main" val="165200827"/>
                  </a:ext>
                </a:extLst>
              </a:tr>
            </a:tbl>
          </a:graphicData>
        </a:graphic>
      </p:graphicFrame>
      <p:sp>
        <p:nvSpPr>
          <p:cNvPr id="6" name="Textfeld 5">
            <a:extLst>
              <a:ext uri="{FF2B5EF4-FFF2-40B4-BE49-F238E27FC236}">
                <a16:creationId xmlns:a16="http://schemas.microsoft.com/office/drawing/2014/main" id="{34EE16CA-829F-4E46-912F-C3EB23FF5077}"/>
              </a:ext>
            </a:extLst>
          </p:cNvPr>
          <p:cNvSpPr txBox="1"/>
          <p:nvPr/>
        </p:nvSpPr>
        <p:spPr>
          <a:xfrm>
            <a:off x="283556" y="4997103"/>
            <a:ext cx="1821011" cy="830997"/>
          </a:xfrm>
          <a:prstGeom prst="rect">
            <a:avLst/>
          </a:prstGeom>
          <a:noFill/>
        </p:spPr>
        <p:txBody>
          <a:bodyPr rot="0" spcFirstLastPara="0" vertOverflow="overflow" horzOverflow="overflow" vert="horz" wrap="none" lIns="0" tIns="0" rIns="0" bIns="0" numCol="1" spcCol="0" rtlCol="0" fromWordArt="0" anchor="t" anchorCtr="0" forceAA="0" compatLnSpc="1">
            <a:prstTxWarp prst="textNoShape">
              <a:avLst/>
            </a:prstTxWarp>
            <a:spAutoFit/>
          </a:bodyPr>
          <a:lstStyle/>
          <a:p>
            <a:r>
              <a:rPr lang="en-US">
                <a:latin typeface="Arial"/>
                <a:cs typeface="Arial"/>
              </a:rPr>
              <a:t>0 – not necessary</a:t>
            </a:r>
          </a:p>
          <a:p>
            <a:r>
              <a:rPr lang="en-US">
                <a:latin typeface="Arial"/>
                <a:cs typeface="Arial"/>
              </a:rPr>
              <a:t>1 – must</a:t>
            </a:r>
            <a:endParaRPr lang="en-US">
              <a:cs typeface="Arial"/>
            </a:endParaRPr>
          </a:p>
          <a:p>
            <a:r>
              <a:rPr lang="en-US">
                <a:latin typeface="Arial"/>
                <a:cs typeface="Arial"/>
              </a:rPr>
              <a:t>Confidence score</a:t>
            </a:r>
            <a:endParaRPr lang="en-US">
              <a:cs typeface="Arial"/>
            </a:endParaRPr>
          </a:p>
        </p:txBody>
      </p:sp>
      <p:sp>
        <p:nvSpPr>
          <p:cNvPr id="5" name="Textfeld 7">
            <a:extLst>
              <a:ext uri="{FF2B5EF4-FFF2-40B4-BE49-F238E27FC236}">
                <a16:creationId xmlns:a16="http://schemas.microsoft.com/office/drawing/2014/main" id="{C6F52B2A-D8B8-3CE4-7327-D8B65FF94905}"/>
              </a:ext>
            </a:extLst>
          </p:cNvPr>
          <p:cNvSpPr txBox="1"/>
          <p:nvPr/>
        </p:nvSpPr>
        <p:spPr>
          <a:xfrm>
            <a:off x="448126" y="6330276"/>
            <a:ext cx="3217291" cy="461665"/>
          </a:xfrm>
          <a:prstGeom prst="rect">
            <a:avLst/>
          </a:prstGeom>
          <a:solidFill>
            <a:schemeClr val="bg1"/>
          </a:solidFill>
        </p:spPr>
        <p:txBody>
          <a:bodyPr rot="0" spcFirstLastPara="0" vert="horz" wrap="square" lIns="0" tIns="0" rIns="0" bIns="0" numCol="1" spcCol="0" rtlCol="0" fromWordArt="0" anchor="t" anchorCtr="0" forceAA="0" compatLnSpc="1">
            <a:prstTxWarp prst="textNoShape">
              <a:avLst/>
            </a:prstTxWarp>
            <a:spAutoFit/>
          </a:bodyPr>
          <a:lstStyle>
            <a:defPPr>
              <a:defRPr lang="de-DE"/>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a:lstStyle>
          <a:p>
            <a:endParaRPr lang="en-US" sz="1000">
              <a:latin typeface="Arial"/>
              <a:cs typeface="Arial"/>
            </a:endParaRPr>
          </a:p>
          <a:p>
            <a:endParaRPr lang="en-US" sz="1000">
              <a:latin typeface="Arial"/>
              <a:cs typeface="Arial"/>
            </a:endParaRPr>
          </a:p>
          <a:p>
            <a:r>
              <a:rPr lang="en-US" sz="1000">
                <a:latin typeface="Arial"/>
                <a:cs typeface="Arial"/>
              </a:rPr>
              <a:t>| Haochen Zhang | 11.05.2026</a:t>
            </a:r>
            <a:endParaRPr lang="en-US" sz="1000">
              <a:cs typeface="Arial"/>
            </a:endParaRPr>
          </a:p>
        </p:txBody>
      </p:sp>
      <p:sp>
        <p:nvSpPr>
          <p:cNvPr id="3" name="Textfeld 2">
            <a:extLst>
              <a:ext uri="{FF2B5EF4-FFF2-40B4-BE49-F238E27FC236}">
                <a16:creationId xmlns:a16="http://schemas.microsoft.com/office/drawing/2014/main" id="{4E09F8A1-A259-0867-B2BA-4AEFB477BD4B}"/>
              </a:ext>
            </a:extLst>
          </p:cNvPr>
          <p:cNvSpPr txBox="1"/>
          <p:nvPr/>
        </p:nvSpPr>
        <p:spPr>
          <a:xfrm>
            <a:off x="3366655" y="4966854"/>
            <a:ext cx="1448089" cy="215444"/>
          </a:xfrm>
          <a:prstGeom prst="rect">
            <a:avLst/>
          </a:prstGeom>
          <a:noFill/>
        </p:spPr>
        <p:txBody>
          <a:bodyPr rot="0" spcFirstLastPara="0" vertOverflow="overflow" horzOverflow="overflow" vert="horz" wrap="none" lIns="0" tIns="0" rIns="0" bIns="0" numCol="1" spcCol="0" rtlCol="0" fromWordArt="0" anchor="t" anchorCtr="0" forceAA="0" compatLnSpc="1">
            <a:prstTxWarp prst="textNoShape">
              <a:avLst/>
            </a:prstTxWarp>
            <a:spAutoFit/>
          </a:bodyPr>
          <a:lstStyle/>
          <a:p>
            <a:r>
              <a:rPr lang="en-US" sz="1400">
                <a:latin typeface="Arial"/>
                <a:cs typeface="Arial"/>
              </a:rPr>
              <a:t>City, country, GPS</a:t>
            </a:r>
            <a:endParaRPr lang="en-US" sz="1400">
              <a:cs typeface="Arial"/>
            </a:endParaRPr>
          </a:p>
        </p:txBody>
      </p:sp>
    </p:spTree>
    <p:extLst>
      <p:ext uri="{BB962C8B-B14F-4D97-AF65-F5344CB8AC3E}">
        <p14:creationId xmlns:p14="http://schemas.microsoft.com/office/powerpoint/2010/main" val="245137190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519F31-A840-EBB4-3057-2C8C87F32365}"/>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E127FCB3-3490-3661-A1A9-0713730F796E}"/>
              </a:ext>
            </a:extLst>
          </p:cNvPr>
          <p:cNvSpPr>
            <a:spLocks noGrp="1"/>
          </p:cNvSpPr>
          <p:nvPr>
            <p:ph type="title"/>
          </p:nvPr>
        </p:nvSpPr>
        <p:spPr/>
        <p:txBody>
          <a:bodyPr/>
          <a:lstStyle/>
          <a:p>
            <a:r>
              <a:rPr lang="en-US" err="1">
                <a:latin typeface="Arial"/>
                <a:cs typeface="Arial"/>
              </a:rPr>
              <a:t>Sampledata</a:t>
            </a:r>
            <a:endParaRPr lang="en-US" err="1"/>
          </a:p>
        </p:txBody>
      </p:sp>
      <p:graphicFrame>
        <p:nvGraphicFramePr>
          <p:cNvPr id="4" name="Tabelle 3">
            <a:extLst>
              <a:ext uri="{FF2B5EF4-FFF2-40B4-BE49-F238E27FC236}">
                <a16:creationId xmlns:a16="http://schemas.microsoft.com/office/drawing/2014/main" id="{AFF86FE0-9E41-1C32-F27B-2C49ACC4870F}"/>
              </a:ext>
            </a:extLst>
          </p:cNvPr>
          <p:cNvGraphicFramePr>
            <a:graphicFrameLocks noGrp="1"/>
          </p:cNvGraphicFramePr>
          <p:nvPr>
            <p:extLst>
              <p:ext uri="{D42A27DB-BD31-4B8C-83A1-F6EECF244321}">
                <p14:modId xmlns:p14="http://schemas.microsoft.com/office/powerpoint/2010/main" val="1172669521"/>
              </p:ext>
            </p:extLst>
          </p:nvPr>
        </p:nvGraphicFramePr>
        <p:xfrm>
          <a:off x="284480" y="1006856"/>
          <a:ext cx="8593785" cy="3638008"/>
        </p:xfrm>
        <a:graphic>
          <a:graphicData uri="http://schemas.openxmlformats.org/drawingml/2006/table">
            <a:tbl>
              <a:tblPr firstRow="1" bandRow="1">
                <a:tableStyleId>{5C22544A-7EE6-4342-B048-85BDC9FD1C3A}</a:tableStyleId>
              </a:tblPr>
              <a:tblGrid>
                <a:gridCol w="954865">
                  <a:extLst>
                    <a:ext uri="{9D8B030D-6E8A-4147-A177-3AD203B41FA5}">
                      <a16:colId xmlns:a16="http://schemas.microsoft.com/office/drawing/2014/main" val="626003958"/>
                    </a:ext>
                  </a:extLst>
                </a:gridCol>
                <a:gridCol w="954865">
                  <a:extLst>
                    <a:ext uri="{9D8B030D-6E8A-4147-A177-3AD203B41FA5}">
                      <a16:colId xmlns:a16="http://schemas.microsoft.com/office/drawing/2014/main" val="3533797695"/>
                    </a:ext>
                  </a:extLst>
                </a:gridCol>
                <a:gridCol w="954865">
                  <a:extLst>
                    <a:ext uri="{9D8B030D-6E8A-4147-A177-3AD203B41FA5}">
                      <a16:colId xmlns:a16="http://schemas.microsoft.com/office/drawing/2014/main" val="1723621392"/>
                    </a:ext>
                  </a:extLst>
                </a:gridCol>
                <a:gridCol w="954865">
                  <a:extLst>
                    <a:ext uri="{9D8B030D-6E8A-4147-A177-3AD203B41FA5}">
                      <a16:colId xmlns:a16="http://schemas.microsoft.com/office/drawing/2014/main" val="3684016445"/>
                    </a:ext>
                  </a:extLst>
                </a:gridCol>
                <a:gridCol w="954865">
                  <a:extLst>
                    <a:ext uri="{9D8B030D-6E8A-4147-A177-3AD203B41FA5}">
                      <a16:colId xmlns:a16="http://schemas.microsoft.com/office/drawing/2014/main" val="3120114581"/>
                    </a:ext>
                  </a:extLst>
                </a:gridCol>
                <a:gridCol w="954865">
                  <a:extLst>
                    <a:ext uri="{9D8B030D-6E8A-4147-A177-3AD203B41FA5}">
                      <a16:colId xmlns:a16="http://schemas.microsoft.com/office/drawing/2014/main" val="1066362318"/>
                    </a:ext>
                  </a:extLst>
                </a:gridCol>
                <a:gridCol w="954865">
                  <a:extLst>
                    <a:ext uri="{9D8B030D-6E8A-4147-A177-3AD203B41FA5}">
                      <a16:colId xmlns:a16="http://schemas.microsoft.com/office/drawing/2014/main" val="1613802814"/>
                    </a:ext>
                  </a:extLst>
                </a:gridCol>
                <a:gridCol w="954865">
                  <a:extLst>
                    <a:ext uri="{9D8B030D-6E8A-4147-A177-3AD203B41FA5}">
                      <a16:colId xmlns:a16="http://schemas.microsoft.com/office/drawing/2014/main" val="3235018036"/>
                    </a:ext>
                  </a:extLst>
                </a:gridCol>
                <a:gridCol w="954865">
                  <a:extLst>
                    <a:ext uri="{9D8B030D-6E8A-4147-A177-3AD203B41FA5}">
                      <a16:colId xmlns:a16="http://schemas.microsoft.com/office/drawing/2014/main" val="18120407"/>
                    </a:ext>
                  </a:extLst>
                </a:gridCol>
              </a:tblGrid>
              <a:tr h="909502">
                <a:tc>
                  <a:txBody>
                    <a:bodyPr/>
                    <a:lstStyle/>
                    <a:p>
                      <a:endParaRPr lang="en-US" sz="1400" noProof="0"/>
                    </a:p>
                  </a:txBody>
                  <a:tcPr/>
                </a:tc>
                <a:tc>
                  <a:txBody>
                    <a:bodyPr/>
                    <a:lstStyle/>
                    <a:p>
                      <a:pPr marL="0" lvl="0" indent="0" algn="l">
                        <a:lnSpc>
                          <a:spcPct val="100000"/>
                        </a:lnSpc>
                        <a:buNone/>
                      </a:pPr>
                      <a:r>
                        <a:rPr lang="en-US" sz="1400" b="1" i="0" u="none" strike="noStrike" baseline="0" noProof="0">
                          <a:solidFill>
                            <a:srgbClr val="FFFFFF"/>
                          </a:solidFill>
                          <a:latin typeface="Arial"/>
                          <a:cs typeface="Arial"/>
                        </a:rPr>
                        <a:t>Date</a:t>
                      </a:r>
                    </a:p>
                    <a:p>
                      <a:pPr lvl="0">
                        <a:buNone/>
                      </a:pPr>
                      <a:endParaRPr lang="en-US" sz="1400" noProof="0"/>
                    </a:p>
                  </a:txBody>
                  <a:tcPr/>
                </a:tc>
                <a:tc>
                  <a:txBody>
                    <a:bodyPr/>
                    <a:lstStyle/>
                    <a:p>
                      <a:pPr lvl="0">
                        <a:buNone/>
                      </a:pPr>
                      <a:r>
                        <a:rPr lang="en-US" sz="1400" b="1" i="0" u="none" strike="noStrike" noProof="0">
                          <a:solidFill>
                            <a:srgbClr val="FFFFFF"/>
                          </a:solidFill>
                          <a:latin typeface="Arial"/>
                          <a:cs typeface="Arial"/>
                        </a:rPr>
                        <a:t>Timestamp</a:t>
                      </a:r>
                    </a:p>
                  </a:txBody>
                  <a:tcPr/>
                </a:tc>
                <a:tc>
                  <a:txBody>
                    <a:bodyPr/>
                    <a:lstStyle/>
                    <a:p>
                      <a:pPr lvl="0" algn="l">
                        <a:lnSpc>
                          <a:spcPct val="100000"/>
                        </a:lnSpc>
                        <a:spcBef>
                          <a:spcPts val="0"/>
                        </a:spcBef>
                        <a:spcAft>
                          <a:spcPts val="0"/>
                        </a:spcAft>
                        <a:buNone/>
                      </a:pPr>
                      <a:r>
                        <a:rPr lang="en-US" sz="1400" b="1" i="0" u="none" strike="noStrike" noProof="0">
                          <a:solidFill>
                            <a:srgbClr val="FFFFFF"/>
                          </a:solidFill>
                          <a:latin typeface="Arial"/>
                          <a:cs typeface="Arial"/>
                        </a:rPr>
                        <a:t>Location</a:t>
                      </a:r>
                    </a:p>
                    <a:p>
                      <a:pPr lvl="0">
                        <a:buNone/>
                      </a:pPr>
                      <a:endParaRPr lang="en-US" sz="1400" noProof="0"/>
                    </a:p>
                  </a:txBody>
                  <a:tcPr/>
                </a:tc>
                <a:tc>
                  <a:txBody>
                    <a:bodyPr/>
                    <a:lstStyle/>
                    <a:p>
                      <a:pPr lvl="0">
                        <a:buNone/>
                      </a:pPr>
                      <a:r>
                        <a:rPr lang="en-US" sz="1400" b="1" i="0" u="none" strike="noStrike" noProof="0">
                          <a:solidFill>
                            <a:srgbClr val="FFFFFF"/>
                          </a:solidFill>
                          <a:latin typeface="Arial"/>
                          <a:cs typeface="Arial"/>
                        </a:rPr>
                        <a:t>Energy Source</a:t>
                      </a:r>
                    </a:p>
                  </a:txBody>
                  <a:tcPr/>
                </a:tc>
                <a:tc>
                  <a:txBody>
                    <a:bodyPr/>
                    <a:lstStyle/>
                    <a:p>
                      <a:pPr lvl="0" algn="l">
                        <a:lnSpc>
                          <a:spcPct val="100000"/>
                        </a:lnSpc>
                        <a:spcBef>
                          <a:spcPts val="0"/>
                        </a:spcBef>
                        <a:spcAft>
                          <a:spcPts val="0"/>
                        </a:spcAft>
                        <a:buNone/>
                      </a:pPr>
                      <a:r>
                        <a:rPr lang="en-US" sz="1400" b="1" i="0" u="none" strike="noStrike" noProof="0">
                          <a:solidFill>
                            <a:srgbClr val="FFFFFF"/>
                          </a:solidFill>
                          <a:latin typeface="Arial"/>
                          <a:cs typeface="Arial"/>
                        </a:rPr>
                        <a:t>Measure</a:t>
                      </a:r>
                    </a:p>
                  </a:txBody>
                  <a:tcPr/>
                </a:tc>
                <a:tc>
                  <a:txBody>
                    <a:bodyPr/>
                    <a:lstStyle/>
                    <a:p>
                      <a:pPr lvl="0" algn="l">
                        <a:lnSpc>
                          <a:spcPct val="100000"/>
                        </a:lnSpc>
                        <a:spcBef>
                          <a:spcPts val="0"/>
                        </a:spcBef>
                        <a:spcAft>
                          <a:spcPts val="0"/>
                        </a:spcAft>
                        <a:buNone/>
                      </a:pPr>
                      <a:r>
                        <a:rPr lang="en-US" sz="1400" b="1" i="0" u="none" strike="noStrike" noProof="0">
                          <a:solidFill>
                            <a:srgbClr val="FFFFFF"/>
                          </a:solidFill>
                          <a:latin typeface="Arial"/>
                          <a:cs typeface="Arial"/>
                        </a:rPr>
                        <a:t>Unit of Measure</a:t>
                      </a:r>
                    </a:p>
                  </a:txBody>
                  <a:tcPr/>
                </a:tc>
                <a:tc>
                  <a:txBody>
                    <a:bodyPr/>
                    <a:lstStyle/>
                    <a:p>
                      <a:pPr lvl="0" algn="l">
                        <a:lnSpc>
                          <a:spcPct val="100000"/>
                        </a:lnSpc>
                        <a:spcBef>
                          <a:spcPts val="0"/>
                        </a:spcBef>
                        <a:spcAft>
                          <a:spcPts val="0"/>
                        </a:spcAft>
                        <a:buNone/>
                      </a:pPr>
                      <a:r>
                        <a:rPr lang="en-US" sz="1400" b="1" i="0" u="none" strike="noStrike" noProof="0">
                          <a:solidFill>
                            <a:srgbClr val="FFFFFF"/>
                          </a:solidFill>
                          <a:latin typeface="Arial"/>
                          <a:cs typeface="Arial"/>
                        </a:rPr>
                        <a:t>Interval</a:t>
                      </a:r>
                    </a:p>
                    <a:p>
                      <a:pPr lvl="0">
                        <a:buNone/>
                      </a:pPr>
                      <a:endParaRPr lang="en-US" sz="1400" noProof="0"/>
                    </a:p>
                  </a:txBody>
                  <a:tcPr/>
                </a:tc>
                <a:tc>
                  <a:txBody>
                    <a:bodyPr/>
                    <a:lstStyle/>
                    <a:p>
                      <a:pPr lvl="0" algn="l">
                        <a:lnSpc>
                          <a:spcPct val="100000"/>
                        </a:lnSpc>
                        <a:spcBef>
                          <a:spcPts val="0"/>
                        </a:spcBef>
                        <a:spcAft>
                          <a:spcPts val="0"/>
                        </a:spcAft>
                        <a:buNone/>
                      </a:pPr>
                      <a:r>
                        <a:rPr lang="en-US" sz="1400" b="1" i="0" u="none" strike="noStrike" noProof="0">
                          <a:solidFill>
                            <a:srgbClr val="FFFFFF"/>
                          </a:solidFill>
                          <a:latin typeface="Arial"/>
                          <a:cs typeface="Arial"/>
                        </a:rPr>
                        <a:t>Value</a:t>
                      </a:r>
                    </a:p>
                  </a:txBody>
                  <a:tcPr/>
                </a:tc>
                <a:extLst>
                  <a:ext uri="{0D108BD9-81ED-4DB2-BD59-A6C34878D82A}">
                    <a16:rowId xmlns:a16="http://schemas.microsoft.com/office/drawing/2014/main" val="3879814623"/>
                  </a:ext>
                </a:extLst>
              </a:tr>
              <a:tr h="909502">
                <a:tc>
                  <a:txBody>
                    <a:bodyPr/>
                    <a:lstStyle/>
                    <a:p>
                      <a:r>
                        <a:rPr lang="en-US" sz="1400" noProof="0"/>
                        <a:t>Me</a:t>
                      </a:r>
                    </a:p>
                  </a:txBody>
                  <a:tcPr/>
                </a:tc>
                <a:tc>
                  <a:txBody>
                    <a:bodyPr/>
                    <a:lstStyle/>
                    <a:p>
                      <a:r>
                        <a:rPr lang="en-US" sz="1400" noProof="0"/>
                        <a:t>1</a:t>
                      </a:r>
                    </a:p>
                  </a:txBody>
                  <a:tcPr/>
                </a:tc>
                <a:tc>
                  <a:txBody>
                    <a:bodyPr/>
                    <a:lstStyle/>
                    <a:p>
                      <a:r>
                        <a:rPr lang="en-US" sz="1400" noProof="0"/>
                        <a:t>1</a:t>
                      </a:r>
                    </a:p>
                  </a:txBody>
                  <a:tcPr/>
                </a:tc>
                <a:tc>
                  <a:txBody>
                    <a:bodyPr/>
                    <a:lstStyle/>
                    <a:p>
                      <a:r>
                        <a:rPr lang="en-US" sz="1400" noProof="0"/>
                        <a:t>1</a:t>
                      </a:r>
                    </a:p>
                  </a:txBody>
                  <a:tcPr/>
                </a:tc>
                <a:tc>
                  <a:txBody>
                    <a:bodyPr/>
                    <a:lstStyle/>
                    <a:p>
                      <a:r>
                        <a:rPr lang="en-US" sz="1400" noProof="0"/>
                        <a:t>1</a:t>
                      </a:r>
                    </a:p>
                  </a:txBody>
                  <a:tcPr/>
                </a:tc>
                <a:tc>
                  <a:txBody>
                    <a:bodyPr/>
                    <a:lstStyle/>
                    <a:p>
                      <a:r>
                        <a:rPr lang="en-US" sz="1400" noProof="0"/>
                        <a:t>0</a:t>
                      </a:r>
                    </a:p>
                  </a:txBody>
                  <a:tcPr/>
                </a:tc>
                <a:tc>
                  <a:txBody>
                    <a:bodyPr/>
                    <a:lstStyle/>
                    <a:p>
                      <a:r>
                        <a:rPr lang="en-US" sz="1400" noProof="0"/>
                        <a:t>0</a:t>
                      </a:r>
                    </a:p>
                  </a:txBody>
                  <a:tcPr/>
                </a:tc>
                <a:tc>
                  <a:txBody>
                    <a:bodyPr/>
                    <a:lstStyle/>
                    <a:p>
                      <a:r>
                        <a:rPr lang="en-US" sz="1400" noProof="0"/>
                        <a:t>0</a:t>
                      </a:r>
                    </a:p>
                  </a:txBody>
                  <a:tcPr/>
                </a:tc>
                <a:tc>
                  <a:txBody>
                    <a:bodyPr/>
                    <a:lstStyle/>
                    <a:p>
                      <a:r>
                        <a:rPr lang="en-US" sz="1400" noProof="0"/>
                        <a:t>0</a:t>
                      </a:r>
                    </a:p>
                  </a:txBody>
                  <a:tcPr/>
                </a:tc>
                <a:extLst>
                  <a:ext uri="{0D108BD9-81ED-4DB2-BD59-A6C34878D82A}">
                    <a16:rowId xmlns:a16="http://schemas.microsoft.com/office/drawing/2014/main" val="3256142858"/>
                  </a:ext>
                </a:extLst>
              </a:tr>
              <a:tr h="909502">
                <a:tc>
                  <a:txBody>
                    <a:bodyPr/>
                    <a:lstStyle/>
                    <a:p>
                      <a:r>
                        <a:rPr lang="en-US" sz="1400" noProof="0"/>
                        <a:t>PII Scan</a:t>
                      </a:r>
                    </a:p>
                  </a:txBody>
                  <a:tcPr/>
                </a:tc>
                <a:tc>
                  <a:txBody>
                    <a:bodyPr/>
                    <a:lstStyle/>
                    <a:p>
                      <a:r>
                        <a:rPr lang="en-US" sz="1400" noProof="0"/>
                        <a:t>1 – 0.60, 0.85</a:t>
                      </a:r>
                    </a:p>
                  </a:txBody>
                  <a:tcPr/>
                </a:tc>
                <a:tc>
                  <a:txBody>
                    <a:bodyPr/>
                    <a:lstStyle/>
                    <a:p>
                      <a:r>
                        <a:rPr lang="en-US" sz="1400" noProof="0"/>
                        <a:t>1</a:t>
                      </a:r>
                    </a:p>
                  </a:txBody>
                  <a:tcPr/>
                </a:tc>
                <a:tc>
                  <a:txBody>
                    <a:bodyPr/>
                    <a:lstStyle/>
                    <a:p>
                      <a:r>
                        <a:rPr lang="en-US" sz="1400" noProof="0"/>
                        <a:t>0</a:t>
                      </a:r>
                    </a:p>
                  </a:txBody>
                  <a:tcPr/>
                </a:tc>
                <a:tc>
                  <a:txBody>
                    <a:bodyPr/>
                    <a:lstStyle/>
                    <a:p>
                      <a:r>
                        <a:rPr lang="en-US" sz="1400" noProof="0"/>
                        <a:t>0</a:t>
                      </a:r>
                    </a:p>
                  </a:txBody>
                  <a:tcPr/>
                </a:tc>
                <a:tc>
                  <a:txBody>
                    <a:bodyPr/>
                    <a:lstStyle/>
                    <a:p>
                      <a:r>
                        <a:rPr lang="en-US" sz="1400" noProof="0"/>
                        <a:t>0</a:t>
                      </a:r>
                    </a:p>
                  </a:txBody>
                  <a:tcPr/>
                </a:tc>
                <a:tc>
                  <a:txBody>
                    <a:bodyPr/>
                    <a:lstStyle/>
                    <a:p>
                      <a:r>
                        <a:rPr lang="en-US" sz="1400" noProof="0"/>
                        <a:t>1 – 0.30</a:t>
                      </a:r>
                    </a:p>
                  </a:txBody>
                  <a:tcPr/>
                </a:tc>
                <a:tc>
                  <a:txBody>
                    <a:bodyPr/>
                    <a:lstStyle/>
                    <a:p>
                      <a:r>
                        <a:rPr lang="en-US" sz="1400" noProof="0"/>
                        <a:t>0</a:t>
                      </a:r>
                    </a:p>
                  </a:txBody>
                  <a:tcPr/>
                </a:tc>
                <a:tc>
                  <a:txBody>
                    <a:bodyPr/>
                    <a:lstStyle/>
                    <a:p>
                      <a:r>
                        <a:rPr lang="en-US" sz="1400" noProof="0"/>
                        <a:t>1 – 0,40</a:t>
                      </a:r>
                    </a:p>
                  </a:txBody>
                  <a:tcPr/>
                </a:tc>
                <a:extLst>
                  <a:ext uri="{0D108BD9-81ED-4DB2-BD59-A6C34878D82A}">
                    <a16:rowId xmlns:a16="http://schemas.microsoft.com/office/drawing/2014/main" val="88954115"/>
                  </a:ext>
                </a:extLst>
              </a:tr>
              <a:tr h="909502">
                <a:tc>
                  <a:txBody>
                    <a:bodyPr/>
                    <a:lstStyle/>
                    <a:p>
                      <a:r>
                        <a:rPr lang="en-US" sz="1400" noProof="0"/>
                        <a:t>LLM</a:t>
                      </a:r>
                    </a:p>
                  </a:txBody>
                  <a:tcPr/>
                </a:tc>
                <a:tc>
                  <a:txBody>
                    <a:bodyPr/>
                    <a:lstStyle/>
                    <a:p>
                      <a:r>
                        <a:rPr lang="en-US" sz="1400" noProof="0"/>
                        <a:t>1 – 0.93</a:t>
                      </a:r>
                    </a:p>
                  </a:txBody>
                  <a:tcPr/>
                </a:tc>
                <a:tc>
                  <a:txBody>
                    <a:bodyPr/>
                    <a:lstStyle/>
                    <a:p>
                      <a:r>
                        <a:rPr lang="en-US" sz="1400" noProof="0"/>
                        <a:t>1 – 0.95</a:t>
                      </a:r>
                    </a:p>
                  </a:txBody>
                  <a:tcPr/>
                </a:tc>
                <a:tc>
                  <a:txBody>
                    <a:bodyPr/>
                    <a:lstStyle/>
                    <a:p>
                      <a:r>
                        <a:rPr lang="en-US" sz="1400" noProof="0"/>
                        <a:t>1 – 0.92</a:t>
                      </a:r>
                    </a:p>
                  </a:txBody>
                  <a:tcPr/>
                </a:tc>
                <a:tc>
                  <a:txBody>
                    <a:bodyPr/>
                    <a:lstStyle/>
                    <a:p>
                      <a:r>
                        <a:rPr lang="en-US" sz="1400" noProof="0"/>
                        <a:t>1 – 0.70</a:t>
                      </a:r>
                    </a:p>
                  </a:txBody>
                  <a:tcPr/>
                </a:tc>
                <a:tc>
                  <a:txBody>
                    <a:bodyPr/>
                    <a:lstStyle/>
                    <a:p>
                      <a:r>
                        <a:rPr lang="en-US" sz="1400" noProof="0"/>
                        <a:t>1 – 0.78</a:t>
                      </a:r>
                    </a:p>
                  </a:txBody>
                  <a:tcPr/>
                </a:tc>
                <a:tc>
                  <a:txBody>
                    <a:bodyPr/>
                    <a:lstStyle/>
                    <a:p>
                      <a:r>
                        <a:rPr lang="en-US" sz="1400" noProof="0"/>
                        <a:t>0 – 0.35</a:t>
                      </a:r>
                    </a:p>
                  </a:txBody>
                  <a:tcPr/>
                </a:tc>
                <a:tc>
                  <a:txBody>
                    <a:bodyPr/>
                    <a:lstStyle/>
                    <a:p>
                      <a:r>
                        <a:rPr lang="en-US" sz="1400" noProof="0"/>
                        <a:t>0 – 0.40</a:t>
                      </a:r>
                    </a:p>
                  </a:txBody>
                  <a:tcPr/>
                </a:tc>
                <a:tc>
                  <a:txBody>
                    <a:bodyPr/>
                    <a:lstStyle/>
                    <a:p>
                      <a:r>
                        <a:rPr lang="en-US" sz="1400" noProof="0"/>
                        <a:t>0 – 0.50</a:t>
                      </a:r>
                    </a:p>
                  </a:txBody>
                  <a:tcPr/>
                </a:tc>
                <a:extLst>
                  <a:ext uri="{0D108BD9-81ED-4DB2-BD59-A6C34878D82A}">
                    <a16:rowId xmlns:a16="http://schemas.microsoft.com/office/drawing/2014/main" val="165200827"/>
                  </a:ext>
                </a:extLst>
              </a:tr>
            </a:tbl>
          </a:graphicData>
        </a:graphic>
      </p:graphicFrame>
      <p:sp>
        <p:nvSpPr>
          <p:cNvPr id="6" name="Textfeld 5">
            <a:extLst>
              <a:ext uri="{FF2B5EF4-FFF2-40B4-BE49-F238E27FC236}">
                <a16:creationId xmlns:a16="http://schemas.microsoft.com/office/drawing/2014/main" id="{8617E85E-ED7A-EF6E-C112-A661BA1CBB10}"/>
              </a:ext>
            </a:extLst>
          </p:cNvPr>
          <p:cNvSpPr txBox="1"/>
          <p:nvPr/>
        </p:nvSpPr>
        <p:spPr>
          <a:xfrm>
            <a:off x="283556" y="5017423"/>
            <a:ext cx="1833835" cy="830997"/>
          </a:xfrm>
          <a:prstGeom prst="rect">
            <a:avLst/>
          </a:prstGeom>
          <a:noFill/>
        </p:spPr>
        <p:txBody>
          <a:bodyPr rot="0" spcFirstLastPara="0" vertOverflow="overflow" horzOverflow="overflow" vert="horz" wrap="none" lIns="0" tIns="0" rIns="0" bIns="0" numCol="1" spcCol="0" rtlCol="0" fromWordArt="0" anchor="t" anchorCtr="0" forceAA="0" compatLnSpc="1">
            <a:prstTxWarp prst="textNoShape">
              <a:avLst/>
            </a:prstTxWarp>
            <a:spAutoFit/>
          </a:bodyPr>
          <a:lstStyle/>
          <a:p>
            <a:r>
              <a:rPr lang="en-US">
                <a:latin typeface="Arial"/>
                <a:cs typeface="Arial"/>
              </a:rPr>
              <a:t>0 – not necessary</a:t>
            </a:r>
          </a:p>
          <a:p>
            <a:r>
              <a:rPr lang="en-US">
                <a:latin typeface="Arial"/>
                <a:cs typeface="Arial"/>
              </a:rPr>
              <a:t>1 – must</a:t>
            </a:r>
            <a:endParaRPr lang="en-US">
              <a:cs typeface="Arial"/>
            </a:endParaRPr>
          </a:p>
          <a:p>
            <a:r>
              <a:rPr lang="en-US">
                <a:latin typeface="Arial"/>
                <a:cs typeface="Arial"/>
              </a:rPr>
              <a:t>Confidence score</a:t>
            </a:r>
            <a:endParaRPr lang="en-US">
              <a:cs typeface="Arial"/>
            </a:endParaRPr>
          </a:p>
        </p:txBody>
      </p:sp>
      <p:sp>
        <p:nvSpPr>
          <p:cNvPr id="5" name="Textfeld 7">
            <a:extLst>
              <a:ext uri="{FF2B5EF4-FFF2-40B4-BE49-F238E27FC236}">
                <a16:creationId xmlns:a16="http://schemas.microsoft.com/office/drawing/2014/main" id="{CCF37E63-9379-F470-492C-752C8D682125}"/>
              </a:ext>
            </a:extLst>
          </p:cNvPr>
          <p:cNvSpPr txBox="1"/>
          <p:nvPr/>
        </p:nvSpPr>
        <p:spPr>
          <a:xfrm>
            <a:off x="448126" y="6330276"/>
            <a:ext cx="3217291" cy="461665"/>
          </a:xfrm>
          <a:prstGeom prst="rect">
            <a:avLst/>
          </a:prstGeom>
          <a:solidFill>
            <a:schemeClr val="bg1"/>
          </a:solidFill>
        </p:spPr>
        <p:txBody>
          <a:bodyPr rot="0" spcFirstLastPara="0" vert="horz" wrap="square" lIns="0" tIns="0" rIns="0" bIns="0" numCol="1" spcCol="0" rtlCol="0" fromWordArt="0" anchor="t" anchorCtr="0" forceAA="0" compatLnSpc="1">
            <a:prstTxWarp prst="textNoShape">
              <a:avLst/>
            </a:prstTxWarp>
            <a:spAutoFit/>
          </a:bodyPr>
          <a:lstStyle>
            <a:defPPr>
              <a:defRPr lang="de-DE"/>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a:lstStyle>
          <a:p>
            <a:endParaRPr lang="en-US" sz="1000">
              <a:latin typeface="Arial"/>
              <a:cs typeface="Arial"/>
            </a:endParaRPr>
          </a:p>
          <a:p>
            <a:endParaRPr lang="en-US" sz="1000">
              <a:latin typeface="Arial"/>
              <a:cs typeface="Arial"/>
            </a:endParaRPr>
          </a:p>
          <a:p>
            <a:r>
              <a:rPr lang="en-US" sz="1000">
                <a:latin typeface="Arial"/>
                <a:cs typeface="Arial"/>
              </a:rPr>
              <a:t>| Haochen Zhang | 11.05.2026</a:t>
            </a:r>
            <a:endParaRPr lang="en-US" sz="1000">
              <a:cs typeface="Arial"/>
            </a:endParaRPr>
          </a:p>
        </p:txBody>
      </p:sp>
    </p:spTree>
    <p:extLst>
      <p:ext uri="{BB962C8B-B14F-4D97-AF65-F5344CB8AC3E}">
        <p14:creationId xmlns:p14="http://schemas.microsoft.com/office/powerpoint/2010/main" val="43967057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1AD6AA-A32B-9B84-F4CE-75A5AB4D61FD}"/>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D3DF1144-9EE9-CABB-B6A6-6CCB111B1D62}"/>
              </a:ext>
            </a:extLst>
          </p:cNvPr>
          <p:cNvSpPr>
            <a:spLocks noGrp="1"/>
          </p:cNvSpPr>
          <p:nvPr>
            <p:ph type="title"/>
          </p:nvPr>
        </p:nvSpPr>
        <p:spPr/>
        <p:txBody>
          <a:bodyPr/>
          <a:lstStyle/>
          <a:p>
            <a:r>
              <a:rPr lang="en-US">
                <a:latin typeface="Arial"/>
                <a:cs typeface="Arial"/>
              </a:rPr>
              <a:t>Weather </a:t>
            </a:r>
            <a:r>
              <a:rPr lang="en-US" err="1">
                <a:latin typeface="Arial"/>
                <a:cs typeface="Arial"/>
              </a:rPr>
              <a:t>data</a:t>
            </a:r>
            <a:endParaRPr lang="en-US" err="1"/>
          </a:p>
        </p:txBody>
      </p:sp>
      <p:graphicFrame>
        <p:nvGraphicFramePr>
          <p:cNvPr id="4" name="Tabelle 3">
            <a:extLst>
              <a:ext uri="{FF2B5EF4-FFF2-40B4-BE49-F238E27FC236}">
                <a16:creationId xmlns:a16="http://schemas.microsoft.com/office/drawing/2014/main" id="{07344B30-FC56-B324-E408-162BCDE986B5}"/>
              </a:ext>
            </a:extLst>
          </p:cNvPr>
          <p:cNvGraphicFramePr>
            <a:graphicFrameLocks noGrp="1"/>
          </p:cNvGraphicFramePr>
          <p:nvPr>
            <p:extLst>
              <p:ext uri="{D42A27DB-BD31-4B8C-83A1-F6EECF244321}">
                <p14:modId xmlns:p14="http://schemas.microsoft.com/office/powerpoint/2010/main" val="713271296"/>
              </p:ext>
            </p:extLst>
          </p:nvPr>
        </p:nvGraphicFramePr>
        <p:xfrm>
          <a:off x="284480" y="1006856"/>
          <a:ext cx="8593754" cy="4100106"/>
        </p:xfrm>
        <a:graphic>
          <a:graphicData uri="http://schemas.openxmlformats.org/drawingml/2006/table">
            <a:tbl>
              <a:tblPr firstRow="1" bandRow="1">
                <a:tableStyleId>{5C22544A-7EE6-4342-B048-85BDC9FD1C3A}</a:tableStyleId>
              </a:tblPr>
              <a:tblGrid>
                <a:gridCol w="661058">
                  <a:extLst>
                    <a:ext uri="{9D8B030D-6E8A-4147-A177-3AD203B41FA5}">
                      <a16:colId xmlns:a16="http://schemas.microsoft.com/office/drawing/2014/main" val="626003958"/>
                    </a:ext>
                  </a:extLst>
                </a:gridCol>
                <a:gridCol w="661058">
                  <a:extLst>
                    <a:ext uri="{9D8B030D-6E8A-4147-A177-3AD203B41FA5}">
                      <a16:colId xmlns:a16="http://schemas.microsoft.com/office/drawing/2014/main" val="3533797695"/>
                    </a:ext>
                  </a:extLst>
                </a:gridCol>
                <a:gridCol w="661058">
                  <a:extLst>
                    <a:ext uri="{9D8B030D-6E8A-4147-A177-3AD203B41FA5}">
                      <a16:colId xmlns:a16="http://schemas.microsoft.com/office/drawing/2014/main" val="1723621392"/>
                    </a:ext>
                  </a:extLst>
                </a:gridCol>
                <a:gridCol w="661058">
                  <a:extLst>
                    <a:ext uri="{9D8B030D-6E8A-4147-A177-3AD203B41FA5}">
                      <a16:colId xmlns:a16="http://schemas.microsoft.com/office/drawing/2014/main" val="3684016445"/>
                    </a:ext>
                  </a:extLst>
                </a:gridCol>
                <a:gridCol w="661058">
                  <a:extLst>
                    <a:ext uri="{9D8B030D-6E8A-4147-A177-3AD203B41FA5}">
                      <a16:colId xmlns:a16="http://schemas.microsoft.com/office/drawing/2014/main" val="3120114581"/>
                    </a:ext>
                  </a:extLst>
                </a:gridCol>
                <a:gridCol w="661058">
                  <a:extLst>
                    <a:ext uri="{9D8B030D-6E8A-4147-A177-3AD203B41FA5}">
                      <a16:colId xmlns:a16="http://schemas.microsoft.com/office/drawing/2014/main" val="1066362318"/>
                    </a:ext>
                  </a:extLst>
                </a:gridCol>
                <a:gridCol w="661058">
                  <a:extLst>
                    <a:ext uri="{9D8B030D-6E8A-4147-A177-3AD203B41FA5}">
                      <a16:colId xmlns:a16="http://schemas.microsoft.com/office/drawing/2014/main" val="1613802814"/>
                    </a:ext>
                  </a:extLst>
                </a:gridCol>
                <a:gridCol w="661058">
                  <a:extLst>
                    <a:ext uri="{9D8B030D-6E8A-4147-A177-3AD203B41FA5}">
                      <a16:colId xmlns:a16="http://schemas.microsoft.com/office/drawing/2014/main" val="3235018036"/>
                    </a:ext>
                  </a:extLst>
                </a:gridCol>
                <a:gridCol w="661058">
                  <a:extLst>
                    <a:ext uri="{9D8B030D-6E8A-4147-A177-3AD203B41FA5}">
                      <a16:colId xmlns:a16="http://schemas.microsoft.com/office/drawing/2014/main" val="18120407"/>
                    </a:ext>
                  </a:extLst>
                </a:gridCol>
                <a:gridCol w="661058">
                  <a:extLst>
                    <a:ext uri="{9D8B030D-6E8A-4147-A177-3AD203B41FA5}">
                      <a16:colId xmlns:a16="http://schemas.microsoft.com/office/drawing/2014/main" val="3911571886"/>
                    </a:ext>
                  </a:extLst>
                </a:gridCol>
                <a:gridCol w="661058">
                  <a:extLst>
                    <a:ext uri="{9D8B030D-6E8A-4147-A177-3AD203B41FA5}">
                      <a16:colId xmlns:a16="http://schemas.microsoft.com/office/drawing/2014/main" val="444949786"/>
                    </a:ext>
                  </a:extLst>
                </a:gridCol>
                <a:gridCol w="661058">
                  <a:extLst>
                    <a:ext uri="{9D8B030D-6E8A-4147-A177-3AD203B41FA5}">
                      <a16:colId xmlns:a16="http://schemas.microsoft.com/office/drawing/2014/main" val="3381821050"/>
                    </a:ext>
                  </a:extLst>
                </a:gridCol>
                <a:gridCol w="661058">
                  <a:extLst>
                    <a:ext uri="{9D8B030D-6E8A-4147-A177-3AD203B41FA5}">
                      <a16:colId xmlns:a16="http://schemas.microsoft.com/office/drawing/2014/main" val="3699814725"/>
                    </a:ext>
                  </a:extLst>
                </a:gridCol>
              </a:tblGrid>
              <a:tr h="909502">
                <a:tc>
                  <a:txBody>
                    <a:bodyPr/>
                    <a:lstStyle/>
                    <a:p>
                      <a:endParaRPr lang="en-US" sz="1400" noProof="0"/>
                    </a:p>
                  </a:txBody>
                  <a:tcPr/>
                </a:tc>
                <a:tc>
                  <a:txBody>
                    <a:bodyPr/>
                    <a:lstStyle/>
                    <a:p>
                      <a:pPr marL="0" lvl="0" indent="0" algn="l">
                        <a:lnSpc>
                          <a:spcPct val="100000"/>
                        </a:lnSpc>
                        <a:buNone/>
                      </a:pPr>
                      <a:r>
                        <a:rPr lang="en-US" sz="1400" b="1" i="0" u="none" strike="noStrike" baseline="0" noProof="0">
                          <a:solidFill>
                            <a:srgbClr val="FFFFFF"/>
                          </a:solidFill>
                          <a:latin typeface="Arial"/>
                          <a:cs typeface="Arial"/>
                        </a:rPr>
                        <a:t>feeder</a:t>
                      </a:r>
                    </a:p>
                    <a:p>
                      <a:pPr lvl="0">
                        <a:buNone/>
                      </a:pPr>
                      <a:endParaRPr lang="en-US" sz="1400" noProof="0"/>
                    </a:p>
                  </a:txBody>
                  <a:tcPr/>
                </a:tc>
                <a:tc>
                  <a:txBody>
                    <a:bodyPr/>
                    <a:lstStyle/>
                    <a:p>
                      <a:pPr lvl="0">
                        <a:buNone/>
                      </a:pPr>
                      <a:r>
                        <a:rPr lang="en-US" sz="1400" b="1" i="0" u="none" strike="noStrike" baseline="0" noProof="0" err="1">
                          <a:solidFill>
                            <a:srgbClr val="FFFFFF"/>
                          </a:solidFill>
                          <a:latin typeface="Arial"/>
                          <a:cs typeface="Arial"/>
                        </a:rPr>
                        <a:t>timestamp_UTC</a:t>
                      </a:r>
                      <a:endParaRPr lang="de-DE" sz="1400"/>
                    </a:p>
                  </a:txBody>
                  <a:tcPr/>
                </a:tc>
                <a:tc>
                  <a:txBody>
                    <a:bodyPr/>
                    <a:lstStyle/>
                    <a:p>
                      <a:pPr lvl="0" algn="l">
                        <a:lnSpc>
                          <a:spcPct val="100000"/>
                        </a:lnSpc>
                        <a:spcBef>
                          <a:spcPts val="0"/>
                        </a:spcBef>
                        <a:spcAft>
                          <a:spcPts val="0"/>
                        </a:spcAft>
                        <a:buNone/>
                      </a:pPr>
                      <a:r>
                        <a:rPr lang="en-US" sz="1400" b="1" i="0" u="none" strike="noStrike" baseline="0" noProof="0" err="1">
                          <a:solidFill>
                            <a:srgbClr val="FFFFFF"/>
                          </a:solidFill>
                          <a:latin typeface="Arial"/>
                          <a:cs typeface="Arial"/>
                        </a:rPr>
                        <a:t>timestamp_CET_CEST</a:t>
                      </a:r>
                      <a:endParaRPr lang="de-DE" sz="1400"/>
                    </a:p>
                    <a:p>
                      <a:pPr lvl="0">
                        <a:buNone/>
                      </a:pPr>
                      <a:endParaRPr lang="en-US" sz="1400" noProof="0"/>
                    </a:p>
                  </a:txBody>
                  <a:tcPr/>
                </a:tc>
                <a:tc>
                  <a:txBody>
                    <a:bodyPr/>
                    <a:lstStyle/>
                    <a:p>
                      <a:pPr lvl="0">
                        <a:buNone/>
                      </a:pPr>
                      <a:r>
                        <a:rPr lang="en-US" sz="1400" b="1" i="0" u="none" strike="noStrike" baseline="0" noProof="0" err="1">
                          <a:solidFill>
                            <a:srgbClr val="FFFFFF"/>
                          </a:solidFill>
                          <a:latin typeface="Arial"/>
                          <a:cs typeface="Arial"/>
                        </a:rPr>
                        <a:t>direct_radiation_W</a:t>
                      </a:r>
                      <a:r>
                        <a:rPr lang="en-US" sz="1400" b="1" i="0" u="none" strike="noStrike" baseline="0" noProof="0">
                          <a:solidFill>
                            <a:srgbClr val="FFFFFF"/>
                          </a:solidFill>
                          <a:latin typeface="Arial"/>
                          <a:cs typeface="Arial"/>
                        </a:rPr>
                        <a:t>/m2</a:t>
                      </a:r>
                      <a:endParaRPr lang="de-DE" sz="1400"/>
                    </a:p>
                  </a:txBody>
                  <a:tcPr/>
                </a:tc>
                <a:tc>
                  <a:txBody>
                    <a:bodyPr/>
                    <a:lstStyle/>
                    <a:p>
                      <a:pPr lvl="0" algn="l">
                        <a:lnSpc>
                          <a:spcPct val="100000"/>
                        </a:lnSpc>
                        <a:spcBef>
                          <a:spcPts val="0"/>
                        </a:spcBef>
                        <a:spcAft>
                          <a:spcPts val="0"/>
                        </a:spcAft>
                        <a:buNone/>
                      </a:pPr>
                      <a:r>
                        <a:rPr lang="en-US" sz="1400" b="1" i="0" u="none" strike="noStrike" baseline="0" noProof="0" err="1">
                          <a:solidFill>
                            <a:srgbClr val="FFFFFF"/>
                          </a:solidFill>
                          <a:latin typeface="Arial"/>
                          <a:cs typeface="Arial"/>
                        </a:rPr>
                        <a:t>diffuse_radiation_W</a:t>
                      </a:r>
                      <a:r>
                        <a:rPr lang="en-US" sz="1400" b="1" i="0" u="none" strike="noStrike" baseline="0" noProof="0">
                          <a:solidFill>
                            <a:srgbClr val="FFFFFF"/>
                          </a:solidFill>
                          <a:latin typeface="Arial"/>
                          <a:cs typeface="Arial"/>
                        </a:rPr>
                        <a:t>/m2</a:t>
                      </a:r>
                      <a:endParaRPr lang="de-DE" sz="1400"/>
                    </a:p>
                  </a:txBody>
                  <a:tcPr/>
                </a:tc>
                <a:tc>
                  <a:txBody>
                    <a:bodyPr/>
                    <a:lstStyle/>
                    <a:p>
                      <a:pPr lvl="0" algn="l">
                        <a:lnSpc>
                          <a:spcPct val="100000"/>
                        </a:lnSpc>
                        <a:spcBef>
                          <a:spcPts val="0"/>
                        </a:spcBef>
                        <a:spcAft>
                          <a:spcPts val="0"/>
                        </a:spcAft>
                        <a:buNone/>
                      </a:pPr>
                      <a:r>
                        <a:rPr lang="en-US" sz="1400" b="1" i="0" u="none" strike="noStrike" baseline="0" noProof="0" err="1">
                          <a:solidFill>
                            <a:srgbClr val="FFFFFF"/>
                          </a:solidFill>
                          <a:latin typeface="Arial"/>
                          <a:cs typeface="Arial"/>
                        </a:rPr>
                        <a:t>air_temperature_C</a:t>
                      </a:r>
                      <a:endParaRPr lang="de-DE" sz="1400"/>
                    </a:p>
                  </a:txBody>
                  <a:tcPr/>
                </a:tc>
                <a:tc>
                  <a:txBody>
                    <a:bodyPr/>
                    <a:lstStyle/>
                    <a:p>
                      <a:pPr lvl="0" algn="l">
                        <a:lnSpc>
                          <a:spcPct val="100000"/>
                        </a:lnSpc>
                        <a:spcBef>
                          <a:spcPts val="0"/>
                        </a:spcBef>
                        <a:spcAft>
                          <a:spcPts val="0"/>
                        </a:spcAft>
                        <a:buNone/>
                      </a:pPr>
                      <a:r>
                        <a:rPr lang="en-US" sz="1400" b="1" i="0" u="none" strike="noStrike" baseline="0" noProof="0" err="1">
                          <a:solidFill>
                            <a:srgbClr val="FFFFFF"/>
                          </a:solidFill>
                          <a:latin typeface="Arial"/>
                          <a:cs typeface="Arial"/>
                        </a:rPr>
                        <a:t>precipitation_kg</a:t>
                      </a:r>
                      <a:r>
                        <a:rPr lang="en-US" sz="1400" b="1" i="0" u="none" strike="noStrike" baseline="0" noProof="0">
                          <a:solidFill>
                            <a:srgbClr val="FFFFFF"/>
                          </a:solidFill>
                          <a:latin typeface="Arial"/>
                          <a:cs typeface="Arial"/>
                        </a:rPr>
                        <a:t>/m2</a:t>
                      </a:r>
                      <a:endParaRPr lang="de-DE" sz="1400"/>
                    </a:p>
                    <a:p>
                      <a:pPr lvl="0">
                        <a:buNone/>
                      </a:pPr>
                      <a:endParaRPr lang="en-US" sz="1400" noProof="0"/>
                    </a:p>
                  </a:txBody>
                  <a:tcPr/>
                </a:tc>
                <a:tc>
                  <a:txBody>
                    <a:bodyPr/>
                    <a:lstStyle/>
                    <a:p>
                      <a:pPr lvl="0" algn="l">
                        <a:lnSpc>
                          <a:spcPct val="100000"/>
                        </a:lnSpc>
                        <a:spcBef>
                          <a:spcPts val="0"/>
                        </a:spcBef>
                        <a:spcAft>
                          <a:spcPts val="0"/>
                        </a:spcAft>
                        <a:buNone/>
                      </a:pPr>
                      <a:r>
                        <a:rPr lang="en-US" sz="1400" b="1" i="0" u="none" strike="noStrike" baseline="0" noProof="0" err="1">
                          <a:solidFill>
                            <a:srgbClr val="FFFFFF"/>
                          </a:solidFill>
                          <a:latin typeface="Arial"/>
                          <a:cs typeface="Arial"/>
                        </a:rPr>
                        <a:t>snow_height_m</a:t>
                      </a:r>
                      <a:endParaRPr lang="de-DE" sz="1400"/>
                    </a:p>
                  </a:txBody>
                  <a:tcPr/>
                </a:tc>
                <a:tc>
                  <a:txBody>
                    <a:bodyPr/>
                    <a:lstStyle/>
                    <a:p>
                      <a:pPr lvl="0" algn="l">
                        <a:lnSpc>
                          <a:spcPct val="100000"/>
                        </a:lnSpc>
                        <a:spcBef>
                          <a:spcPts val="0"/>
                        </a:spcBef>
                        <a:spcAft>
                          <a:spcPts val="0"/>
                        </a:spcAft>
                        <a:buNone/>
                      </a:pPr>
                      <a:r>
                        <a:rPr lang="en-US" sz="1400" b="1" i="0" u="none" strike="noStrike" baseline="0" noProof="0" err="1">
                          <a:solidFill>
                            <a:srgbClr val="FFFFFF"/>
                          </a:solidFill>
                          <a:latin typeface="Arial"/>
                          <a:cs typeface="Arial"/>
                        </a:rPr>
                        <a:t>humidity_kg</a:t>
                      </a:r>
                      <a:r>
                        <a:rPr lang="en-US" sz="1400" b="1" i="0" u="none" strike="noStrike" baseline="0" noProof="0">
                          <a:solidFill>
                            <a:srgbClr val="FFFFFF"/>
                          </a:solidFill>
                          <a:latin typeface="Arial"/>
                          <a:cs typeface="Arial"/>
                        </a:rPr>
                        <a:t>/kg</a:t>
                      </a:r>
                      <a:endParaRPr lang="de-DE" sz="1400"/>
                    </a:p>
                  </a:txBody>
                  <a:tcPr/>
                </a:tc>
                <a:tc>
                  <a:txBody>
                    <a:bodyPr/>
                    <a:lstStyle/>
                    <a:p>
                      <a:pPr lvl="0" algn="l">
                        <a:lnSpc>
                          <a:spcPct val="100000"/>
                        </a:lnSpc>
                        <a:spcBef>
                          <a:spcPts val="0"/>
                        </a:spcBef>
                        <a:spcAft>
                          <a:spcPts val="0"/>
                        </a:spcAft>
                        <a:buNone/>
                      </a:pPr>
                      <a:r>
                        <a:rPr lang="de-DE" sz="1400" b="1" i="0" u="none" strike="noStrike" baseline="0" noProof="0" err="1">
                          <a:solidFill>
                            <a:srgbClr val="FFFFFF"/>
                          </a:solidFill>
                          <a:latin typeface="Arial"/>
                          <a:cs typeface="Arial"/>
                        </a:rPr>
                        <a:t>max_wind_gust_m</a:t>
                      </a:r>
                      <a:r>
                        <a:rPr lang="de-DE" sz="1400" b="1" i="0" u="none" strike="noStrike" baseline="0" noProof="0">
                          <a:solidFill>
                            <a:srgbClr val="FFFFFF"/>
                          </a:solidFill>
                          <a:latin typeface="Arial"/>
                          <a:cs typeface="Arial"/>
                        </a:rPr>
                        <a:t>/s</a:t>
                      </a:r>
                      <a:endParaRPr lang="de-DE" sz="1400"/>
                    </a:p>
                  </a:txBody>
                  <a:tcPr/>
                </a:tc>
                <a:tc>
                  <a:txBody>
                    <a:bodyPr/>
                    <a:lstStyle/>
                    <a:p>
                      <a:pPr lvl="0" algn="l">
                        <a:lnSpc>
                          <a:spcPct val="100000"/>
                        </a:lnSpc>
                        <a:spcBef>
                          <a:spcPts val="0"/>
                        </a:spcBef>
                        <a:spcAft>
                          <a:spcPts val="0"/>
                        </a:spcAft>
                        <a:buNone/>
                      </a:pPr>
                      <a:r>
                        <a:rPr lang="de-DE" sz="1400" b="1" i="0" u="none" strike="noStrike" baseline="0" noProof="0" err="1">
                          <a:solidFill>
                            <a:srgbClr val="FFFFFF"/>
                          </a:solidFill>
                          <a:latin typeface="Arial"/>
                          <a:cs typeface="Arial"/>
                        </a:rPr>
                        <a:t>meridional_wind_m</a:t>
                      </a:r>
                      <a:r>
                        <a:rPr lang="de-DE" sz="1400" b="1" i="0" u="none" strike="noStrike" baseline="0" noProof="0">
                          <a:solidFill>
                            <a:srgbClr val="FFFFFF"/>
                          </a:solidFill>
                          <a:latin typeface="Arial"/>
                          <a:cs typeface="Arial"/>
                        </a:rPr>
                        <a:t>/s</a:t>
                      </a:r>
                      <a:endParaRPr lang="de-DE" sz="1400"/>
                    </a:p>
                  </a:txBody>
                  <a:tcPr/>
                </a:tc>
                <a:tc>
                  <a:txBody>
                    <a:bodyPr/>
                    <a:lstStyle/>
                    <a:p>
                      <a:pPr lvl="0" algn="l">
                        <a:lnSpc>
                          <a:spcPct val="100000"/>
                        </a:lnSpc>
                        <a:spcBef>
                          <a:spcPts val="0"/>
                        </a:spcBef>
                        <a:spcAft>
                          <a:spcPts val="0"/>
                        </a:spcAft>
                        <a:buNone/>
                      </a:pPr>
                      <a:r>
                        <a:rPr lang="de-DE" sz="1400" b="1" i="0" u="none" strike="noStrike" baseline="0" noProof="0" err="1">
                          <a:solidFill>
                            <a:srgbClr val="FFFFFF"/>
                          </a:solidFill>
                          <a:latin typeface="Arial"/>
                          <a:cs typeface="Arial"/>
                        </a:rPr>
                        <a:t>zonal_wind_m</a:t>
                      </a:r>
                      <a:r>
                        <a:rPr lang="de-DE" sz="1400" b="1" i="0" u="none" strike="noStrike" baseline="0" noProof="0">
                          <a:solidFill>
                            <a:srgbClr val="FFFFFF"/>
                          </a:solidFill>
                          <a:latin typeface="Arial"/>
                          <a:cs typeface="Arial"/>
                        </a:rPr>
                        <a:t>/s</a:t>
                      </a:r>
                      <a:endParaRPr lang="de-DE" sz="1400"/>
                    </a:p>
                  </a:txBody>
                  <a:tcPr/>
                </a:tc>
                <a:extLst>
                  <a:ext uri="{0D108BD9-81ED-4DB2-BD59-A6C34878D82A}">
                    <a16:rowId xmlns:a16="http://schemas.microsoft.com/office/drawing/2014/main" val="3879814623"/>
                  </a:ext>
                </a:extLst>
              </a:tr>
              <a:tr h="909502">
                <a:tc>
                  <a:txBody>
                    <a:bodyPr/>
                    <a:lstStyle/>
                    <a:p>
                      <a:r>
                        <a:rPr lang="en-US" sz="1400" noProof="0"/>
                        <a:t>Me</a:t>
                      </a:r>
                    </a:p>
                  </a:txBody>
                  <a:tcPr/>
                </a:tc>
                <a:tc>
                  <a:txBody>
                    <a:bodyPr/>
                    <a:lstStyle/>
                    <a:p>
                      <a:r>
                        <a:rPr lang="en-US" sz="1400" noProof="0"/>
                        <a:t>1</a:t>
                      </a:r>
                    </a:p>
                  </a:txBody>
                  <a:tcPr/>
                </a:tc>
                <a:tc>
                  <a:txBody>
                    <a:bodyPr/>
                    <a:lstStyle/>
                    <a:p>
                      <a:r>
                        <a:rPr lang="en-US" sz="1400" noProof="0"/>
                        <a:t>1</a:t>
                      </a:r>
                    </a:p>
                  </a:txBody>
                  <a:tcPr/>
                </a:tc>
                <a:tc>
                  <a:txBody>
                    <a:bodyPr/>
                    <a:lstStyle/>
                    <a:p>
                      <a:r>
                        <a:rPr lang="en-US" sz="1400" noProof="0"/>
                        <a:t>1</a:t>
                      </a:r>
                    </a:p>
                  </a:txBody>
                  <a:tcPr/>
                </a:tc>
                <a:tc>
                  <a:txBody>
                    <a:bodyPr/>
                    <a:lstStyle/>
                    <a:p>
                      <a:r>
                        <a:rPr lang="en-US" sz="1400" noProof="0"/>
                        <a:t>0</a:t>
                      </a:r>
                    </a:p>
                  </a:txBody>
                  <a:tcPr/>
                </a:tc>
                <a:tc>
                  <a:txBody>
                    <a:bodyPr/>
                    <a:lstStyle/>
                    <a:p>
                      <a:r>
                        <a:rPr lang="en-US" sz="1400" noProof="0"/>
                        <a:t>0</a:t>
                      </a:r>
                    </a:p>
                  </a:txBody>
                  <a:tcPr/>
                </a:tc>
                <a:tc>
                  <a:txBody>
                    <a:bodyPr/>
                    <a:lstStyle/>
                    <a:p>
                      <a:r>
                        <a:rPr lang="en-US" sz="1400" noProof="0"/>
                        <a:t>0</a:t>
                      </a:r>
                    </a:p>
                  </a:txBody>
                  <a:tcPr/>
                </a:tc>
                <a:tc>
                  <a:txBody>
                    <a:bodyPr/>
                    <a:lstStyle/>
                    <a:p>
                      <a:r>
                        <a:rPr lang="en-US" sz="1400" noProof="0"/>
                        <a:t>0</a:t>
                      </a:r>
                    </a:p>
                  </a:txBody>
                  <a:tcPr/>
                </a:tc>
                <a:tc>
                  <a:txBody>
                    <a:bodyPr/>
                    <a:lstStyle/>
                    <a:p>
                      <a:r>
                        <a:rPr lang="en-US" sz="1400" noProof="0"/>
                        <a:t>0</a:t>
                      </a:r>
                    </a:p>
                  </a:txBody>
                  <a:tcPr/>
                </a:tc>
                <a:tc>
                  <a:txBody>
                    <a:bodyPr/>
                    <a:lstStyle/>
                    <a:p>
                      <a:pPr lvl="0">
                        <a:buNone/>
                      </a:pPr>
                      <a:r>
                        <a:rPr lang="en-US" sz="1400" noProof="0"/>
                        <a:t>0</a:t>
                      </a:r>
                    </a:p>
                  </a:txBody>
                  <a:tcPr/>
                </a:tc>
                <a:tc>
                  <a:txBody>
                    <a:bodyPr/>
                    <a:lstStyle/>
                    <a:p>
                      <a:pPr lvl="0">
                        <a:buNone/>
                      </a:pPr>
                      <a:r>
                        <a:rPr lang="en-US" sz="1400" noProof="0"/>
                        <a:t>0</a:t>
                      </a:r>
                    </a:p>
                  </a:txBody>
                  <a:tcPr/>
                </a:tc>
                <a:tc>
                  <a:txBody>
                    <a:bodyPr/>
                    <a:lstStyle/>
                    <a:p>
                      <a:pPr lvl="0">
                        <a:buNone/>
                      </a:pPr>
                      <a:r>
                        <a:rPr lang="en-US" sz="1400" noProof="0"/>
                        <a:t>0</a:t>
                      </a:r>
                    </a:p>
                  </a:txBody>
                  <a:tcPr/>
                </a:tc>
                <a:tc>
                  <a:txBody>
                    <a:bodyPr/>
                    <a:lstStyle/>
                    <a:p>
                      <a:pPr lvl="0">
                        <a:buNone/>
                      </a:pPr>
                      <a:r>
                        <a:rPr lang="en-US" sz="1400" noProof="0"/>
                        <a:t>0</a:t>
                      </a:r>
                    </a:p>
                  </a:txBody>
                  <a:tcPr/>
                </a:tc>
                <a:extLst>
                  <a:ext uri="{0D108BD9-81ED-4DB2-BD59-A6C34878D82A}">
                    <a16:rowId xmlns:a16="http://schemas.microsoft.com/office/drawing/2014/main" val="3256142858"/>
                  </a:ext>
                </a:extLst>
              </a:tr>
              <a:tr h="909502">
                <a:tc>
                  <a:txBody>
                    <a:bodyPr/>
                    <a:lstStyle/>
                    <a:p>
                      <a:r>
                        <a:rPr lang="en-US" sz="1400" noProof="0"/>
                        <a:t>PII Scan</a:t>
                      </a:r>
                    </a:p>
                  </a:txBody>
                  <a:tcPr/>
                </a:tc>
                <a:tc>
                  <a:txBody>
                    <a:bodyPr/>
                    <a:lstStyle/>
                    <a:p>
                      <a:r>
                        <a:rPr lang="de-DE" sz="1400"/>
                        <a:t>0</a:t>
                      </a:r>
                    </a:p>
                  </a:txBody>
                  <a:tcPr/>
                </a:tc>
                <a:tc>
                  <a:txBody>
                    <a:bodyPr/>
                    <a:lstStyle/>
                    <a:p>
                      <a:r>
                        <a:rPr lang="en-US" sz="1400" noProof="0"/>
                        <a:t>1 – 0.85</a:t>
                      </a:r>
                    </a:p>
                  </a:txBody>
                  <a:tcPr/>
                </a:tc>
                <a:tc>
                  <a:txBody>
                    <a:bodyPr/>
                    <a:lstStyle/>
                    <a:p>
                      <a:r>
                        <a:rPr lang="en-US" sz="1400" noProof="0"/>
                        <a:t>1</a:t>
                      </a:r>
                    </a:p>
                  </a:txBody>
                  <a:tcPr/>
                </a:tc>
                <a:tc>
                  <a:txBody>
                    <a:bodyPr/>
                    <a:lstStyle/>
                    <a:p>
                      <a:r>
                        <a:rPr lang="en-US" sz="1400" noProof="0"/>
                        <a:t>1</a:t>
                      </a:r>
                    </a:p>
                  </a:txBody>
                  <a:tcPr/>
                </a:tc>
                <a:tc>
                  <a:txBody>
                    <a:bodyPr/>
                    <a:lstStyle/>
                    <a:p>
                      <a:r>
                        <a:rPr lang="en-US" sz="1400" noProof="0"/>
                        <a:t>1</a:t>
                      </a:r>
                    </a:p>
                  </a:txBody>
                  <a:tcPr/>
                </a:tc>
                <a:tc>
                  <a:txBody>
                    <a:bodyPr/>
                    <a:lstStyle/>
                    <a:p>
                      <a:r>
                        <a:rPr lang="en-US" sz="1400" noProof="0"/>
                        <a:t>1</a:t>
                      </a:r>
                    </a:p>
                  </a:txBody>
                  <a:tcPr/>
                </a:tc>
                <a:tc>
                  <a:txBody>
                    <a:bodyPr/>
                    <a:lstStyle/>
                    <a:p>
                      <a:r>
                        <a:rPr lang="en-US" sz="1400" noProof="0"/>
                        <a:t>1</a:t>
                      </a:r>
                    </a:p>
                  </a:txBody>
                  <a:tcPr/>
                </a:tc>
                <a:tc>
                  <a:txBody>
                    <a:bodyPr/>
                    <a:lstStyle/>
                    <a:p>
                      <a:r>
                        <a:rPr lang="en-US" sz="1400" noProof="0"/>
                        <a:t>1</a:t>
                      </a:r>
                    </a:p>
                  </a:txBody>
                  <a:tcPr/>
                </a:tc>
                <a:tc>
                  <a:txBody>
                    <a:bodyPr/>
                    <a:lstStyle/>
                    <a:p>
                      <a:pPr lvl="0">
                        <a:buNone/>
                      </a:pPr>
                      <a:r>
                        <a:rPr lang="en-US" sz="1400" noProof="0"/>
                        <a:t>1</a:t>
                      </a:r>
                    </a:p>
                  </a:txBody>
                  <a:tcPr/>
                </a:tc>
                <a:tc>
                  <a:txBody>
                    <a:bodyPr/>
                    <a:lstStyle/>
                    <a:p>
                      <a:pPr lvl="0">
                        <a:buNone/>
                      </a:pPr>
                      <a:r>
                        <a:rPr lang="en-US" sz="1400" noProof="0"/>
                        <a:t>1</a:t>
                      </a:r>
                    </a:p>
                  </a:txBody>
                  <a:tcPr/>
                </a:tc>
                <a:tc>
                  <a:txBody>
                    <a:bodyPr/>
                    <a:lstStyle/>
                    <a:p>
                      <a:pPr lvl="0">
                        <a:buNone/>
                      </a:pPr>
                      <a:r>
                        <a:rPr lang="en-US" sz="1400" noProof="0"/>
                        <a:t>1</a:t>
                      </a:r>
                    </a:p>
                  </a:txBody>
                  <a:tcPr/>
                </a:tc>
                <a:tc>
                  <a:txBody>
                    <a:bodyPr/>
                    <a:lstStyle/>
                    <a:p>
                      <a:pPr lvl="0">
                        <a:buNone/>
                      </a:pPr>
                      <a:r>
                        <a:rPr lang="en-US" sz="1400" noProof="0"/>
                        <a:t>1</a:t>
                      </a:r>
                    </a:p>
                  </a:txBody>
                  <a:tcPr/>
                </a:tc>
                <a:extLst>
                  <a:ext uri="{0D108BD9-81ED-4DB2-BD59-A6C34878D82A}">
                    <a16:rowId xmlns:a16="http://schemas.microsoft.com/office/drawing/2014/main" val="88954115"/>
                  </a:ext>
                </a:extLst>
              </a:tr>
              <a:tr h="909502">
                <a:tc>
                  <a:txBody>
                    <a:bodyPr/>
                    <a:lstStyle/>
                    <a:p>
                      <a:r>
                        <a:rPr lang="en-US" sz="1400" noProof="0"/>
                        <a:t>LLM</a:t>
                      </a:r>
                    </a:p>
                  </a:txBody>
                  <a:tcPr/>
                </a:tc>
                <a:tc>
                  <a:txBody>
                    <a:bodyPr/>
                    <a:lstStyle/>
                    <a:p>
                      <a:r>
                        <a:rPr lang="en-US" sz="1400" noProof="0"/>
                        <a:t>1 – 0.95</a:t>
                      </a:r>
                    </a:p>
                  </a:txBody>
                  <a:tcPr/>
                </a:tc>
                <a:tc>
                  <a:txBody>
                    <a:bodyPr/>
                    <a:lstStyle/>
                    <a:p>
                      <a:r>
                        <a:rPr lang="en-US" sz="1400" noProof="0"/>
                        <a:t>0 – 0.35</a:t>
                      </a:r>
                    </a:p>
                  </a:txBody>
                  <a:tcPr/>
                </a:tc>
                <a:tc>
                  <a:txBody>
                    <a:bodyPr/>
                    <a:lstStyle/>
                    <a:p>
                      <a:r>
                        <a:rPr lang="en-US" sz="1400" noProof="0"/>
                        <a:t>0 – 0.35</a:t>
                      </a:r>
                    </a:p>
                  </a:txBody>
                  <a:tcPr/>
                </a:tc>
                <a:tc>
                  <a:txBody>
                    <a:bodyPr/>
                    <a:lstStyle/>
                    <a:p>
                      <a:r>
                        <a:rPr lang="en-US" sz="1400" noProof="0"/>
                        <a:t>0 – 0.10</a:t>
                      </a:r>
                    </a:p>
                  </a:txBody>
                  <a:tcPr/>
                </a:tc>
                <a:tc>
                  <a:txBody>
                    <a:bodyPr/>
                    <a:lstStyle/>
                    <a:p>
                      <a:r>
                        <a:rPr lang="en-US" sz="1400" noProof="0"/>
                        <a:t>0 – </a:t>
                      </a:r>
                      <a:r>
                        <a:rPr lang="en-US" sz="1400" b="0" i="0" u="none" strike="noStrike" noProof="0">
                          <a:solidFill>
                            <a:srgbClr val="000000"/>
                          </a:solidFill>
                          <a:latin typeface="Arial"/>
                          <a:cs typeface="Arial"/>
                        </a:rPr>
                        <a:t>0.10</a:t>
                      </a:r>
                      <a:endParaRPr lang="en-US" sz="1400" noProof="0"/>
                    </a:p>
                  </a:txBody>
                  <a:tcPr/>
                </a:tc>
                <a:tc>
                  <a:txBody>
                    <a:bodyPr/>
                    <a:lstStyle/>
                    <a:p>
                      <a:r>
                        <a:rPr lang="en-US" sz="1400" noProof="0"/>
                        <a:t>0 – </a:t>
                      </a:r>
                      <a:r>
                        <a:rPr lang="en-US" sz="1400" b="0" i="0" u="none" strike="noStrike" noProof="0">
                          <a:solidFill>
                            <a:srgbClr val="000000"/>
                          </a:solidFill>
                          <a:latin typeface="Arial"/>
                          <a:cs typeface="Arial"/>
                        </a:rPr>
                        <a:t>0.10</a:t>
                      </a:r>
                      <a:endParaRPr lang="en-US" sz="1400" noProof="0"/>
                    </a:p>
                  </a:txBody>
                  <a:tcPr/>
                </a:tc>
                <a:tc>
                  <a:txBody>
                    <a:bodyPr/>
                    <a:lstStyle/>
                    <a:p>
                      <a:r>
                        <a:rPr lang="en-US" sz="1400" noProof="0"/>
                        <a:t>0 – </a:t>
                      </a:r>
                      <a:r>
                        <a:rPr lang="en-US" sz="1400" b="0" i="0" u="none" strike="noStrike" noProof="0">
                          <a:solidFill>
                            <a:srgbClr val="000000"/>
                          </a:solidFill>
                          <a:latin typeface="Arial"/>
                          <a:cs typeface="Arial"/>
                        </a:rPr>
                        <a:t>0.10</a:t>
                      </a:r>
                      <a:endParaRPr lang="en-US" sz="1400" noProof="0"/>
                    </a:p>
                  </a:txBody>
                  <a:tcPr/>
                </a:tc>
                <a:tc>
                  <a:txBody>
                    <a:bodyPr/>
                    <a:lstStyle/>
                    <a:p>
                      <a:r>
                        <a:rPr lang="en-US" sz="1400" noProof="0"/>
                        <a:t>0 – </a:t>
                      </a:r>
                      <a:r>
                        <a:rPr lang="en-US" sz="1400" b="0" i="0" u="none" strike="noStrike" noProof="0">
                          <a:solidFill>
                            <a:srgbClr val="000000"/>
                          </a:solidFill>
                          <a:latin typeface="Arial"/>
                          <a:cs typeface="Arial"/>
                        </a:rPr>
                        <a:t>0.10</a:t>
                      </a:r>
                      <a:endParaRPr lang="en-US" sz="1400" noProof="0"/>
                    </a:p>
                  </a:txBody>
                  <a:tcPr/>
                </a:tc>
                <a:tc>
                  <a:txBody>
                    <a:bodyPr/>
                    <a:lstStyle/>
                    <a:p>
                      <a:pPr lvl="0">
                        <a:buNone/>
                      </a:pPr>
                      <a:r>
                        <a:rPr lang="en-US" sz="1400" b="0" i="0" u="none" strike="noStrike" noProof="0">
                          <a:solidFill>
                            <a:srgbClr val="000000"/>
                          </a:solidFill>
                          <a:latin typeface="Arial"/>
                          <a:cs typeface="Arial"/>
                        </a:rPr>
                        <a:t>0 – 0.10</a:t>
                      </a:r>
                      <a:endParaRPr lang="de-DE" sz="1400"/>
                    </a:p>
                  </a:txBody>
                  <a:tcPr/>
                </a:tc>
                <a:tc>
                  <a:txBody>
                    <a:bodyPr/>
                    <a:lstStyle/>
                    <a:p>
                      <a:pPr lvl="0">
                        <a:buNone/>
                      </a:pPr>
                      <a:r>
                        <a:rPr lang="en-US" sz="1400" b="0" i="0" u="none" strike="noStrike" noProof="0">
                          <a:solidFill>
                            <a:srgbClr val="000000"/>
                          </a:solidFill>
                          <a:latin typeface="Arial"/>
                          <a:cs typeface="Arial"/>
                        </a:rPr>
                        <a:t>0 – 0.10</a:t>
                      </a:r>
                      <a:endParaRPr lang="de-DE" sz="1400"/>
                    </a:p>
                  </a:txBody>
                  <a:tcPr/>
                </a:tc>
                <a:tc>
                  <a:txBody>
                    <a:bodyPr/>
                    <a:lstStyle/>
                    <a:p>
                      <a:pPr lvl="0">
                        <a:buNone/>
                      </a:pPr>
                      <a:r>
                        <a:rPr lang="en-US" sz="1400" b="0" i="0" u="none" strike="noStrike" noProof="0">
                          <a:solidFill>
                            <a:srgbClr val="000000"/>
                          </a:solidFill>
                          <a:latin typeface="Arial"/>
                          <a:cs typeface="Arial"/>
                        </a:rPr>
                        <a:t>0 – 0.10</a:t>
                      </a:r>
                      <a:endParaRPr lang="de-DE" sz="1400"/>
                    </a:p>
                  </a:txBody>
                  <a:tcPr/>
                </a:tc>
                <a:tc>
                  <a:txBody>
                    <a:bodyPr/>
                    <a:lstStyle/>
                    <a:p>
                      <a:pPr lvl="0">
                        <a:buNone/>
                      </a:pPr>
                      <a:r>
                        <a:rPr lang="en-US" sz="1400" b="0" i="0" u="none" strike="noStrike" baseline="0" noProof="0">
                          <a:solidFill>
                            <a:srgbClr val="000000"/>
                          </a:solidFill>
                          <a:latin typeface="Arial"/>
                          <a:cs typeface="Arial"/>
                        </a:rPr>
                        <a:t>0 – 0.10</a:t>
                      </a:r>
                      <a:endParaRPr lang="de-DE" sz="1400"/>
                    </a:p>
                  </a:txBody>
                  <a:tcPr/>
                </a:tc>
                <a:extLst>
                  <a:ext uri="{0D108BD9-81ED-4DB2-BD59-A6C34878D82A}">
                    <a16:rowId xmlns:a16="http://schemas.microsoft.com/office/drawing/2014/main" val="165200827"/>
                  </a:ext>
                </a:extLst>
              </a:tr>
            </a:tbl>
          </a:graphicData>
        </a:graphic>
      </p:graphicFrame>
      <p:sp>
        <p:nvSpPr>
          <p:cNvPr id="6" name="Textfeld 5">
            <a:extLst>
              <a:ext uri="{FF2B5EF4-FFF2-40B4-BE49-F238E27FC236}">
                <a16:creationId xmlns:a16="http://schemas.microsoft.com/office/drawing/2014/main" id="{729E97D0-172E-79D3-5B98-689FFCE01996}"/>
              </a:ext>
            </a:extLst>
          </p:cNvPr>
          <p:cNvSpPr txBox="1"/>
          <p:nvPr/>
        </p:nvSpPr>
        <p:spPr>
          <a:xfrm>
            <a:off x="-2825404" y="4306223"/>
            <a:ext cx="1833835" cy="830997"/>
          </a:xfrm>
          <a:prstGeom prst="rect">
            <a:avLst/>
          </a:prstGeom>
          <a:noFill/>
        </p:spPr>
        <p:txBody>
          <a:bodyPr rot="0" spcFirstLastPara="0" vertOverflow="overflow" horzOverflow="overflow" vert="horz" wrap="none" lIns="0" tIns="0" rIns="0" bIns="0" numCol="1" spcCol="0" rtlCol="0" fromWordArt="0" anchor="t" anchorCtr="0" forceAA="0" compatLnSpc="1">
            <a:prstTxWarp prst="textNoShape">
              <a:avLst/>
            </a:prstTxWarp>
            <a:spAutoFit/>
          </a:bodyPr>
          <a:lstStyle/>
          <a:p>
            <a:r>
              <a:rPr lang="en-US">
                <a:latin typeface="Arial"/>
                <a:cs typeface="Arial"/>
              </a:rPr>
              <a:t>0 – not necessary</a:t>
            </a:r>
          </a:p>
          <a:p>
            <a:r>
              <a:rPr lang="en-US">
                <a:latin typeface="Arial"/>
                <a:cs typeface="Arial"/>
              </a:rPr>
              <a:t>1 – must</a:t>
            </a:r>
            <a:endParaRPr lang="en-US">
              <a:cs typeface="Arial"/>
            </a:endParaRPr>
          </a:p>
          <a:p>
            <a:r>
              <a:rPr lang="en-US">
                <a:latin typeface="Arial"/>
                <a:cs typeface="Arial"/>
              </a:rPr>
              <a:t>Confidence score</a:t>
            </a:r>
            <a:endParaRPr lang="en-US">
              <a:cs typeface="Arial"/>
            </a:endParaRPr>
          </a:p>
        </p:txBody>
      </p:sp>
      <p:sp>
        <p:nvSpPr>
          <p:cNvPr id="5" name="Textfeld 7">
            <a:extLst>
              <a:ext uri="{FF2B5EF4-FFF2-40B4-BE49-F238E27FC236}">
                <a16:creationId xmlns:a16="http://schemas.microsoft.com/office/drawing/2014/main" id="{8557DB21-0ECA-02A0-CC0F-02433B2C98DB}"/>
              </a:ext>
            </a:extLst>
          </p:cNvPr>
          <p:cNvSpPr txBox="1"/>
          <p:nvPr/>
        </p:nvSpPr>
        <p:spPr>
          <a:xfrm>
            <a:off x="448126" y="6330276"/>
            <a:ext cx="3217291" cy="461665"/>
          </a:xfrm>
          <a:prstGeom prst="rect">
            <a:avLst/>
          </a:prstGeom>
          <a:solidFill>
            <a:schemeClr val="bg1"/>
          </a:solidFill>
        </p:spPr>
        <p:txBody>
          <a:bodyPr rot="0" spcFirstLastPara="0" vert="horz" wrap="square" lIns="0" tIns="0" rIns="0" bIns="0" numCol="1" spcCol="0" rtlCol="0" fromWordArt="0" anchor="t" anchorCtr="0" forceAA="0" compatLnSpc="1">
            <a:prstTxWarp prst="textNoShape">
              <a:avLst/>
            </a:prstTxWarp>
            <a:spAutoFit/>
          </a:bodyPr>
          <a:lstStyle>
            <a:defPPr>
              <a:defRPr lang="de-DE"/>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a:lstStyle>
          <a:p>
            <a:endParaRPr lang="en-US" sz="1000">
              <a:latin typeface="Arial"/>
              <a:cs typeface="Arial"/>
            </a:endParaRPr>
          </a:p>
          <a:p>
            <a:endParaRPr lang="en-US" sz="1000">
              <a:latin typeface="Arial"/>
              <a:cs typeface="Arial"/>
            </a:endParaRPr>
          </a:p>
          <a:p>
            <a:r>
              <a:rPr lang="en-US" sz="1000">
                <a:latin typeface="Arial"/>
                <a:cs typeface="Arial"/>
              </a:rPr>
              <a:t>| Haochen Zhang | 11.05.2026</a:t>
            </a:r>
            <a:endParaRPr lang="en-US" sz="1000">
              <a:cs typeface="Arial"/>
            </a:endParaRPr>
          </a:p>
        </p:txBody>
      </p:sp>
    </p:spTree>
    <p:extLst>
      <p:ext uri="{BB962C8B-B14F-4D97-AF65-F5344CB8AC3E}">
        <p14:creationId xmlns:p14="http://schemas.microsoft.com/office/powerpoint/2010/main" val="397480075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E69EB42E-5639-CD26-FCD7-1D7EE8CE802D}"/>
              </a:ext>
            </a:extLst>
          </p:cNvPr>
          <p:cNvSpPr>
            <a:spLocks noGrp="1"/>
          </p:cNvSpPr>
          <p:nvPr>
            <p:ph type="title"/>
          </p:nvPr>
        </p:nvSpPr>
        <p:spPr/>
        <p:txBody>
          <a:bodyPr/>
          <a:lstStyle/>
          <a:p>
            <a:r>
              <a:rPr lang="en-US">
                <a:latin typeface="Arial"/>
                <a:cs typeface="Arial"/>
              </a:rPr>
              <a:t>Weather Data</a:t>
            </a:r>
            <a:endParaRPr lang="en-US"/>
          </a:p>
        </p:txBody>
      </p:sp>
      <p:pic>
        <p:nvPicPr>
          <p:cNvPr id="4" name="Grafik 3" descr="Ein Bild, das Text, Screenshot, Schrift, Zahl enthält.&#10;&#10;KI-generierte Inhalte können fehlerhaft sein.">
            <a:extLst>
              <a:ext uri="{FF2B5EF4-FFF2-40B4-BE49-F238E27FC236}">
                <a16:creationId xmlns:a16="http://schemas.microsoft.com/office/drawing/2014/main" id="{E4D8E43E-7CE6-E5CF-7A5A-C39EF2C9C3D4}"/>
              </a:ext>
            </a:extLst>
          </p:cNvPr>
          <p:cNvPicPr>
            <a:picLocks noChangeAspect="1"/>
          </p:cNvPicPr>
          <p:nvPr/>
        </p:nvPicPr>
        <p:blipFill>
          <a:blip r:embed="rId2"/>
          <a:stretch>
            <a:fillRect/>
          </a:stretch>
        </p:blipFill>
        <p:spPr>
          <a:xfrm>
            <a:off x="0" y="1359868"/>
            <a:ext cx="9144000" cy="4138264"/>
          </a:xfrm>
          <a:prstGeom prst="rect">
            <a:avLst/>
          </a:prstGeom>
        </p:spPr>
      </p:pic>
      <p:sp>
        <p:nvSpPr>
          <p:cNvPr id="6" name="Textfeld 7">
            <a:extLst>
              <a:ext uri="{FF2B5EF4-FFF2-40B4-BE49-F238E27FC236}">
                <a16:creationId xmlns:a16="http://schemas.microsoft.com/office/drawing/2014/main" id="{3383D2FC-4247-002C-C757-1EC436AD3301}"/>
              </a:ext>
            </a:extLst>
          </p:cNvPr>
          <p:cNvSpPr txBox="1"/>
          <p:nvPr/>
        </p:nvSpPr>
        <p:spPr>
          <a:xfrm>
            <a:off x="448126" y="6330276"/>
            <a:ext cx="3217291" cy="461665"/>
          </a:xfrm>
          <a:prstGeom prst="rect">
            <a:avLst/>
          </a:prstGeom>
          <a:solidFill>
            <a:schemeClr val="bg1"/>
          </a:solidFill>
        </p:spPr>
        <p:txBody>
          <a:bodyPr rot="0" spcFirstLastPara="0" vert="horz" wrap="square" lIns="0" tIns="0" rIns="0" bIns="0" numCol="1" spcCol="0" rtlCol="0" fromWordArt="0" anchor="t" anchorCtr="0" forceAA="0" compatLnSpc="1">
            <a:prstTxWarp prst="textNoShape">
              <a:avLst/>
            </a:prstTxWarp>
            <a:spAutoFit/>
          </a:bodyPr>
          <a:lstStyle>
            <a:defPPr>
              <a:defRPr lang="de-DE"/>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a:lstStyle>
          <a:p>
            <a:endParaRPr lang="en-US" sz="1000">
              <a:latin typeface="Arial"/>
              <a:cs typeface="Arial"/>
            </a:endParaRPr>
          </a:p>
          <a:p>
            <a:endParaRPr lang="en-US" sz="1000">
              <a:latin typeface="Arial"/>
              <a:cs typeface="Arial"/>
            </a:endParaRPr>
          </a:p>
          <a:p>
            <a:r>
              <a:rPr lang="en-US" sz="1000">
                <a:latin typeface="Arial"/>
                <a:cs typeface="Arial"/>
              </a:rPr>
              <a:t>| Haochen Zhang | 11.05.2026</a:t>
            </a:r>
            <a:endParaRPr lang="en-US" sz="1000">
              <a:cs typeface="Arial"/>
            </a:endParaRPr>
          </a:p>
        </p:txBody>
      </p:sp>
    </p:spTree>
    <p:extLst>
      <p:ext uri="{BB962C8B-B14F-4D97-AF65-F5344CB8AC3E}">
        <p14:creationId xmlns:p14="http://schemas.microsoft.com/office/powerpoint/2010/main" val="209670785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E11849-FE4D-A0DE-A4D5-8ABB57B4AC86}"/>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E69C048D-C2EF-0862-ECA1-51B4424F5D0C}"/>
              </a:ext>
            </a:extLst>
          </p:cNvPr>
          <p:cNvSpPr>
            <a:spLocks noGrp="1"/>
          </p:cNvSpPr>
          <p:nvPr>
            <p:ph type="title"/>
          </p:nvPr>
        </p:nvSpPr>
        <p:spPr/>
        <p:txBody>
          <a:bodyPr/>
          <a:lstStyle/>
          <a:p>
            <a:r>
              <a:rPr lang="en-US">
                <a:latin typeface="Arial"/>
                <a:cs typeface="Arial"/>
              </a:rPr>
              <a:t>Weather </a:t>
            </a:r>
            <a:r>
              <a:rPr lang="en-US" err="1">
                <a:latin typeface="Arial"/>
                <a:cs typeface="Arial"/>
              </a:rPr>
              <a:t>data</a:t>
            </a:r>
            <a:r>
              <a:rPr lang="en-US">
                <a:latin typeface="Arial"/>
                <a:cs typeface="Arial"/>
              </a:rPr>
              <a:t> </a:t>
            </a:r>
            <a:r>
              <a:rPr lang="en-US" err="1">
                <a:latin typeface="Arial"/>
                <a:cs typeface="Arial"/>
              </a:rPr>
              <a:t>given</a:t>
            </a:r>
            <a:r>
              <a:rPr lang="en-US">
                <a:latin typeface="Arial"/>
                <a:cs typeface="Arial"/>
              </a:rPr>
              <a:t> PD</a:t>
            </a:r>
            <a:endParaRPr lang="en-US"/>
          </a:p>
        </p:txBody>
      </p:sp>
      <p:graphicFrame>
        <p:nvGraphicFramePr>
          <p:cNvPr id="4" name="Tabelle 3">
            <a:extLst>
              <a:ext uri="{FF2B5EF4-FFF2-40B4-BE49-F238E27FC236}">
                <a16:creationId xmlns:a16="http://schemas.microsoft.com/office/drawing/2014/main" id="{B68693B7-E9FA-6CE2-A66B-8135495D5FD2}"/>
              </a:ext>
            </a:extLst>
          </p:cNvPr>
          <p:cNvGraphicFramePr>
            <a:graphicFrameLocks noGrp="1"/>
          </p:cNvGraphicFramePr>
          <p:nvPr>
            <p:extLst>
              <p:ext uri="{D42A27DB-BD31-4B8C-83A1-F6EECF244321}">
                <p14:modId xmlns:p14="http://schemas.microsoft.com/office/powerpoint/2010/main" val="1975174066"/>
              </p:ext>
            </p:extLst>
          </p:nvPr>
        </p:nvGraphicFramePr>
        <p:xfrm>
          <a:off x="284480" y="1006856"/>
          <a:ext cx="8593754" cy="3190604"/>
        </p:xfrm>
        <a:graphic>
          <a:graphicData uri="http://schemas.openxmlformats.org/drawingml/2006/table">
            <a:tbl>
              <a:tblPr firstRow="1" bandRow="1">
                <a:tableStyleId>{5C22544A-7EE6-4342-B048-85BDC9FD1C3A}</a:tableStyleId>
              </a:tblPr>
              <a:tblGrid>
                <a:gridCol w="661058">
                  <a:extLst>
                    <a:ext uri="{9D8B030D-6E8A-4147-A177-3AD203B41FA5}">
                      <a16:colId xmlns:a16="http://schemas.microsoft.com/office/drawing/2014/main" val="626003958"/>
                    </a:ext>
                  </a:extLst>
                </a:gridCol>
                <a:gridCol w="661058">
                  <a:extLst>
                    <a:ext uri="{9D8B030D-6E8A-4147-A177-3AD203B41FA5}">
                      <a16:colId xmlns:a16="http://schemas.microsoft.com/office/drawing/2014/main" val="3533797695"/>
                    </a:ext>
                  </a:extLst>
                </a:gridCol>
                <a:gridCol w="661058">
                  <a:extLst>
                    <a:ext uri="{9D8B030D-6E8A-4147-A177-3AD203B41FA5}">
                      <a16:colId xmlns:a16="http://schemas.microsoft.com/office/drawing/2014/main" val="1723621392"/>
                    </a:ext>
                  </a:extLst>
                </a:gridCol>
                <a:gridCol w="661058">
                  <a:extLst>
                    <a:ext uri="{9D8B030D-6E8A-4147-A177-3AD203B41FA5}">
                      <a16:colId xmlns:a16="http://schemas.microsoft.com/office/drawing/2014/main" val="3684016445"/>
                    </a:ext>
                  </a:extLst>
                </a:gridCol>
                <a:gridCol w="661058">
                  <a:extLst>
                    <a:ext uri="{9D8B030D-6E8A-4147-A177-3AD203B41FA5}">
                      <a16:colId xmlns:a16="http://schemas.microsoft.com/office/drawing/2014/main" val="3120114581"/>
                    </a:ext>
                  </a:extLst>
                </a:gridCol>
                <a:gridCol w="661058">
                  <a:extLst>
                    <a:ext uri="{9D8B030D-6E8A-4147-A177-3AD203B41FA5}">
                      <a16:colId xmlns:a16="http://schemas.microsoft.com/office/drawing/2014/main" val="1066362318"/>
                    </a:ext>
                  </a:extLst>
                </a:gridCol>
                <a:gridCol w="661058">
                  <a:extLst>
                    <a:ext uri="{9D8B030D-6E8A-4147-A177-3AD203B41FA5}">
                      <a16:colId xmlns:a16="http://schemas.microsoft.com/office/drawing/2014/main" val="1613802814"/>
                    </a:ext>
                  </a:extLst>
                </a:gridCol>
                <a:gridCol w="661058">
                  <a:extLst>
                    <a:ext uri="{9D8B030D-6E8A-4147-A177-3AD203B41FA5}">
                      <a16:colId xmlns:a16="http://schemas.microsoft.com/office/drawing/2014/main" val="3235018036"/>
                    </a:ext>
                  </a:extLst>
                </a:gridCol>
                <a:gridCol w="661058">
                  <a:extLst>
                    <a:ext uri="{9D8B030D-6E8A-4147-A177-3AD203B41FA5}">
                      <a16:colId xmlns:a16="http://schemas.microsoft.com/office/drawing/2014/main" val="18120407"/>
                    </a:ext>
                  </a:extLst>
                </a:gridCol>
                <a:gridCol w="661058">
                  <a:extLst>
                    <a:ext uri="{9D8B030D-6E8A-4147-A177-3AD203B41FA5}">
                      <a16:colId xmlns:a16="http://schemas.microsoft.com/office/drawing/2014/main" val="3911571886"/>
                    </a:ext>
                  </a:extLst>
                </a:gridCol>
                <a:gridCol w="661058">
                  <a:extLst>
                    <a:ext uri="{9D8B030D-6E8A-4147-A177-3AD203B41FA5}">
                      <a16:colId xmlns:a16="http://schemas.microsoft.com/office/drawing/2014/main" val="444949786"/>
                    </a:ext>
                  </a:extLst>
                </a:gridCol>
                <a:gridCol w="661058">
                  <a:extLst>
                    <a:ext uri="{9D8B030D-6E8A-4147-A177-3AD203B41FA5}">
                      <a16:colId xmlns:a16="http://schemas.microsoft.com/office/drawing/2014/main" val="3381821050"/>
                    </a:ext>
                  </a:extLst>
                </a:gridCol>
                <a:gridCol w="661058">
                  <a:extLst>
                    <a:ext uri="{9D8B030D-6E8A-4147-A177-3AD203B41FA5}">
                      <a16:colId xmlns:a16="http://schemas.microsoft.com/office/drawing/2014/main" val="3699814725"/>
                    </a:ext>
                  </a:extLst>
                </a:gridCol>
              </a:tblGrid>
              <a:tr h="909502">
                <a:tc>
                  <a:txBody>
                    <a:bodyPr/>
                    <a:lstStyle/>
                    <a:p>
                      <a:endParaRPr lang="en-US" sz="1400" noProof="0"/>
                    </a:p>
                  </a:txBody>
                  <a:tcPr/>
                </a:tc>
                <a:tc>
                  <a:txBody>
                    <a:bodyPr/>
                    <a:lstStyle/>
                    <a:p>
                      <a:pPr marL="0" lvl="0" indent="0" algn="l">
                        <a:lnSpc>
                          <a:spcPct val="100000"/>
                        </a:lnSpc>
                        <a:buNone/>
                      </a:pPr>
                      <a:r>
                        <a:rPr lang="en-US" sz="1400" b="1" i="0" u="none" strike="noStrike" baseline="0" noProof="0">
                          <a:solidFill>
                            <a:srgbClr val="FFFFFF"/>
                          </a:solidFill>
                          <a:latin typeface="Arial"/>
                          <a:cs typeface="Arial"/>
                        </a:rPr>
                        <a:t>feeder</a:t>
                      </a:r>
                    </a:p>
                    <a:p>
                      <a:pPr lvl="0">
                        <a:buNone/>
                      </a:pPr>
                      <a:endParaRPr lang="en-US" sz="1400" noProof="0"/>
                    </a:p>
                  </a:txBody>
                  <a:tcPr/>
                </a:tc>
                <a:tc>
                  <a:txBody>
                    <a:bodyPr/>
                    <a:lstStyle/>
                    <a:p>
                      <a:pPr lvl="0">
                        <a:buNone/>
                      </a:pPr>
                      <a:r>
                        <a:rPr lang="en-US" sz="1400" b="1" i="0" u="none" strike="noStrike" baseline="0" noProof="0" err="1">
                          <a:solidFill>
                            <a:srgbClr val="FFFFFF"/>
                          </a:solidFill>
                          <a:latin typeface="Arial"/>
                          <a:cs typeface="Arial"/>
                        </a:rPr>
                        <a:t>timestamp_UTC</a:t>
                      </a:r>
                      <a:endParaRPr lang="de-DE" sz="1400"/>
                    </a:p>
                  </a:txBody>
                  <a:tcPr/>
                </a:tc>
                <a:tc>
                  <a:txBody>
                    <a:bodyPr/>
                    <a:lstStyle/>
                    <a:p>
                      <a:pPr lvl="0" algn="l">
                        <a:lnSpc>
                          <a:spcPct val="100000"/>
                        </a:lnSpc>
                        <a:spcBef>
                          <a:spcPts val="0"/>
                        </a:spcBef>
                        <a:spcAft>
                          <a:spcPts val="0"/>
                        </a:spcAft>
                        <a:buNone/>
                      </a:pPr>
                      <a:r>
                        <a:rPr lang="en-US" sz="1400" b="1" i="0" u="none" strike="noStrike" baseline="0" noProof="0" err="1">
                          <a:solidFill>
                            <a:srgbClr val="FFFFFF"/>
                          </a:solidFill>
                          <a:latin typeface="Arial"/>
                          <a:cs typeface="Arial"/>
                        </a:rPr>
                        <a:t>timestamp_CET_CEST</a:t>
                      </a:r>
                      <a:endParaRPr lang="de-DE" sz="1400"/>
                    </a:p>
                    <a:p>
                      <a:pPr lvl="0">
                        <a:buNone/>
                      </a:pPr>
                      <a:endParaRPr lang="en-US" sz="1400" noProof="0"/>
                    </a:p>
                  </a:txBody>
                  <a:tcPr/>
                </a:tc>
                <a:tc>
                  <a:txBody>
                    <a:bodyPr/>
                    <a:lstStyle/>
                    <a:p>
                      <a:pPr lvl="0">
                        <a:buNone/>
                      </a:pPr>
                      <a:r>
                        <a:rPr lang="en-US" sz="1400" b="1" i="0" u="none" strike="noStrike" baseline="0" noProof="0" err="1">
                          <a:solidFill>
                            <a:srgbClr val="FFFFFF"/>
                          </a:solidFill>
                          <a:latin typeface="Arial"/>
                          <a:cs typeface="Arial"/>
                        </a:rPr>
                        <a:t>direct_radiation_W</a:t>
                      </a:r>
                      <a:r>
                        <a:rPr lang="en-US" sz="1400" b="1" i="0" u="none" strike="noStrike" baseline="0" noProof="0">
                          <a:solidFill>
                            <a:srgbClr val="FFFFFF"/>
                          </a:solidFill>
                          <a:latin typeface="Arial"/>
                          <a:cs typeface="Arial"/>
                        </a:rPr>
                        <a:t>/m2</a:t>
                      </a:r>
                      <a:endParaRPr lang="de-DE" sz="1400"/>
                    </a:p>
                  </a:txBody>
                  <a:tcPr/>
                </a:tc>
                <a:tc>
                  <a:txBody>
                    <a:bodyPr/>
                    <a:lstStyle/>
                    <a:p>
                      <a:pPr lvl="0" algn="l">
                        <a:lnSpc>
                          <a:spcPct val="100000"/>
                        </a:lnSpc>
                        <a:spcBef>
                          <a:spcPts val="0"/>
                        </a:spcBef>
                        <a:spcAft>
                          <a:spcPts val="0"/>
                        </a:spcAft>
                        <a:buNone/>
                      </a:pPr>
                      <a:r>
                        <a:rPr lang="en-US" sz="1400" b="1" i="0" u="none" strike="noStrike" baseline="0" noProof="0" err="1">
                          <a:solidFill>
                            <a:srgbClr val="FFFFFF"/>
                          </a:solidFill>
                          <a:latin typeface="Arial"/>
                          <a:cs typeface="Arial"/>
                        </a:rPr>
                        <a:t>diffuse_radiation_W</a:t>
                      </a:r>
                      <a:r>
                        <a:rPr lang="en-US" sz="1400" b="1" i="0" u="none" strike="noStrike" baseline="0" noProof="0">
                          <a:solidFill>
                            <a:srgbClr val="FFFFFF"/>
                          </a:solidFill>
                          <a:latin typeface="Arial"/>
                          <a:cs typeface="Arial"/>
                        </a:rPr>
                        <a:t>/m2</a:t>
                      </a:r>
                      <a:endParaRPr lang="de-DE" sz="1400"/>
                    </a:p>
                  </a:txBody>
                  <a:tcPr/>
                </a:tc>
                <a:tc>
                  <a:txBody>
                    <a:bodyPr/>
                    <a:lstStyle/>
                    <a:p>
                      <a:pPr lvl="0" algn="l">
                        <a:lnSpc>
                          <a:spcPct val="100000"/>
                        </a:lnSpc>
                        <a:spcBef>
                          <a:spcPts val="0"/>
                        </a:spcBef>
                        <a:spcAft>
                          <a:spcPts val="0"/>
                        </a:spcAft>
                        <a:buNone/>
                      </a:pPr>
                      <a:r>
                        <a:rPr lang="en-US" sz="1400" b="1" i="0" u="none" strike="noStrike" baseline="0" noProof="0" err="1">
                          <a:solidFill>
                            <a:srgbClr val="FFFFFF"/>
                          </a:solidFill>
                          <a:latin typeface="Arial"/>
                          <a:cs typeface="Arial"/>
                        </a:rPr>
                        <a:t>air_temperature_C</a:t>
                      </a:r>
                      <a:endParaRPr lang="de-DE" sz="1400"/>
                    </a:p>
                  </a:txBody>
                  <a:tcPr/>
                </a:tc>
                <a:tc>
                  <a:txBody>
                    <a:bodyPr/>
                    <a:lstStyle/>
                    <a:p>
                      <a:pPr lvl="0" algn="l">
                        <a:lnSpc>
                          <a:spcPct val="100000"/>
                        </a:lnSpc>
                        <a:spcBef>
                          <a:spcPts val="0"/>
                        </a:spcBef>
                        <a:spcAft>
                          <a:spcPts val="0"/>
                        </a:spcAft>
                        <a:buNone/>
                      </a:pPr>
                      <a:r>
                        <a:rPr lang="en-US" sz="1400" b="1" i="0" u="none" strike="noStrike" baseline="0" noProof="0" err="1">
                          <a:solidFill>
                            <a:srgbClr val="FFFFFF"/>
                          </a:solidFill>
                          <a:latin typeface="Arial"/>
                          <a:cs typeface="Arial"/>
                        </a:rPr>
                        <a:t>precipitation_kg</a:t>
                      </a:r>
                      <a:r>
                        <a:rPr lang="en-US" sz="1400" b="1" i="0" u="none" strike="noStrike" baseline="0" noProof="0">
                          <a:solidFill>
                            <a:srgbClr val="FFFFFF"/>
                          </a:solidFill>
                          <a:latin typeface="Arial"/>
                          <a:cs typeface="Arial"/>
                        </a:rPr>
                        <a:t>/m2</a:t>
                      </a:r>
                      <a:endParaRPr lang="de-DE" sz="1400"/>
                    </a:p>
                    <a:p>
                      <a:pPr lvl="0">
                        <a:buNone/>
                      </a:pPr>
                      <a:endParaRPr lang="en-US" sz="1400" noProof="0"/>
                    </a:p>
                  </a:txBody>
                  <a:tcPr/>
                </a:tc>
                <a:tc>
                  <a:txBody>
                    <a:bodyPr/>
                    <a:lstStyle/>
                    <a:p>
                      <a:pPr lvl="0" algn="l">
                        <a:lnSpc>
                          <a:spcPct val="100000"/>
                        </a:lnSpc>
                        <a:spcBef>
                          <a:spcPts val="0"/>
                        </a:spcBef>
                        <a:spcAft>
                          <a:spcPts val="0"/>
                        </a:spcAft>
                        <a:buNone/>
                      </a:pPr>
                      <a:r>
                        <a:rPr lang="en-US" sz="1400" b="1" i="0" u="none" strike="noStrike" baseline="0" noProof="0" err="1">
                          <a:solidFill>
                            <a:srgbClr val="FFFFFF"/>
                          </a:solidFill>
                          <a:latin typeface="Arial"/>
                          <a:cs typeface="Arial"/>
                        </a:rPr>
                        <a:t>snow_height_m</a:t>
                      </a:r>
                      <a:endParaRPr lang="de-DE" sz="1400"/>
                    </a:p>
                  </a:txBody>
                  <a:tcPr/>
                </a:tc>
                <a:tc>
                  <a:txBody>
                    <a:bodyPr/>
                    <a:lstStyle/>
                    <a:p>
                      <a:pPr lvl="0" algn="l">
                        <a:lnSpc>
                          <a:spcPct val="100000"/>
                        </a:lnSpc>
                        <a:spcBef>
                          <a:spcPts val="0"/>
                        </a:spcBef>
                        <a:spcAft>
                          <a:spcPts val="0"/>
                        </a:spcAft>
                        <a:buNone/>
                      </a:pPr>
                      <a:r>
                        <a:rPr lang="en-US" sz="1400" b="1" i="0" u="none" strike="noStrike" baseline="0" noProof="0" err="1">
                          <a:solidFill>
                            <a:srgbClr val="FFFFFF"/>
                          </a:solidFill>
                          <a:latin typeface="Arial"/>
                          <a:cs typeface="Arial"/>
                        </a:rPr>
                        <a:t>humidity_kg</a:t>
                      </a:r>
                      <a:r>
                        <a:rPr lang="en-US" sz="1400" b="1" i="0" u="none" strike="noStrike" baseline="0" noProof="0">
                          <a:solidFill>
                            <a:srgbClr val="FFFFFF"/>
                          </a:solidFill>
                          <a:latin typeface="Arial"/>
                          <a:cs typeface="Arial"/>
                        </a:rPr>
                        <a:t>/kg</a:t>
                      </a:r>
                      <a:endParaRPr lang="de-DE" sz="1400"/>
                    </a:p>
                  </a:txBody>
                  <a:tcPr/>
                </a:tc>
                <a:tc>
                  <a:txBody>
                    <a:bodyPr/>
                    <a:lstStyle/>
                    <a:p>
                      <a:pPr lvl="0" algn="l">
                        <a:lnSpc>
                          <a:spcPct val="100000"/>
                        </a:lnSpc>
                        <a:spcBef>
                          <a:spcPts val="0"/>
                        </a:spcBef>
                        <a:spcAft>
                          <a:spcPts val="0"/>
                        </a:spcAft>
                        <a:buNone/>
                      </a:pPr>
                      <a:r>
                        <a:rPr lang="de-DE" sz="1400" b="1" i="0" u="none" strike="noStrike" baseline="0" noProof="0" err="1">
                          <a:solidFill>
                            <a:srgbClr val="FFFFFF"/>
                          </a:solidFill>
                          <a:latin typeface="Arial"/>
                          <a:cs typeface="Arial"/>
                        </a:rPr>
                        <a:t>max_wind_gust_m</a:t>
                      </a:r>
                      <a:r>
                        <a:rPr lang="de-DE" sz="1400" b="1" i="0" u="none" strike="noStrike" baseline="0" noProof="0">
                          <a:solidFill>
                            <a:srgbClr val="FFFFFF"/>
                          </a:solidFill>
                          <a:latin typeface="Arial"/>
                          <a:cs typeface="Arial"/>
                        </a:rPr>
                        <a:t>/s</a:t>
                      </a:r>
                      <a:endParaRPr lang="de-DE" sz="1400"/>
                    </a:p>
                  </a:txBody>
                  <a:tcPr/>
                </a:tc>
                <a:tc>
                  <a:txBody>
                    <a:bodyPr/>
                    <a:lstStyle/>
                    <a:p>
                      <a:pPr lvl="0" algn="l">
                        <a:lnSpc>
                          <a:spcPct val="100000"/>
                        </a:lnSpc>
                        <a:spcBef>
                          <a:spcPts val="0"/>
                        </a:spcBef>
                        <a:spcAft>
                          <a:spcPts val="0"/>
                        </a:spcAft>
                        <a:buNone/>
                      </a:pPr>
                      <a:r>
                        <a:rPr lang="de-DE" sz="1400" b="1" i="0" u="none" strike="noStrike" baseline="0" noProof="0" err="1">
                          <a:solidFill>
                            <a:srgbClr val="FFFFFF"/>
                          </a:solidFill>
                          <a:latin typeface="Arial"/>
                          <a:cs typeface="Arial"/>
                        </a:rPr>
                        <a:t>meridional_wind_m</a:t>
                      </a:r>
                      <a:r>
                        <a:rPr lang="de-DE" sz="1400" b="1" i="0" u="none" strike="noStrike" baseline="0" noProof="0">
                          <a:solidFill>
                            <a:srgbClr val="FFFFFF"/>
                          </a:solidFill>
                          <a:latin typeface="Arial"/>
                          <a:cs typeface="Arial"/>
                        </a:rPr>
                        <a:t>/s</a:t>
                      </a:r>
                      <a:endParaRPr lang="de-DE" sz="1400"/>
                    </a:p>
                  </a:txBody>
                  <a:tcPr/>
                </a:tc>
                <a:tc>
                  <a:txBody>
                    <a:bodyPr/>
                    <a:lstStyle/>
                    <a:p>
                      <a:pPr lvl="0" algn="l">
                        <a:lnSpc>
                          <a:spcPct val="100000"/>
                        </a:lnSpc>
                        <a:spcBef>
                          <a:spcPts val="0"/>
                        </a:spcBef>
                        <a:spcAft>
                          <a:spcPts val="0"/>
                        </a:spcAft>
                        <a:buNone/>
                      </a:pPr>
                      <a:r>
                        <a:rPr lang="de-DE" sz="1400" b="1" i="0" u="none" strike="noStrike" baseline="0" noProof="0" err="1">
                          <a:solidFill>
                            <a:srgbClr val="FFFFFF"/>
                          </a:solidFill>
                          <a:latin typeface="Arial"/>
                          <a:cs typeface="Arial"/>
                        </a:rPr>
                        <a:t>zonal_wind_m</a:t>
                      </a:r>
                      <a:r>
                        <a:rPr lang="de-DE" sz="1400" b="1" i="0" u="none" strike="noStrike" baseline="0" noProof="0">
                          <a:solidFill>
                            <a:srgbClr val="FFFFFF"/>
                          </a:solidFill>
                          <a:latin typeface="Arial"/>
                          <a:cs typeface="Arial"/>
                        </a:rPr>
                        <a:t>/s</a:t>
                      </a:r>
                      <a:endParaRPr lang="de-DE" sz="1400"/>
                    </a:p>
                  </a:txBody>
                  <a:tcPr/>
                </a:tc>
                <a:extLst>
                  <a:ext uri="{0D108BD9-81ED-4DB2-BD59-A6C34878D82A}">
                    <a16:rowId xmlns:a16="http://schemas.microsoft.com/office/drawing/2014/main" val="3879814623"/>
                  </a:ext>
                </a:extLst>
              </a:tr>
              <a:tr h="909502">
                <a:tc>
                  <a:txBody>
                    <a:bodyPr/>
                    <a:lstStyle/>
                    <a:p>
                      <a:r>
                        <a:rPr lang="en-US" sz="1400" noProof="0"/>
                        <a:t>Me</a:t>
                      </a:r>
                    </a:p>
                  </a:txBody>
                  <a:tcPr/>
                </a:tc>
                <a:tc>
                  <a:txBody>
                    <a:bodyPr/>
                    <a:lstStyle/>
                    <a:p>
                      <a:r>
                        <a:rPr lang="en-US" sz="1400" noProof="0"/>
                        <a:t>1</a:t>
                      </a:r>
                    </a:p>
                  </a:txBody>
                  <a:tcPr/>
                </a:tc>
                <a:tc>
                  <a:txBody>
                    <a:bodyPr/>
                    <a:lstStyle/>
                    <a:p>
                      <a:r>
                        <a:rPr lang="en-US" sz="1400" noProof="0"/>
                        <a:t>1</a:t>
                      </a:r>
                    </a:p>
                  </a:txBody>
                  <a:tcPr/>
                </a:tc>
                <a:tc>
                  <a:txBody>
                    <a:bodyPr/>
                    <a:lstStyle/>
                    <a:p>
                      <a:r>
                        <a:rPr lang="en-US" sz="1400" noProof="0"/>
                        <a:t>1</a:t>
                      </a:r>
                    </a:p>
                  </a:txBody>
                  <a:tcPr/>
                </a:tc>
                <a:tc>
                  <a:txBody>
                    <a:bodyPr/>
                    <a:lstStyle/>
                    <a:p>
                      <a:r>
                        <a:rPr lang="en-US" sz="1400" noProof="0"/>
                        <a:t>0</a:t>
                      </a:r>
                    </a:p>
                  </a:txBody>
                  <a:tcPr/>
                </a:tc>
                <a:tc>
                  <a:txBody>
                    <a:bodyPr/>
                    <a:lstStyle/>
                    <a:p>
                      <a:r>
                        <a:rPr lang="en-US" sz="1400" noProof="0"/>
                        <a:t>0</a:t>
                      </a:r>
                    </a:p>
                  </a:txBody>
                  <a:tcPr/>
                </a:tc>
                <a:tc>
                  <a:txBody>
                    <a:bodyPr/>
                    <a:lstStyle/>
                    <a:p>
                      <a:r>
                        <a:rPr lang="en-US" sz="1400" noProof="0"/>
                        <a:t>0</a:t>
                      </a:r>
                    </a:p>
                  </a:txBody>
                  <a:tcPr/>
                </a:tc>
                <a:tc>
                  <a:txBody>
                    <a:bodyPr/>
                    <a:lstStyle/>
                    <a:p>
                      <a:r>
                        <a:rPr lang="en-US" sz="1400" noProof="0"/>
                        <a:t>0</a:t>
                      </a:r>
                    </a:p>
                  </a:txBody>
                  <a:tcPr/>
                </a:tc>
                <a:tc>
                  <a:txBody>
                    <a:bodyPr/>
                    <a:lstStyle/>
                    <a:p>
                      <a:r>
                        <a:rPr lang="en-US" sz="1400" noProof="0"/>
                        <a:t>0</a:t>
                      </a:r>
                    </a:p>
                  </a:txBody>
                  <a:tcPr/>
                </a:tc>
                <a:tc>
                  <a:txBody>
                    <a:bodyPr/>
                    <a:lstStyle/>
                    <a:p>
                      <a:pPr lvl="0">
                        <a:buNone/>
                      </a:pPr>
                      <a:r>
                        <a:rPr lang="en-US" sz="1400" noProof="0"/>
                        <a:t>0</a:t>
                      </a:r>
                    </a:p>
                  </a:txBody>
                  <a:tcPr/>
                </a:tc>
                <a:tc>
                  <a:txBody>
                    <a:bodyPr/>
                    <a:lstStyle/>
                    <a:p>
                      <a:pPr lvl="0">
                        <a:buNone/>
                      </a:pPr>
                      <a:r>
                        <a:rPr lang="en-US" sz="1400" noProof="0"/>
                        <a:t>0</a:t>
                      </a:r>
                    </a:p>
                  </a:txBody>
                  <a:tcPr/>
                </a:tc>
                <a:tc>
                  <a:txBody>
                    <a:bodyPr/>
                    <a:lstStyle/>
                    <a:p>
                      <a:pPr lvl="0">
                        <a:buNone/>
                      </a:pPr>
                      <a:r>
                        <a:rPr lang="en-US" sz="1400" noProof="0"/>
                        <a:t>0</a:t>
                      </a:r>
                    </a:p>
                  </a:txBody>
                  <a:tcPr/>
                </a:tc>
                <a:tc>
                  <a:txBody>
                    <a:bodyPr/>
                    <a:lstStyle/>
                    <a:p>
                      <a:pPr lvl="0">
                        <a:buNone/>
                      </a:pPr>
                      <a:r>
                        <a:rPr lang="en-US" sz="1400" noProof="0"/>
                        <a:t>0</a:t>
                      </a:r>
                    </a:p>
                  </a:txBody>
                  <a:tcPr/>
                </a:tc>
                <a:extLst>
                  <a:ext uri="{0D108BD9-81ED-4DB2-BD59-A6C34878D82A}">
                    <a16:rowId xmlns:a16="http://schemas.microsoft.com/office/drawing/2014/main" val="3256142858"/>
                  </a:ext>
                </a:extLst>
              </a:tr>
              <a:tr h="909502">
                <a:tc>
                  <a:txBody>
                    <a:bodyPr/>
                    <a:lstStyle/>
                    <a:p>
                      <a:r>
                        <a:rPr lang="en-US" sz="1400" noProof="0"/>
                        <a:t>LLM</a:t>
                      </a:r>
                    </a:p>
                  </a:txBody>
                  <a:tcPr/>
                </a:tc>
                <a:tc>
                  <a:txBody>
                    <a:bodyPr/>
                    <a:lstStyle/>
                    <a:p>
                      <a:r>
                        <a:rPr lang="en-US" sz="1400" noProof="0"/>
                        <a:t>1 – 0.70</a:t>
                      </a:r>
                    </a:p>
                  </a:txBody>
                  <a:tcPr/>
                </a:tc>
                <a:tc>
                  <a:txBody>
                    <a:bodyPr/>
                    <a:lstStyle/>
                    <a:p>
                      <a:r>
                        <a:rPr lang="en-US" sz="1400" noProof="0"/>
                        <a:t>0 – 0.20</a:t>
                      </a:r>
                    </a:p>
                  </a:txBody>
                  <a:tcPr/>
                </a:tc>
                <a:tc>
                  <a:txBody>
                    <a:bodyPr/>
                    <a:lstStyle/>
                    <a:p>
                      <a:r>
                        <a:rPr lang="en-US" sz="1400" noProof="0"/>
                        <a:t>0 – 0.20</a:t>
                      </a:r>
                    </a:p>
                  </a:txBody>
                  <a:tcPr/>
                </a:tc>
                <a:tc>
                  <a:txBody>
                    <a:bodyPr/>
                    <a:lstStyle/>
                    <a:p>
                      <a:r>
                        <a:rPr lang="en-US" sz="1400" noProof="0"/>
                        <a:t>0 – 0.00</a:t>
                      </a:r>
                    </a:p>
                  </a:txBody>
                  <a:tcPr/>
                </a:tc>
                <a:tc>
                  <a:txBody>
                    <a:bodyPr/>
                    <a:lstStyle/>
                    <a:p>
                      <a:r>
                        <a:rPr lang="en-US" sz="1400" noProof="0"/>
                        <a:t>0 – </a:t>
                      </a:r>
                      <a:r>
                        <a:rPr lang="en-US" sz="1400" b="0" i="0" u="none" strike="noStrike" noProof="0">
                          <a:solidFill>
                            <a:srgbClr val="000000"/>
                          </a:solidFill>
                          <a:latin typeface="Arial"/>
                          <a:cs typeface="Arial"/>
                        </a:rPr>
                        <a:t>0.00</a:t>
                      </a:r>
                      <a:endParaRPr lang="en-US" sz="1400" noProof="0"/>
                    </a:p>
                  </a:txBody>
                  <a:tcPr/>
                </a:tc>
                <a:tc>
                  <a:txBody>
                    <a:bodyPr/>
                    <a:lstStyle/>
                    <a:p>
                      <a:r>
                        <a:rPr lang="en-US" sz="1400" noProof="0"/>
                        <a:t>0 – </a:t>
                      </a:r>
                      <a:r>
                        <a:rPr lang="en-US" sz="1400" b="0" i="0" u="none" strike="noStrike" noProof="0">
                          <a:solidFill>
                            <a:srgbClr val="000000"/>
                          </a:solidFill>
                          <a:latin typeface="Arial"/>
                          <a:cs typeface="Arial"/>
                        </a:rPr>
                        <a:t>0.00</a:t>
                      </a:r>
                      <a:endParaRPr lang="en-US" sz="1400" noProof="0"/>
                    </a:p>
                  </a:txBody>
                  <a:tcPr/>
                </a:tc>
                <a:tc>
                  <a:txBody>
                    <a:bodyPr/>
                    <a:lstStyle/>
                    <a:p>
                      <a:r>
                        <a:rPr lang="en-US" sz="1400" noProof="0"/>
                        <a:t>0 – </a:t>
                      </a:r>
                      <a:r>
                        <a:rPr lang="en-US" sz="1400" b="0" i="0" u="none" strike="noStrike" noProof="0">
                          <a:solidFill>
                            <a:srgbClr val="000000"/>
                          </a:solidFill>
                          <a:latin typeface="Arial"/>
                          <a:cs typeface="Arial"/>
                        </a:rPr>
                        <a:t>0.00</a:t>
                      </a:r>
                      <a:endParaRPr lang="en-US" sz="1400" noProof="0"/>
                    </a:p>
                  </a:txBody>
                  <a:tcPr/>
                </a:tc>
                <a:tc>
                  <a:txBody>
                    <a:bodyPr/>
                    <a:lstStyle/>
                    <a:p>
                      <a:r>
                        <a:rPr lang="en-US" sz="1400" noProof="0"/>
                        <a:t>0 – </a:t>
                      </a:r>
                      <a:r>
                        <a:rPr lang="en-US" sz="1400" b="0" i="0" u="none" strike="noStrike" noProof="0">
                          <a:solidFill>
                            <a:srgbClr val="000000"/>
                          </a:solidFill>
                          <a:latin typeface="Arial"/>
                          <a:cs typeface="Arial"/>
                        </a:rPr>
                        <a:t>0.00</a:t>
                      </a:r>
                      <a:endParaRPr lang="en-US" sz="1400" noProof="0"/>
                    </a:p>
                  </a:txBody>
                  <a:tcPr/>
                </a:tc>
                <a:tc>
                  <a:txBody>
                    <a:bodyPr/>
                    <a:lstStyle/>
                    <a:p>
                      <a:pPr lvl="0">
                        <a:buNone/>
                      </a:pPr>
                      <a:r>
                        <a:rPr lang="en-US" sz="1400" b="0" i="0" u="none" strike="noStrike" noProof="0">
                          <a:solidFill>
                            <a:srgbClr val="000000"/>
                          </a:solidFill>
                          <a:latin typeface="Arial"/>
                          <a:cs typeface="Arial"/>
                        </a:rPr>
                        <a:t>0 – 0.00</a:t>
                      </a:r>
                      <a:endParaRPr lang="de-DE" sz="1400"/>
                    </a:p>
                  </a:txBody>
                  <a:tcPr/>
                </a:tc>
                <a:tc>
                  <a:txBody>
                    <a:bodyPr/>
                    <a:lstStyle/>
                    <a:p>
                      <a:pPr lvl="0">
                        <a:buNone/>
                      </a:pPr>
                      <a:r>
                        <a:rPr lang="en-US" sz="1400" b="0" i="0" u="none" strike="noStrike" noProof="0">
                          <a:solidFill>
                            <a:srgbClr val="000000"/>
                          </a:solidFill>
                          <a:latin typeface="Arial"/>
                          <a:cs typeface="Arial"/>
                        </a:rPr>
                        <a:t>0 – 0.00</a:t>
                      </a:r>
                      <a:endParaRPr lang="de-DE" sz="1400"/>
                    </a:p>
                  </a:txBody>
                  <a:tcPr/>
                </a:tc>
                <a:tc>
                  <a:txBody>
                    <a:bodyPr/>
                    <a:lstStyle/>
                    <a:p>
                      <a:pPr lvl="0">
                        <a:buNone/>
                      </a:pPr>
                      <a:r>
                        <a:rPr lang="en-US" sz="1400" b="0" i="0" u="none" strike="noStrike" noProof="0">
                          <a:solidFill>
                            <a:srgbClr val="000000"/>
                          </a:solidFill>
                          <a:latin typeface="Arial"/>
                          <a:cs typeface="Arial"/>
                        </a:rPr>
                        <a:t>0 – 0.00</a:t>
                      </a:r>
                      <a:endParaRPr lang="de-DE" sz="1400"/>
                    </a:p>
                  </a:txBody>
                  <a:tcPr/>
                </a:tc>
                <a:tc>
                  <a:txBody>
                    <a:bodyPr/>
                    <a:lstStyle/>
                    <a:p>
                      <a:pPr lvl="0">
                        <a:buNone/>
                      </a:pPr>
                      <a:r>
                        <a:rPr lang="en-US" sz="1400" b="0" i="0" u="none" strike="noStrike" baseline="0" noProof="0">
                          <a:solidFill>
                            <a:srgbClr val="000000"/>
                          </a:solidFill>
                          <a:latin typeface="Arial"/>
                          <a:cs typeface="Arial"/>
                        </a:rPr>
                        <a:t>0 – 0.00</a:t>
                      </a:r>
                      <a:endParaRPr lang="de-DE" sz="1400"/>
                    </a:p>
                  </a:txBody>
                  <a:tcPr/>
                </a:tc>
                <a:extLst>
                  <a:ext uri="{0D108BD9-81ED-4DB2-BD59-A6C34878D82A}">
                    <a16:rowId xmlns:a16="http://schemas.microsoft.com/office/drawing/2014/main" val="165200827"/>
                  </a:ext>
                </a:extLst>
              </a:tr>
            </a:tbl>
          </a:graphicData>
        </a:graphic>
      </p:graphicFrame>
      <p:sp>
        <p:nvSpPr>
          <p:cNvPr id="6" name="Textfeld 5">
            <a:extLst>
              <a:ext uri="{FF2B5EF4-FFF2-40B4-BE49-F238E27FC236}">
                <a16:creationId xmlns:a16="http://schemas.microsoft.com/office/drawing/2014/main" id="{0628D54C-3AB4-C7E9-BEB8-B82AE42D19D5}"/>
              </a:ext>
            </a:extLst>
          </p:cNvPr>
          <p:cNvSpPr txBox="1"/>
          <p:nvPr/>
        </p:nvSpPr>
        <p:spPr>
          <a:xfrm>
            <a:off x="-2825404" y="4306223"/>
            <a:ext cx="1833835" cy="830997"/>
          </a:xfrm>
          <a:prstGeom prst="rect">
            <a:avLst/>
          </a:prstGeom>
          <a:noFill/>
        </p:spPr>
        <p:txBody>
          <a:bodyPr rot="0" spcFirstLastPara="0" vertOverflow="overflow" horzOverflow="overflow" vert="horz" wrap="none" lIns="0" tIns="0" rIns="0" bIns="0" numCol="1" spcCol="0" rtlCol="0" fromWordArt="0" anchor="t" anchorCtr="0" forceAA="0" compatLnSpc="1">
            <a:prstTxWarp prst="textNoShape">
              <a:avLst/>
            </a:prstTxWarp>
            <a:spAutoFit/>
          </a:bodyPr>
          <a:lstStyle/>
          <a:p>
            <a:r>
              <a:rPr lang="en-US">
                <a:latin typeface="Arial"/>
                <a:cs typeface="Arial"/>
              </a:rPr>
              <a:t>0 – not necessary</a:t>
            </a:r>
          </a:p>
          <a:p>
            <a:r>
              <a:rPr lang="en-US">
                <a:latin typeface="Arial"/>
                <a:cs typeface="Arial"/>
              </a:rPr>
              <a:t>1 – must</a:t>
            </a:r>
            <a:endParaRPr lang="en-US">
              <a:cs typeface="Arial"/>
            </a:endParaRPr>
          </a:p>
          <a:p>
            <a:r>
              <a:rPr lang="en-US">
                <a:latin typeface="Arial"/>
                <a:cs typeface="Arial"/>
              </a:rPr>
              <a:t>Confidence score</a:t>
            </a:r>
            <a:endParaRPr lang="en-US">
              <a:cs typeface="Arial"/>
            </a:endParaRPr>
          </a:p>
        </p:txBody>
      </p:sp>
      <p:sp>
        <p:nvSpPr>
          <p:cNvPr id="5" name="Textfeld 7">
            <a:extLst>
              <a:ext uri="{FF2B5EF4-FFF2-40B4-BE49-F238E27FC236}">
                <a16:creationId xmlns:a16="http://schemas.microsoft.com/office/drawing/2014/main" id="{CC3595F5-BB97-5BF7-9B1F-25E5F7B9DD6D}"/>
              </a:ext>
            </a:extLst>
          </p:cNvPr>
          <p:cNvSpPr txBox="1"/>
          <p:nvPr/>
        </p:nvSpPr>
        <p:spPr>
          <a:xfrm>
            <a:off x="448126" y="6330276"/>
            <a:ext cx="3217291" cy="461665"/>
          </a:xfrm>
          <a:prstGeom prst="rect">
            <a:avLst/>
          </a:prstGeom>
          <a:solidFill>
            <a:schemeClr val="bg1"/>
          </a:solidFill>
        </p:spPr>
        <p:txBody>
          <a:bodyPr rot="0" spcFirstLastPara="0" vert="horz" wrap="square" lIns="0" tIns="0" rIns="0" bIns="0" numCol="1" spcCol="0" rtlCol="0" fromWordArt="0" anchor="t" anchorCtr="0" forceAA="0" compatLnSpc="1">
            <a:prstTxWarp prst="textNoShape">
              <a:avLst/>
            </a:prstTxWarp>
            <a:spAutoFit/>
          </a:bodyPr>
          <a:lstStyle>
            <a:defPPr>
              <a:defRPr lang="de-DE"/>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a:lstStyle>
          <a:p>
            <a:endParaRPr lang="en-US" sz="1000">
              <a:latin typeface="Arial"/>
              <a:cs typeface="Arial"/>
            </a:endParaRPr>
          </a:p>
          <a:p>
            <a:endParaRPr lang="en-US" sz="1000">
              <a:latin typeface="Arial"/>
              <a:cs typeface="Arial"/>
            </a:endParaRPr>
          </a:p>
          <a:p>
            <a:r>
              <a:rPr lang="en-US" sz="1000">
                <a:latin typeface="Arial"/>
                <a:cs typeface="Arial"/>
              </a:rPr>
              <a:t>| Haochen Zhang | 11.05.2026</a:t>
            </a:r>
            <a:endParaRPr lang="en-US" sz="1000">
              <a:cs typeface="Arial"/>
            </a:endParaRPr>
          </a:p>
        </p:txBody>
      </p:sp>
      <p:sp>
        <p:nvSpPr>
          <p:cNvPr id="7" name="Textfeld 6">
            <a:extLst>
              <a:ext uri="{FF2B5EF4-FFF2-40B4-BE49-F238E27FC236}">
                <a16:creationId xmlns:a16="http://schemas.microsoft.com/office/drawing/2014/main" id="{91DB02F3-1D85-FA93-8B7E-C469BEC6D899}"/>
              </a:ext>
            </a:extLst>
          </p:cNvPr>
          <p:cNvSpPr txBox="1"/>
          <p:nvPr/>
        </p:nvSpPr>
        <p:spPr>
          <a:xfrm>
            <a:off x="-691342" y="4395123"/>
            <a:ext cx="12865189" cy="3631763"/>
          </a:xfrm>
          <a:prstGeom prst="rect">
            <a:avLst/>
          </a:prstGeom>
          <a:noFill/>
        </p:spPr>
        <p:txBody>
          <a:bodyPr rot="0" spcFirstLastPara="0" vertOverflow="overflow" horzOverflow="overflow" vert="horz" wrap="none" lIns="0" tIns="0" rIns="0" bIns="0" numCol="1" spcCol="0" rtlCol="0" fromWordArt="0" anchor="t" anchorCtr="0" forceAA="0" compatLnSpc="1">
            <a:prstTxWarp prst="textNoShape">
              <a:avLst/>
            </a:prstTxWarp>
            <a:spAutoFit/>
          </a:bodyPr>
          <a:lstStyle/>
          <a:p>
            <a:r>
              <a:rPr lang="de-DE" sz="1400">
                <a:cs typeface="Arial"/>
              </a:rPr>
              <a:t>1. **DPV‑Definition von personenbezogenen Daten**  </a:t>
            </a:r>
            <a:endParaRPr lang="de-DE"/>
          </a:p>
          <a:p>
            <a:r>
              <a:rPr lang="de-DE" sz="1400">
                <a:latin typeface="Arial"/>
                <a:cs typeface="Arial"/>
              </a:rPr>
              <a:t>   DPV unterscheidet klar zwischen *personenbezogenen* und *nicht‑personenbezogenen* Daten. </a:t>
            </a:r>
            <a:endParaRPr lang="de-DE">
              <a:latin typeface="Arial"/>
              <a:cs typeface="Arial" panose="020B0604020202020204" pitchFamily="34" charset="0"/>
            </a:endParaRPr>
          </a:p>
          <a:p>
            <a:r>
              <a:rPr lang="de-DE" sz="1400">
                <a:latin typeface="Arial"/>
                <a:cs typeface="Arial"/>
              </a:rPr>
              <a:t>Daten gelten als personenbezogen, wenn sie einer *identifizierten* oder *identifizierbaren* natürlichen Person zugeordnet werden können.  </a:t>
            </a:r>
            <a:endParaRPr lang="de-DE">
              <a:latin typeface="Arial"/>
              <a:cs typeface="Arial"/>
            </a:endParaRPr>
          </a:p>
          <a:p>
            <a:endParaRPr lang="de-DE"/>
          </a:p>
          <a:p>
            <a:r>
              <a:rPr lang="de-DE" sz="1400">
                <a:cs typeface="Arial"/>
              </a:rPr>
              <a:t>2. **Identifier‑Kategorie**  </a:t>
            </a:r>
            <a:endParaRPr lang="de-DE"/>
          </a:p>
          <a:p>
            <a:r>
              <a:rPr lang="de-DE" sz="1400">
                <a:latin typeface="Arial"/>
                <a:cs typeface="Arial"/>
              </a:rPr>
              <a:t>   In DPV ist ein „Identifier“ (z. B. ID‑Nummer, Gerätename) als personenbezogen klassifiziert, wenn der Identifier in Verbindung mit einer Person steht. </a:t>
            </a:r>
            <a:endParaRPr lang="de-DE">
              <a:latin typeface="Arial"/>
              <a:cs typeface="Arial" panose="020B0604020202020204" pitchFamily="34" charset="0"/>
            </a:endParaRPr>
          </a:p>
          <a:p>
            <a:r>
              <a:rPr lang="de-DE" sz="1400">
                <a:latin typeface="Arial"/>
                <a:cs typeface="Arial"/>
              </a:rPr>
              <a:t>Der *</a:t>
            </a:r>
            <a:r>
              <a:rPr lang="de-DE" sz="1400" err="1">
                <a:latin typeface="Arial"/>
                <a:cs typeface="Arial"/>
              </a:rPr>
              <a:t>feeder</a:t>
            </a:r>
            <a:r>
              <a:rPr lang="de-DE" sz="1400">
                <a:latin typeface="Arial"/>
                <a:cs typeface="Arial"/>
              </a:rPr>
              <a:t>* ist ein möglicher eindeutiger Bezeichner für eine Messstation; wenn diese Station in privatem oder firmeneigenem Besitz ist, </a:t>
            </a:r>
            <a:endParaRPr lang="de-DE">
              <a:latin typeface="Arial"/>
              <a:cs typeface="Arial" panose="020B0604020202020204" pitchFamily="34" charset="0"/>
            </a:endParaRPr>
          </a:p>
          <a:p>
            <a:r>
              <a:rPr lang="de-DE" sz="1400">
                <a:latin typeface="Arial"/>
                <a:cs typeface="Arial"/>
              </a:rPr>
              <a:t>könnte der Identifier zur Identifikation der jeweiligen Person oder des Unternehmens verwendet werden.  </a:t>
            </a:r>
            <a:endParaRPr lang="de-DE">
              <a:latin typeface="Arial"/>
              <a:cs typeface="Arial" panose="020B0604020202020204" pitchFamily="34" charset="0"/>
            </a:endParaRPr>
          </a:p>
          <a:p>
            <a:endParaRPr lang="de-DE"/>
          </a:p>
          <a:p>
            <a:r>
              <a:rPr lang="de-DE" sz="1400">
                <a:cs typeface="Arial"/>
              </a:rPr>
              <a:t>3. **Temporal‑ und Location‑Daten**  </a:t>
            </a:r>
            <a:endParaRPr lang="de-DE"/>
          </a:p>
          <a:p>
            <a:r>
              <a:rPr lang="de-DE" sz="1400">
                <a:latin typeface="Arial"/>
                <a:cs typeface="Arial"/>
              </a:rPr>
              <a:t>   Zeitstempel (und in Kombination mit Standortdaten) können zur Re‑Identifikation herangezogen werden, wenn genügend Kontext vorhanden ist. </a:t>
            </a:r>
            <a:endParaRPr lang="de-DE">
              <a:latin typeface="Arial"/>
              <a:cs typeface="Arial" panose="020B0604020202020204" pitchFamily="34" charset="0"/>
            </a:endParaRPr>
          </a:p>
          <a:p>
            <a:r>
              <a:rPr lang="de-DE" sz="1400">
                <a:latin typeface="Arial"/>
                <a:cs typeface="Arial"/>
              </a:rPr>
              <a:t>In Ihrem Datensatz gibt es jedoch keine direkten Standortangaben, sodass das Risiko klein ist. Deshalb wird ein niedriger Confidence‑Score gesetzt.  </a:t>
            </a:r>
            <a:endParaRPr lang="de-DE">
              <a:latin typeface="Arial"/>
              <a:cs typeface="Arial" panose="020B0604020202020204" pitchFamily="34" charset="0"/>
            </a:endParaRPr>
          </a:p>
          <a:p>
            <a:endParaRPr lang="de-DE"/>
          </a:p>
          <a:p>
            <a:r>
              <a:rPr lang="de-DE" sz="1400">
                <a:cs typeface="Arial"/>
              </a:rPr>
              <a:t>4. **Technische Messdaten**  </a:t>
            </a:r>
            <a:endParaRPr lang="de-DE"/>
          </a:p>
          <a:p>
            <a:r>
              <a:rPr lang="de-DE" sz="1400">
                <a:latin typeface="Arial"/>
                <a:cs typeface="Arial"/>
              </a:rPr>
              <a:t>   Alle übrigen Spalten liefern reine physikalische Messwerte (Temperatur, Strahlung, Windgeschwindigkeit, etc.) </a:t>
            </a:r>
            <a:endParaRPr lang="de-DE">
              <a:latin typeface="Arial"/>
              <a:cs typeface="Arial" panose="020B0604020202020204" pitchFamily="34" charset="0"/>
            </a:endParaRPr>
          </a:p>
          <a:p>
            <a:r>
              <a:rPr lang="de-DE" sz="1400">
                <a:latin typeface="Arial"/>
                <a:cs typeface="Arial"/>
              </a:rPr>
              <a:t>und stellen keine direkte oder indirekte Information über eine Person dar. DPV klassifiziert diese als *technische Messdaten* und erfordert keine Anonymisierung.  </a:t>
            </a:r>
            <a:endParaRPr lang="de-DE">
              <a:latin typeface="Arial"/>
              <a:cs typeface="Arial"/>
            </a:endParaRPr>
          </a:p>
        </p:txBody>
      </p:sp>
    </p:spTree>
    <p:extLst>
      <p:ext uri="{BB962C8B-B14F-4D97-AF65-F5344CB8AC3E}">
        <p14:creationId xmlns:p14="http://schemas.microsoft.com/office/powerpoint/2010/main" val="334905679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DE8BBA-8B33-A998-C219-5E8D93865B5A}"/>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D6CC45BA-57BD-BBDA-7A1B-918F47EC1FBA}"/>
              </a:ext>
            </a:extLst>
          </p:cNvPr>
          <p:cNvSpPr>
            <a:spLocks noGrp="1"/>
          </p:cNvSpPr>
          <p:nvPr>
            <p:ph type="title"/>
          </p:nvPr>
        </p:nvSpPr>
        <p:spPr/>
        <p:txBody>
          <a:bodyPr/>
          <a:lstStyle/>
          <a:p>
            <a:r>
              <a:rPr lang="en-US">
                <a:latin typeface="Arial"/>
                <a:cs typeface="Arial"/>
              </a:rPr>
              <a:t>Weather </a:t>
            </a:r>
            <a:r>
              <a:rPr lang="en-US" err="1">
                <a:latin typeface="Arial"/>
                <a:cs typeface="Arial"/>
              </a:rPr>
              <a:t>data</a:t>
            </a:r>
            <a:r>
              <a:rPr lang="en-US">
                <a:latin typeface="Arial"/>
                <a:cs typeface="Arial"/>
              </a:rPr>
              <a:t> </a:t>
            </a:r>
            <a:r>
              <a:rPr lang="en-US" err="1">
                <a:latin typeface="Arial"/>
                <a:cs typeface="Arial"/>
              </a:rPr>
              <a:t>given</a:t>
            </a:r>
            <a:r>
              <a:rPr lang="en-US">
                <a:latin typeface="Arial"/>
                <a:cs typeface="Arial"/>
              </a:rPr>
              <a:t> LOC</a:t>
            </a:r>
            <a:endParaRPr lang="en-US"/>
          </a:p>
        </p:txBody>
      </p:sp>
      <p:graphicFrame>
        <p:nvGraphicFramePr>
          <p:cNvPr id="4" name="Tabelle 3">
            <a:extLst>
              <a:ext uri="{FF2B5EF4-FFF2-40B4-BE49-F238E27FC236}">
                <a16:creationId xmlns:a16="http://schemas.microsoft.com/office/drawing/2014/main" id="{D40AF08E-21E9-5CC7-A859-1CAF5045BD6F}"/>
              </a:ext>
            </a:extLst>
          </p:cNvPr>
          <p:cNvGraphicFramePr>
            <a:graphicFrameLocks noGrp="1"/>
          </p:cNvGraphicFramePr>
          <p:nvPr>
            <p:extLst>
              <p:ext uri="{D42A27DB-BD31-4B8C-83A1-F6EECF244321}">
                <p14:modId xmlns:p14="http://schemas.microsoft.com/office/powerpoint/2010/main" val="3072216554"/>
              </p:ext>
            </p:extLst>
          </p:nvPr>
        </p:nvGraphicFramePr>
        <p:xfrm>
          <a:off x="284480" y="1006856"/>
          <a:ext cx="8593754" cy="3190604"/>
        </p:xfrm>
        <a:graphic>
          <a:graphicData uri="http://schemas.openxmlformats.org/drawingml/2006/table">
            <a:tbl>
              <a:tblPr firstRow="1" bandRow="1">
                <a:tableStyleId>{5C22544A-7EE6-4342-B048-85BDC9FD1C3A}</a:tableStyleId>
              </a:tblPr>
              <a:tblGrid>
                <a:gridCol w="661058">
                  <a:extLst>
                    <a:ext uri="{9D8B030D-6E8A-4147-A177-3AD203B41FA5}">
                      <a16:colId xmlns:a16="http://schemas.microsoft.com/office/drawing/2014/main" val="626003958"/>
                    </a:ext>
                  </a:extLst>
                </a:gridCol>
                <a:gridCol w="661058">
                  <a:extLst>
                    <a:ext uri="{9D8B030D-6E8A-4147-A177-3AD203B41FA5}">
                      <a16:colId xmlns:a16="http://schemas.microsoft.com/office/drawing/2014/main" val="3533797695"/>
                    </a:ext>
                  </a:extLst>
                </a:gridCol>
                <a:gridCol w="661058">
                  <a:extLst>
                    <a:ext uri="{9D8B030D-6E8A-4147-A177-3AD203B41FA5}">
                      <a16:colId xmlns:a16="http://schemas.microsoft.com/office/drawing/2014/main" val="1723621392"/>
                    </a:ext>
                  </a:extLst>
                </a:gridCol>
                <a:gridCol w="661058">
                  <a:extLst>
                    <a:ext uri="{9D8B030D-6E8A-4147-A177-3AD203B41FA5}">
                      <a16:colId xmlns:a16="http://schemas.microsoft.com/office/drawing/2014/main" val="3684016445"/>
                    </a:ext>
                  </a:extLst>
                </a:gridCol>
                <a:gridCol w="661058">
                  <a:extLst>
                    <a:ext uri="{9D8B030D-6E8A-4147-A177-3AD203B41FA5}">
                      <a16:colId xmlns:a16="http://schemas.microsoft.com/office/drawing/2014/main" val="3120114581"/>
                    </a:ext>
                  </a:extLst>
                </a:gridCol>
                <a:gridCol w="661058">
                  <a:extLst>
                    <a:ext uri="{9D8B030D-6E8A-4147-A177-3AD203B41FA5}">
                      <a16:colId xmlns:a16="http://schemas.microsoft.com/office/drawing/2014/main" val="1066362318"/>
                    </a:ext>
                  </a:extLst>
                </a:gridCol>
                <a:gridCol w="661058">
                  <a:extLst>
                    <a:ext uri="{9D8B030D-6E8A-4147-A177-3AD203B41FA5}">
                      <a16:colId xmlns:a16="http://schemas.microsoft.com/office/drawing/2014/main" val="1613802814"/>
                    </a:ext>
                  </a:extLst>
                </a:gridCol>
                <a:gridCol w="661058">
                  <a:extLst>
                    <a:ext uri="{9D8B030D-6E8A-4147-A177-3AD203B41FA5}">
                      <a16:colId xmlns:a16="http://schemas.microsoft.com/office/drawing/2014/main" val="3235018036"/>
                    </a:ext>
                  </a:extLst>
                </a:gridCol>
                <a:gridCol w="661058">
                  <a:extLst>
                    <a:ext uri="{9D8B030D-6E8A-4147-A177-3AD203B41FA5}">
                      <a16:colId xmlns:a16="http://schemas.microsoft.com/office/drawing/2014/main" val="18120407"/>
                    </a:ext>
                  </a:extLst>
                </a:gridCol>
                <a:gridCol w="661058">
                  <a:extLst>
                    <a:ext uri="{9D8B030D-6E8A-4147-A177-3AD203B41FA5}">
                      <a16:colId xmlns:a16="http://schemas.microsoft.com/office/drawing/2014/main" val="3911571886"/>
                    </a:ext>
                  </a:extLst>
                </a:gridCol>
                <a:gridCol w="661058">
                  <a:extLst>
                    <a:ext uri="{9D8B030D-6E8A-4147-A177-3AD203B41FA5}">
                      <a16:colId xmlns:a16="http://schemas.microsoft.com/office/drawing/2014/main" val="444949786"/>
                    </a:ext>
                  </a:extLst>
                </a:gridCol>
                <a:gridCol w="661058">
                  <a:extLst>
                    <a:ext uri="{9D8B030D-6E8A-4147-A177-3AD203B41FA5}">
                      <a16:colId xmlns:a16="http://schemas.microsoft.com/office/drawing/2014/main" val="3381821050"/>
                    </a:ext>
                  </a:extLst>
                </a:gridCol>
                <a:gridCol w="661058">
                  <a:extLst>
                    <a:ext uri="{9D8B030D-6E8A-4147-A177-3AD203B41FA5}">
                      <a16:colId xmlns:a16="http://schemas.microsoft.com/office/drawing/2014/main" val="3699814725"/>
                    </a:ext>
                  </a:extLst>
                </a:gridCol>
              </a:tblGrid>
              <a:tr h="909502">
                <a:tc>
                  <a:txBody>
                    <a:bodyPr/>
                    <a:lstStyle/>
                    <a:p>
                      <a:endParaRPr lang="en-US" sz="1400" noProof="0"/>
                    </a:p>
                  </a:txBody>
                  <a:tcPr/>
                </a:tc>
                <a:tc>
                  <a:txBody>
                    <a:bodyPr/>
                    <a:lstStyle/>
                    <a:p>
                      <a:pPr marL="0" lvl="0" indent="0" algn="l">
                        <a:lnSpc>
                          <a:spcPct val="100000"/>
                        </a:lnSpc>
                        <a:buNone/>
                      </a:pPr>
                      <a:r>
                        <a:rPr lang="en-US" sz="1400" b="1" i="0" u="none" strike="noStrike" baseline="0" noProof="0">
                          <a:solidFill>
                            <a:srgbClr val="FFFFFF"/>
                          </a:solidFill>
                          <a:latin typeface="Arial"/>
                          <a:cs typeface="Arial"/>
                        </a:rPr>
                        <a:t>feeder</a:t>
                      </a:r>
                    </a:p>
                    <a:p>
                      <a:pPr lvl="0">
                        <a:buNone/>
                      </a:pPr>
                      <a:endParaRPr lang="en-US" sz="1400" noProof="0"/>
                    </a:p>
                  </a:txBody>
                  <a:tcPr/>
                </a:tc>
                <a:tc>
                  <a:txBody>
                    <a:bodyPr/>
                    <a:lstStyle/>
                    <a:p>
                      <a:pPr lvl="0">
                        <a:buNone/>
                      </a:pPr>
                      <a:r>
                        <a:rPr lang="en-US" sz="1400" b="1" i="0" u="none" strike="noStrike" baseline="0" noProof="0" err="1">
                          <a:solidFill>
                            <a:srgbClr val="FFFFFF"/>
                          </a:solidFill>
                          <a:latin typeface="Arial"/>
                          <a:cs typeface="Arial"/>
                        </a:rPr>
                        <a:t>timestamp_UTC</a:t>
                      </a:r>
                      <a:endParaRPr lang="de-DE" sz="1400"/>
                    </a:p>
                  </a:txBody>
                  <a:tcPr/>
                </a:tc>
                <a:tc>
                  <a:txBody>
                    <a:bodyPr/>
                    <a:lstStyle/>
                    <a:p>
                      <a:pPr lvl="0" algn="l">
                        <a:lnSpc>
                          <a:spcPct val="100000"/>
                        </a:lnSpc>
                        <a:spcBef>
                          <a:spcPts val="0"/>
                        </a:spcBef>
                        <a:spcAft>
                          <a:spcPts val="0"/>
                        </a:spcAft>
                        <a:buNone/>
                      </a:pPr>
                      <a:r>
                        <a:rPr lang="en-US" sz="1400" b="1" i="0" u="none" strike="noStrike" baseline="0" noProof="0" err="1">
                          <a:solidFill>
                            <a:srgbClr val="FFFFFF"/>
                          </a:solidFill>
                          <a:latin typeface="Arial"/>
                          <a:cs typeface="Arial"/>
                        </a:rPr>
                        <a:t>timestamp_CET_CEST</a:t>
                      </a:r>
                      <a:endParaRPr lang="de-DE" sz="1400"/>
                    </a:p>
                    <a:p>
                      <a:pPr lvl="0">
                        <a:buNone/>
                      </a:pPr>
                      <a:endParaRPr lang="en-US" sz="1400" noProof="0"/>
                    </a:p>
                  </a:txBody>
                  <a:tcPr/>
                </a:tc>
                <a:tc>
                  <a:txBody>
                    <a:bodyPr/>
                    <a:lstStyle/>
                    <a:p>
                      <a:pPr lvl="0">
                        <a:buNone/>
                      </a:pPr>
                      <a:r>
                        <a:rPr lang="en-US" sz="1400" b="1" i="0" u="none" strike="noStrike" baseline="0" noProof="0" err="1">
                          <a:solidFill>
                            <a:srgbClr val="FFFFFF"/>
                          </a:solidFill>
                          <a:latin typeface="Arial"/>
                          <a:cs typeface="Arial"/>
                        </a:rPr>
                        <a:t>direct_radiation_W</a:t>
                      </a:r>
                      <a:r>
                        <a:rPr lang="en-US" sz="1400" b="1" i="0" u="none" strike="noStrike" baseline="0" noProof="0">
                          <a:solidFill>
                            <a:srgbClr val="FFFFFF"/>
                          </a:solidFill>
                          <a:latin typeface="Arial"/>
                          <a:cs typeface="Arial"/>
                        </a:rPr>
                        <a:t>/m2</a:t>
                      </a:r>
                      <a:endParaRPr lang="de-DE" sz="1400"/>
                    </a:p>
                  </a:txBody>
                  <a:tcPr/>
                </a:tc>
                <a:tc>
                  <a:txBody>
                    <a:bodyPr/>
                    <a:lstStyle/>
                    <a:p>
                      <a:pPr lvl="0" algn="l">
                        <a:lnSpc>
                          <a:spcPct val="100000"/>
                        </a:lnSpc>
                        <a:spcBef>
                          <a:spcPts val="0"/>
                        </a:spcBef>
                        <a:spcAft>
                          <a:spcPts val="0"/>
                        </a:spcAft>
                        <a:buNone/>
                      </a:pPr>
                      <a:r>
                        <a:rPr lang="en-US" sz="1400" b="1" i="0" u="none" strike="noStrike" baseline="0" noProof="0" err="1">
                          <a:solidFill>
                            <a:srgbClr val="FFFFFF"/>
                          </a:solidFill>
                          <a:latin typeface="Arial"/>
                          <a:cs typeface="Arial"/>
                        </a:rPr>
                        <a:t>diffuse_radiation_W</a:t>
                      </a:r>
                      <a:r>
                        <a:rPr lang="en-US" sz="1400" b="1" i="0" u="none" strike="noStrike" baseline="0" noProof="0">
                          <a:solidFill>
                            <a:srgbClr val="FFFFFF"/>
                          </a:solidFill>
                          <a:latin typeface="Arial"/>
                          <a:cs typeface="Arial"/>
                        </a:rPr>
                        <a:t>/m2</a:t>
                      </a:r>
                      <a:endParaRPr lang="de-DE" sz="1400"/>
                    </a:p>
                  </a:txBody>
                  <a:tcPr/>
                </a:tc>
                <a:tc>
                  <a:txBody>
                    <a:bodyPr/>
                    <a:lstStyle/>
                    <a:p>
                      <a:pPr lvl="0" algn="l">
                        <a:lnSpc>
                          <a:spcPct val="100000"/>
                        </a:lnSpc>
                        <a:spcBef>
                          <a:spcPts val="0"/>
                        </a:spcBef>
                        <a:spcAft>
                          <a:spcPts val="0"/>
                        </a:spcAft>
                        <a:buNone/>
                      </a:pPr>
                      <a:r>
                        <a:rPr lang="en-US" sz="1400" b="1" i="0" u="none" strike="noStrike" baseline="0" noProof="0" err="1">
                          <a:solidFill>
                            <a:srgbClr val="FFFFFF"/>
                          </a:solidFill>
                          <a:latin typeface="Arial"/>
                          <a:cs typeface="Arial"/>
                        </a:rPr>
                        <a:t>air_temperature_C</a:t>
                      </a:r>
                      <a:endParaRPr lang="de-DE" sz="1400"/>
                    </a:p>
                  </a:txBody>
                  <a:tcPr/>
                </a:tc>
                <a:tc>
                  <a:txBody>
                    <a:bodyPr/>
                    <a:lstStyle/>
                    <a:p>
                      <a:pPr lvl="0" algn="l">
                        <a:lnSpc>
                          <a:spcPct val="100000"/>
                        </a:lnSpc>
                        <a:spcBef>
                          <a:spcPts val="0"/>
                        </a:spcBef>
                        <a:spcAft>
                          <a:spcPts val="0"/>
                        </a:spcAft>
                        <a:buNone/>
                      </a:pPr>
                      <a:r>
                        <a:rPr lang="en-US" sz="1400" b="1" i="0" u="none" strike="noStrike" baseline="0" noProof="0" err="1">
                          <a:solidFill>
                            <a:srgbClr val="FFFFFF"/>
                          </a:solidFill>
                          <a:latin typeface="Arial"/>
                          <a:cs typeface="Arial"/>
                        </a:rPr>
                        <a:t>precipitation_kg</a:t>
                      </a:r>
                      <a:r>
                        <a:rPr lang="en-US" sz="1400" b="1" i="0" u="none" strike="noStrike" baseline="0" noProof="0">
                          <a:solidFill>
                            <a:srgbClr val="FFFFFF"/>
                          </a:solidFill>
                          <a:latin typeface="Arial"/>
                          <a:cs typeface="Arial"/>
                        </a:rPr>
                        <a:t>/m2</a:t>
                      </a:r>
                      <a:endParaRPr lang="de-DE" sz="1400"/>
                    </a:p>
                    <a:p>
                      <a:pPr lvl="0">
                        <a:buNone/>
                      </a:pPr>
                      <a:endParaRPr lang="en-US" sz="1400" noProof="0"/>
                    </a:p>
                  </a:txBody>
                  <a:tcPr/>
                </a:tc>
                <a:tc>
                  <a:txBody>
                    <a:bodyPr/>
                    <a:lstStyle/>
                    <a:p>
                      <a:pPr lvl="0" algn="l">
                        <a:lnSpc>
                          <a:spcPct val="100000"/>
                        </a:lnSpc>
                        <a:spcBef>
                          <a:spcPts val="0"/>
                        </a:spcBef>
                        <a:spcAft>
                          <a:spcPts val="0"/>
                        </a:spcAft>
                        <a:buNone/>
                      </a:pPr>
                      <a:r>
                        <a:rPr lang="en-US" sz="1400" b="1" i="0" u="none" strike="noStrike" baseline="0" noProof="0" err="1">
                          <a:solidFill>
                            <a:srgbClr val="FFFFFF"/>
                          </a:solidFill>
                          <a:latin typeface="Arial"/>
                          <a:cs typeface="Arial"/>
                        </a:rPr>
                        <a:t>snow_height_m</a:t>
                      </a:r>
                      <a:endParaRPr lang="de-DE" sz="1400"/>
                    </a:p>
                  </a:txBody>
                  <a:tcPr/>
                </a:tc>
                <a:tc>
                  <a:txBody>
                    <a:bodyPr/>
                    <a:lstStyle/>
                    <a:p>
                      <a:pPr lvl="0" algn="l">
                        <a:lnSpc>
                          <a:spcPct val="100000"/>
                        </a:lnSpc>
                        <a:spcBef>
                          <a:spcPts val="0"/>
                        </a:spcBef>
                        <a:spcAft>
                          <a:spcPts val="0"/>
                        </a:spcAft>
                        <a:buNone/>
                      </a:pPr>
                      <a:r>
                        <a:rPr lang="en-US" sz="1400" b="1" i="0" u="none" strike="noStrike" baseline="0" noProof="0" err="1">
                          <a:solidFill>
                            <a:srgbClr val="FFFFFF"/>
                          </a:solidFill>
                          <a:latin typeface="Arial"/>
                          <a:cs typeface="Arial"/>
                        </a:rPr>
                        <a:t>humidity_kg</a:t>
                      </a:r>
                      <a:r>
                        <a:rPr lang="en-US" sz="1400" b="1" i="0" u="none" strike="noStrike" baseline="0" noProof="0">
                          <a:solidFill>
                            <a:srgbClr val="FFFFFF"/>
                          </a:solidFill>
                          <a:latin typeface="Arial"/>
                          <a:cs typeface="Arial"/>
                        </a:rPr>
                        <a:t>/kg</a:t>
                      </a:r>
                      <a:endParaRPr lang="de-DE" sz="1400"/>
                    </a:p>
                  </a:txBody>
                  <a:tcPr/>
                </a:tc>
                <a:tc>
                  <a:txBody>
                    <a:bodyPr/>
                    <a:lstStyle/>
                    <a:p>
                      <a:pPr lvl="0" algn="l">
                        <a:lnSpc>
                          <a:spcPct val="100000"/>
                        </a:lnSpc>
                        <a:spcBef>
                          <a:spcPts val="0"/>
                        </a:spcBef>
                        <a:spcAft>
                          <a:spcPts val="0"/>
                        </a:spcAft>
                        <a:buNone/>
                      </a:pPr>
                      <a:r>
                        <a:rPr lang="de-DE" sz="1400" b="1" i="0" u="none" strike="noStrike" baseline="0" noProof="0" err="1">
                          <a:solidFill>
                            <a:srgbClr val="FFFFFF"/>
                          </a:solidFill>
                          <a:latin typeface="Arial"/>
                          <a:cs typeface="Arial"/>
                        </a:rPr>
                        <a:t>max_wind_gust_m</a:t>
                      </a:r>
                      <a:r>
                        <a:rPr lang="de-DE" sz="1400" b="1" i="0" u="none" strike="noStrike" baseline="0" noProof="0">
                          <a:solidFill>
                            <a:srgbClr val="FFFFFF"/>
                          </a:solidFill>
                          <a:latin typeface="Arial"/>
                          <a:cs typeface="Arial"/>
                        </a:rPr>
                        <a:t>/s</a:t>
                      </a:r>
                      <a:endParaRPr lang="de-DE" sz="1400"/>
                    </a:p>
                  </a:txBody>
                  <a:tcPr/>
                </a:tc>
                <a:tc>
                  <a:txBody>
                    <a:bodyPr/>
                    <a:lstStyle/>
                    <a:p>
                      <a:pPr lvl="0" algn="l">
                        <a:lnSpc>
                          <a:spcPct val="100000"/>
                        </a:lnSpc>
                        <a:spcBef>
                          <a:spcPts val="0"/>
                        </a:spcBef>
                        <a:spcAft>
                          <a:spcPts val="0"/>
                        </a:spcAft>
                        <a:buNone/>
                      </a:pPr>
                      <a:r>
                        <a:rPr lang="de-DE" sz="1400" b="1" i="0" u="none" strike="noStrike" baseline="0" noProof="0" err="1">
                          <a:solidFill>
                            <a:srgbClr val="FFFFFF"/>
                          </a:solidFill>
                          <a:latin typeface="Arial"/>
                          <a:cs typeface="Arial"/>
                        </a:rPr>
                        <a:t>meridional_wind_m</a:t>
                      </a:r>
                      <a:r>
                        <a:rPr lang="de-DE" sz="1400" b="1" i="0" u="none" strike="noStrike" baseline="0" noProof="0">
                          <a:solidFill>
                            <a:srgbClr val="FFFFFF"/>
                          </a:solidFill>
                          <a:latin typeface="Arial"/>
                          <a:cs typeface="Arial"/>
                        </a:rPr>
                        <a:t>/s</a:t>
                      </a:r>
                      <a:endParaRPr lang="de-DE" sz="1400"/>
                    </a:p>
                  </a:txBody>
                  <a:tcPr/>
                </a:tc>
                <a:tc>
                  <a:txBody>
                    <a:bodyPr/>
                    <a:lstStyle/>
                    <a:p>
                      <a:pPr lvl="0" algn="l">
                        <a:lnSpc>
                          <a:spcPct val="100000"/>
                        </a:lnSpc>
                        <a:spcBef>
                          <a:spcPts val="0"/>
                        </a:spcBef>
                        <a:spcAft>
                          <a:spcPts val="0"/>
                        </a:spcAft>
                        <a:buNone/>
                      </a:pPr>
                      <a:r>
                        <a:rPr lang="de-DE" sz="1400" b="1" i="0" u="none" strike="noStrike" baseline="0" noProof="0" err="1">
                          <a:solidFill>
                            <a:srgbClr val="FFFFFF"/>
                          </a:solidFill>
                          <a:latin typeface="Arial"/>
                          <a:cs typeface="Arial"/>
                        </a:rPr>
                        <a:t>zonal_wind_m</a:t>
                      </a:r>
                      <a:r>
                        <a:rPr lang="de-DE" sz="1400" b="1" i="0" u="none" strike="noStrike" baseline="0" noProof="0">
                          <a:solidFill>
                            <a:srgbClr val="FFFFFF"/>
                          </a:solidFill>
                          <a:latin typeface="Arial"/>
                          <a:cs typeface="Arial"/>
                        </a:rPr>
                        <a:t>/s</a:t>
                      </a:r>
                      <a:endParaRPr lang="de-DE" sz="1400"/>
                    </a:p>
                  </a:txBody>
                  <a:tcPr/>
                </a:tc>
                <a:extLst>
                  <a:ext uri="{0D108BD9-81ED-4DB2-BD59-A6C34878D82A}">
                    <a16:rowId xmlns:a16="http://schemas.microsoft.com/office/drawing/2014/main" val="3879814623"/>
                  </a:ext>
                </a:extLst>
              </a:tr>
              <a:tr h="909502">
                <a:tc>
                  <a:txBody>
                    <a:bodyPr/>
                    <a:lstStyle/>
                    <a:p>
                      <a:r>
                        <a:rPr lang="en-US" sz="1400" noProof="0"/>
                        <a:t>Me</a:t>
                      </a:r>
                    </a:p>
                  </a:txBody>
                  <a:tcPr/>
                </a:tc>
                <a:tc>
                  <a:txBody>
                    <a:bodyPr/>
                    <a:lstStyle/>
                    <a:p>
                      <a:r>
                        <a:rPr lang="en-US" sz="1400" noProof="0"/>
                        <a:t>1</a:t>
                      </a:r>
                    </a:p>
                  </a:txBody>
                  <a:tcPr/>
                </a:tc>
                <a:tc>
                  <a:txBody>
                    <a:bodyPr/>
                    <a:lstStyle/>
                    <a:p>
                      <a:r>
                        <a:rPr lang="en-US" sz="1400" noProof="0"/>
                        <a:t>1</a:t>
                      </a:r>
                    </a:p>
                  </a:txBody>
                  <a:tcPr/>
                </a:tc>
                <a:tc>
                  <a:txBody>
                    <a:bodyPr/>
                    <a:lstStyle/>
                    <a:p>
                      <a:r>
                        <a:rPr lang="en-US" sz="1400" noProof="0"/>
                        <a:t>1</a:t>
                      </a:r>
                    </a:p>
                  </a:txBody>
                  <a:tcPr/>
                </a:tc>
                <a:tc>
                  <a:txBody>
                    <a:bodyPr/>
                    <a:lstStyle/>
                    <a:p>
                      <a:r>
                        <a:rPr lang="en-US" sz="1400" noProof="0"/>
                        <a:t>0</a:t>
                      </a:r>
                    </a:p>
                  </a:txBody>
                  <a:tcPr/>
                </a:tc>
                <a:tc>
                  <a:txBody>
                    <a:bodyPr/>
                    <a:lstStyle/>
                    <a:p>
                      <a:r>
                        <a:rPr lang="en-US" sz="1400" noProof="0"/>
                        <a:t>0</a:t>
                      </a:r>
                    </a:p>
                  </a:txBody>
                  <a:tcPr/>
                </a:tc>
                <a:tc>
                  <a:txBody>
                    <a:bodyPr/>
                    <a:lstStyle/>
                    <a:p>
                      <a:r>
                        <a:rPr lang="en-US" sz="1400" noProof="0"/>
                        <a:t>0</a:t>
                      </a:r>
                    </a:p>
                  </a:txBody>
                  <a:tcPr/>
                </a:tc>
                <a:tc>
                  <a:txBody>
                    <a:bodyPr/>
                    <a:lstStyle/>
                    <a:p>
                      <a:r>
                        <a:rPr lang="en-US" sz="1400" noProof="0"/>
                        <a:t>0</a:t>
                      </a:r>
                    </a:p>
                  </a:txBody>
                  <a:tcPr/>
                </a:tc>
                <a:tc>
                  <a:txBody>
                    <a:bodyPr/>
                    <a:lstStyle/>
                    <a:p>
                      <a:r>
                        <a:rPr lang="en-US" sz="1400" noProof="0"/>
                        <a:t>0</a:t>
                      </a:r>
                    </a:p>
                  </a:txBody>
                  <a:tcPr/>
                </a:tc>
                <a:tc>
                  <a:txBody>
                    <a:bodyPr/>
                    <a:lstStyle/>
                    <a:p>
                      <a:pPr lvl="0">
                        <a:buNone/>
                      </a:pPr>
                      <a:r>
                        <a:rPr lang="en-US" sz="1400" noProof="0"/>
                        <a:t>0</a:t>
                      </a:r>
                    </a:p>
                  </a:txBody>
                  <a:tcPr/>
                </a:tc>
                <a:tc>
                  <a:txBody>
                    <a:bodyPr/>
                    <a:lstStyle/>
                    <a:p>
                      <a:pPr lvl="0">
                        <a:buNone/>
                      </a:pPr>
                      <a:r>
                        <a:rPr lang="en-US" sz="1400" noProof="0"/>
                        <a:t>0</a:t>
                      </a:r>
                    </a:p>
                  </a:txBody>
                  <a:tcPr/>
                </a:tc>
                <a:tc>
                  <a:txBody>
                    <a:bodyPr/>
                    <a:lstStyle/>
                    <a:p>
                      <a:pPr lvl="0">
                        <a:buNone/>
                      </a:pPr>
                      <a:r>
                        <a:rPr lang="en-US" sz="1400" noProof="0"/>
                        <a:t>0</a:t>
                      </a:r>
                    </a:p>
                  </a:txBody>
                  <a:tcPr/>
                </a:tc>
                <a:tc>
                  <a:txBody>
                    <a:bodyPr/>
                    <a:lstStyle/>
                    <a:p>
                      <a:pPr lvl="0">
                        <a:buNone/>
                      </a:pPr>
                      <a:r>
                        <a:rPr lang="en-US" sz="1400" noProof="0"/>
                        <a:t>0</a:t>
                      </a:r>
                    </a:p>
                  </a:txBody>
                  <a:tcPr/>
                </a:tc>
                <a:extLst>
                  <a:ext uri="{0D108BD9-81ED-4DB2-BD59-A6C34878D82A}">
                    <a16:rowId xmlns:a16="http://schemas.microsoft.com/office/drawing/2014/main" val="3256142858"/>
                  </a:ext>
                </a:extLst>
              </a:tr>
              <a:tr h="909502">
                <a:tc>
                  <a:txBody>
                    <a:bodyPr/>
                    <a:lstStyle/>
                    <a:p>
                      <a:r>
                        <a:rPr lang="en-US" sz="1400" noProof="0"/>
                        <a:t>LLM</a:t>
                      </a:r>
                    </a:p>
                  </a:txBody>
                  <a:tcPr/>
                </a:tc>
                <a:tc>
                  <a:txBody>
                    <a:bodyPr/>
                    <a:lstStyle/>
                    <a:p>
                      <a:r>
                        <a:rPr lang="en-US" sz="1400" noProof="0"/>
                        <a:t>1 – 0.70</a:t>
                      </a:r>
                    </a:p>
                  </a:txBody>
                  <a:tcPr/>
                </a:tc>
                <a:tc>
                  <a:txBody>
                    <a:bodyPr/>
                    <a:lstStyle/>
                    <a:p>
                      <a:r>
                        <a:rPr lang="en-US" sz="1400" noProof="0"/>
                        <a:t>0 – 0.30</a:t>
                      </a:r>
                    </a:p>
                  </a:txBody>
                  <a:tcPr/>
                </a:tc>
                <a:tc>
                  <a:txBody>
                    <a:bodyPr/>
                    <a:lstStyle/>
                    <a:p>
                      <a:r>
                        <a:rPr lang="en-US" sz="1400" noProof="0"/>
                        <a:t>0 – 0.30</a:t>
                      </a:r>
                    </a:p>
                  </a:txBody>
                  <a:tcPr/>
                </a:tc>
                <a:tc>
                  <a:txBody>
                    <a:bodyPr/>
                    <a:lstStyle/>
                    <a:p>
                      <a:r>
                        <a:rPr lang="en-US" sz="1400" noProof="0"/>
                        <a:t>0 – 0.00</a:t>
                      </a:r>
                    </a:p>
                  </a:txBody>
                  <a:tcPr/>
                </a:tc>
                <a:tc>
                  <a:txBody>
                    <a:bodyPr/>
                    <a:lstStyle/>
                    <a:p>
                      <a:r>
                        <a:rPr lang="en-US" sz="1400" noProof="0"/>
                        <a:t>0 – </a:t>
                      </a:r>
                      <a:r>
                        <a:rPr lang="en-US" sz="1400" b="0" i="0" u="none" strike="noStrike" noProof="0">
                          <a:solidFill>
                            <a:srgbClr val="000000"/>
                          </a:solidFill>
                          <a:latin typeface="Arial"/>
                          <a:cs typeface="Arial"/>
                        </a:rPr>
                        <a:t>0.00</a:t>
                      </a:r>
                      <a:endParaRPr lang="en-US" sz="1400" noProof="0"/>
                    </a:p>
                  </a:txBody>
                  <a:tcPr/>
                </a:tc>
                <a:tc>
                  <a:txBody>
                    <a:bodyPr/>
                    <a:lstStyle/>
                    <a:p>
                      <a:r>
                        <a:rPr lang="en-US" sz="1400" noProof="0"/>
                        <a:t>0 – </a:t>
                      </a:r>
                      <a:r>
                        <a:rPr lang="en-US" sz="1400" b="0" i="0" u="none" strike="noStrike" noProof="0">
                          <a:solidFill>
                            <a:srgbClr val="000000"/>
                          </a:solidFill>
                          <a:latin typeface="Arial"/>
                          <a:cs typeface="Arial"/>
                        </a:rPr>
                        <a:t>0.00</a:t>
                      </a:r>
                      <a:endParaRPr lang="en-US" sz="1400" noProof="0"/>
                    </a:p>
                  </a:txBody>
                  <a:tcPr/>
                </a:tc>
                <a:tc>
                  <a:txBody>
                    <a:bodyPr/>
                    <a:lstStyle/>
                    <a:p>
                      <a:r>
                        <a:rPr lang="en-US" sz="1400" noProof="0"/>
                        <a:t>0 – </a:t>
                      </a:r>
                      <a:r>
                        <a:rPr lang="en-US" sz="1400" b="0" i="0" u="none" strike="noStrike" noProof="0">
                          <a:solidFill>
                            <a:srgbClr val="000000"/>
                          </a:solidFill>
                          <a:latin typeface="Arial"/>
                          <a:cs typeface="Arial"/>
                        </a:rPr>
                        <a:t>0.00</a:t>
                      </a:r>
                      <a:endParaRPr lang="en-US" sz="1400" noProof="0"/>
                    </a:p>
                  </a:txBody>
                  <a:tcPr/>
                </a:tc>
                <a:tc>
                  <a:txBody>
                    <a:bodyPr/>
                    <a:lstStyle/>
                    <a:p>
                      <a:r>
                        <a:rPr lang="en-US" sz="1400" noProof="0"/>
                        <a:t>0 – </a:t>
                      </a:r>
                      <a:r>
                        <a:rPr lang="en-US" sz="1400" b="0" i="0" u="none" strike="noStrike" noProof="0">
                          <a:solidFill>
                            <a:srgbClr val="000000"/>
                          </a:solidFill>
                          <a:latin typeface="Arial"/>
                          <a:cs typeface="Arial"/>
                        </a:rPr>
                        <a:t>0.00</a:t>
                      </a:r>
                      <a:endParaRPr lang="en-US" sz="1400" noProof="0"/>
                    </a:p>
                  </a:txBody>
                  <a:tcPr/>
                </a:tc>
                <a:tc>
                  <a:txBody>
                    <a:bodyPr/>
                    <a:lstStyle/>
                    <a:p>
                      <a:pPr lvl="0">
                        <a:buNone/>
                      </a:pPr>
                      <a:r>
                        <a:rPr lang="en-US" sz="1400" b="0" i="0" u="none" strike="noStrike" noProof="0">
                          <a:solidFill>
                            <a:srgbClr val="000000"/>
                          </a:solidFill>
                          <a:latin typeface="Arial"/>
                          <a:cs typeface="Arial"/>
                        </a:rPr>
                        <a:t>0 – 0.00</a:t>
                      </a:r>
                      <a:endParaRPr lang="de-DE" sz="1400"/>
                    </a:p>
                  </a:txBody>
                  <a:tcPr/>
                </a:tc>
                <a:tc>
                  <a:txBody>
                    <a:bodyPr/>
                    <a:lstStyle/>
                    <a:p>
                      <a:pPr lvl="0">
                        <a:buNone/>
                      </a:pPr>
                      <a:r>
                        <a:rPr lang="en-US" sz="1400" b="0" i="0" u="none" strike="noStrike" noProof="0">
                          <a:solidFill>
                            <a:srgbClr val="000000"/>
                          </a:solidFill>
                          <a:latin typeface="Arial"/>
                          <a:cs typeface="Arial"/>
                        </a:rPr>
                        <a:t>0 – 0.00</a:t>
                      </a:r>
                      <a:endParaRPr lang="de-DE" sz="1400"/>
                    </a:p>
                  </a:txBody>
                  <a:tcPr/>
                </a:tc>
                <a:tc>
                  <a:txBody>
                    <a:bodyPr/>
                    <a:lstStyle/>
                    <a:p>
                      <a:pPr lvl="0">
                        <a:buNone/>
                      </a:pPr>
                      <a:r>
                        <a:rPr lang="en-US" sz="1400" b="0" i="0" u="none" strike="noStrike" noProof="0">
                          <a:solidFill>
                            <a:srgbClr val="000000"/>
                          </a:solidFill>
                          <a:latin typeface="Arial"/>
                          <a:cs typeface="Arial"/>
                        </a:rPr>
                        <a:t>0 – 0.00</a:t>
                      </a:r>
                      <a:endParaRPr lang="de-DE" sz="1400"/>
                    </a:p>
                  </a:txBody>
                  <a:tcPr/>
                </a:tc>
                <a:tc>
                  <a:txBody>
                    <a:bodyPr/>
                    <a:lstStyle/>
                    <a:p>
                      <a:pPr lvl="0">
                        <a:buNone/>
                      </a:pPr>
                      <a:r>
                        <a:rPr lang="en-US" sz="1400" b="0" i="0" u="none" strike="noStrike" baseline="0" noProof="0">
                          <a:solidFill>
                            <a:srgbClr val="000000"/>
                          </a:solidFill>
                          <a:latin typeface="Arial"/>
                          <a:cs typeface="Arial"/>
                        </a:rPr>
                        <a:t>0 – 0.00</a:t>
                      </a:r>
                      <a:endParaRPr lang="de-DE" sz="1400"/>
                    </a:p>
                  </a:txBody>
                  <a:tcPr/>
                </a:tc>
                <a:extLst>
                  <a:ext uri="{0D108BD9-81ED-4DB2-BD59-A6C34878D82A}">
                    <a16:rowId xmlns:a16="http://schemas.microsoft.com/office/drawing/2014/main" val="165200827"/>
                  </a:ext>
                </a:extLst>
              </a:tr>
            </a:tbl>
          </a:graphicData>
        </a:graphic>
      </p:graphicFrame>
      <p:sp>
        <p:nvSpPr>
          <p:cNvPr id="6" name="Textfeld 5">
            <a:extLst>
              <a:ext uri="{FF2B5EF4-FFF2-40B4-BE49-F238E27FC236}">
                <a16:creationId xmlns:a16="http://schemas.microsoft.com/office/drawing/2014/main" id="{5A22DEE0-BCDF-92A0-10AD-5A8A9747510D}"/>
              </a:ext>
            </a:extLst>
          </p:cNvPr>
          <p:cNvSpPr txBox="1"/>
          <p:nvPr/>
        </p:nvSpPr>
        <p:spPr>
          <a:xfrm>
            <a:off x="-2825404" y="4306223"/>
            <a:ext cx="1833835" cy="830997"/>
          </a:xfrm>
          <a:prstGeom prst="rect">
            <a:avLst/>
          </a:prstGeom>
          <a:noFill/>
        </p:spPr>
        <p:txBody>
          <a:bodyPr rot="0" spcFirstLastPara="0" vertOverflow="overflow" horzOverflow="overflow" vert="horz" wrap="none" lIns="0" tIns="0" rIns="0" bIns="0" numCol="1" spcCol="0" rtlCol="0" fromWordArt="0" anchor="t" anchorCtr="0" forceAA="0" compatLnSpc="1">
            <a:prstTxWarp prst="textNoShape">
              <a:avLst/>
            </a:prstTxWarp>
            <a:spAutoFit/>
          </a:bodyPr>
          <a:lstStyle/>
          <a:p>
            <a:r>
              <a:rPr lang="en-US">
                <a:latin typeface="Arial"/>
                <a:cs typeface="Arial"/>
              </a:rPr>
              <a:t>0 – not necessary</a:t>
            </a:r>
          </a:p>
          <a:p>
            <a:r>
              <a:rPr lang="en-US">
                <a:latin typeface="Arial"/>
                <a:cs typeface="Arial"/>
              </a:rPr>
              <a:t>1 – must</a:t>
            </a:r>
            <a:endParaRPr lang="en-US">
              <a:cs typeface="Arial"/>
            </a:endParaRPr>
          </a:p>
          <a:p>
            <a:r>
              <a:rPr lang="en-US">
                <a:latin typeface="Arial"/>
                <a:cs typeface="Arial"/>
              </a:rPr>
              <a:t>Confidence score</a:t>
            </a:r>
            <a:endParaRPr lang="en-US">
              <a:cs typeface="Arial"/>
            </a:endParaRPr>
          </a:p>
        </p:txBody>
      </p:sp>
      <p:sp>
        <p:nvSpPr>
          <p:cNvPr id="5" name="Textfeld 7">
            <a:extLst>
              <a:ext uri="{FF2B5EF4-FFF2-40B4-BE49-F238E27FC236}">
                <a16:creationId xmlns:a16="http://schemas.microsoft.com/office/drawing/2014/main" id="{5CCCA212-2E49-FFB3-0379-461DF8344C41}"/>
              </a:ext>
            </a:extLst>
          </p:cNvPr>
          <p:cNvSpPr txBox="1"/>
          <p:nvPr/>
        </p:nvSpPr>
        <p:spPr>
          <a:xfrm>
            <a:off x="448126" y="6330276"/>
            <a:ext cx="3217291" cy="461665"/>
          </a:xfrm>
          <a:prstGeom prst="rect">
            <a:avLst/>
          </a:prstGeom>
          <a:solidFill>
            <a:schemeClr val="bg1"/>
          </a:solidFill>
        </p:spPr>
        <p:txBody>
          <a:bodyPr rot="0" spcFirstLastPara="0" vert="horz" wrap="square" lIns="0" tIns="0" rIns="0" bIns="0" numCol="1" spcCol="0" rtlCol="0" fromWordArt="0" anchor="t" anchorCtr="0" forceAA="0" compatLnSpc="1">
            <a:prstTxWarp prst="textNoShape">
              <a:avLst/>
            </a:prstTxWarp>
            <a:spAutoFit/>
          </a:bodyPr>
          <a:lstStyle>
            <a:defPPr>
              <a:defRPr lang="de-DE"/>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a:lstStyle>
          <a:p>
            <a:endParaRPr lang="en-US" sz="1000">
              <a:latin typeface="Arial"/>
              <a:cs typeface="Arial"/>
            </a:endParaRPr>
          </a:p>
          <a:p>
            <a:endParaRPr lang="en-US" sz="1000">
              <a:latin typeface="Arial"/>
              <a:cs typeface="Arial"/>
            </a:endParaRPr>
          </a:p>
          <a:p>
            <a:r>
              <a:rPr lang="en-US" sz="1000">
                <a:latin typeface="Arial"/>
                <a:cs typeface="Arial"/>
              </a:rPr>
              <a:t>| Haochen Zhang | 11.05.2026</a:t>
            </a:r>
            <a:endParaRPr lang="en-US" sz="1000">
              <a:cs typeface="Arial"/>
            </a:endParaRPr>
          </a:p>
        </p:txBody>
      </p:sp>
      <p:sp>
        <p:nvSpPr>
          <p:cNvPr id="3" name="Textfeld 2">
            <a:extLst>
              <a:ext uri="{FF2B5EF4-FFF2-40B4-BE49-F238E27FC236}">
                <a16:creationId xmlns:a16="http://schemas.microsoft.com/office/drawing/2014/main" id="{5465C926-2955-E6F8-2B38-07815C08D913}"/>
              </a:ext>
            </a:extLst>
          </p:cNvPr>
          <p:cNvSpPr txBox="1"/>
          <p:nvPr/>
        </p:nvSpPr>
        <p:spPr>
          <a:xfrm>
            <a:off x="-136929" y="4307147"/>
            <a:ext cx="10550004" cy="2431435"/>
          </a:xfrm>
          <a:prstGeom prst="rect">
            <a:avLst/>
          </a:prstGeom>
          <a:noFill/>
        </p:spPr>
        <p:txBody>
          <a:bodyPr rot="0" spcFirstLastPara="0" vertOverflow="overflow" horzOverflow="overflow" vert="horz" wrap="none" lIns="0" tIns="0" rIns="0" bIns="0" numCol="1" spcCol="0" rtlCol="0" fromWordArt="0" anchor="t" anchorCtr="0" forceAA="0" compatLnSpc="1">
            <a:prstTxWarp prst="textNoShape">
              <a:avLst/>
            </a:prstTxWarp>
            <a:spAutoFit/>
          </a:bodyPr>
          <a:lstStyle/>
          <a:p>
            <a:r>
              <a:rPr lang="de-DE" sz="1400">
                <a:latin typeface="Arial"/>
                <a:cs typeface="Arial"/>
              </a:rPr>
              <a:t>- **Feeder**: 70 % Wahrscheinlichkeit, dass diese Spalte ortsbezogene bzw. </a:t>
            </a:r>
            <a:endParaRPr lang="de-DE">
              <a:latin typeface="Arial"/>
              <a:cs typeface="Arial" panose="020B0604020202020204" pitchFamily="34" charset="0"/>
            </a:endParaRPr>
          </a:p>
          <a:p>
            <a:r>
              <a:rPr lang="de-DE" sz="1400">
                <a:latin typeface="Arial"/>
                <a:cs typeface="Arial"/>
              </a:rPr>
              <a:t>personenbezogene Daten enthält. **Empfehlung**: </a:t>
            </a:r>
            <a:endParaRPr lang="de-DE">
              <a:latin typeface="Arial"/>
              <a:cs typeface="Arial" panose="020B0604020202020204" pitchFamily="34" charset="0"/>
            </a:endParaRPr>
          </a:p>
          <a:p>
            <a:r>
              <a:rPr lang="de-DE" sz="1400">
                <a:latin typeface="Arial"/>
                <a:cs typeface="Arial"/>
              </a:rPr>
              <a:t>pseudonymisieren (z. B. Hash) oder entfernen, falls rechtlich nötig.</a:t>
            </a:r>
            <a:endParaRPr lang="de-DE">
              <a:latin typeface="Arial"/>
              <a:cs typeface="Arial"/>
            </a:endParaRPr>
          </a:p>
          <a:p>
            <a:r>
              <a:rPr lang="de-DE" sz="1400">
                <a:latin typeface="Arial"/>
                <a:cs typeface="Arial"/>
              </a:rPr>
              <a:t>- **</a:t>
            </a:r>
            <a:r>
              <a:rPr lang="de-DE" sz="1400" err="1">
                <a:latin typeface="Arial"/>
                <a:cs typeface="Arial"/>
              </a:rPr>
              <a:t>Timestamp</a:t>
            </a:r>
            <a:r>
              <a:rPr lang="de-DE" sz="1400">
                <a:latin typeface="Arial"/>
                <a:cs typeface="Arial"/>
              </a:rPr>
              <a:t>‑Spalten**: 30 % Wahrscheinlichkeit, dass sie in Kombination mit Standortdaten personenbezogen werden könnten. </a:t>
            </a:r>
            <a:endParaRPr lang="de-DE">
              <a:latin typeface="Arial"/>
              <a:cs typeface="Arial" panose="020B0604020202020204" pitchFamily="34" charset="0"/>
            </a:endParaRPr>
          </a:p>
          <a:p>
            <a:r>
              <a:rPr lang="de-DE" sz="1400">
                <a:latin typeface="Arial"/>
                <a:cs typeface="Arial"/>
              </a:rPr>
              <a:t>**Empfehlung**: prüfen, ob sie wirklich nötig sind; wenn ja, ggf. aggregieren (z. B. auf Stunden‑ oder Tagesbasis).</a:t>
            </a:r>
            <a:endParaRPr lang="de-DE">
              <a:latin typeface="Arial"/>
              <a:cs typeface="Arial"/>
            </a:endParaRPr>
          </a:p>
          <a:p>
            <a:r>
              <a:rPr lang="de-DE" sz="1400">
                <a:latin typeface="Arial"/>
                <a:cs typeface="Arial"/>
              </a:rPr>
              <a:t>- **Alle anderen Spalten**: 0 % Wahrscheinlichkeit, dass sie als ortsbezogene Daten gelten. </a:t>
            </a:r>
            <a:endParaRPr lang="de-DE">
              <a:latin typeface="Arial"/>
              <a:cs typeface="Arial" panose="020B0604020202020204" pitchFamily="34" charset="0"/>
            </a:endParaRPr>
          </a:p>
          <a:p>
            <a:r>
              <a:rPr lang="de-DE" sz="1400">
                <a:latin typeface="Arial"/>
                <a:cs typeface="Arial"/>
              </a:rPr>
              <a:t>Kein Anonymisierungsbedarf gemäß DPV‑Location‑Abstrakt.</a:t>
            </a:r>
            <a:endParaRPr lang="de-DE">
              <a:latin typeface="Arial"/>
              <a:cs typeface="Arial"/>
            </a:endParaRPr>
          </a:p>
          <a:p>
            <a:endParaRPr lang="de-DE"/>
          </a:p>
          <a:p>
            <a:r>
              <a:rPr lang="de-DE" sz="1400">
                <a:latin typeface="Arial"/>
                <a:cs typeface="Arial"/>
              </a:rPr>
              <a:t>&gt; **Hinweis:** Der DPV‑Abstrakt konzentriert sich auf das Konzept „Location“ – geografische oder räumliche Information. </a:t>
            </a:r>
            <a:endParaRPr lang="de-DE">
              <a:latin typeface="Arial"/>
              <a:cs typeface="Arial" panose="020B0604020202020204" pitchFamily="34" charset="0"/>
            </a:endParaRPr>
          </a:p>
          <a:p>
            <a:r>
              <a:rPr lang="de-DE" sz="1400">
                <a:latin typeface="Arial"/>
                <a:cs typeface="Arial"/>
              </a:rPr>
              <a:t>Da die Tabelle keine expliziten Koordinaten oder Adressinformationen enthält, liegt die Hauptanrechenbarkeit bei der Spalte „</a:t>
            </a:r>
            <a:r>
              <a:rPr lang="de-DE" sz="1400" err="1">
                <a:latin typeface="Arial"/>
                <a:cs typeface="Arial"/>
              </a:rPr>
              <a:t>feeder</a:t>
            </a:r>
            <a:r>
              <a:rPr lang="de-DE" sz="1400">
                <a:latin typeface="Arial"/>
                <a:cs typeface="Arial"/>
              </a:rPr>
              <a:t>“, </a:t>
            </a:r>
            <a:endParaRPr lang="de-DE">
              <a:latin typeface="Arial"/>
              <a:cs typeface="Arial"/>
            </a:endParaRPr>
          </a:p>
          <a:p>
            <a:r>
              <a:rPr lang="de-DE" sz="1400">
                <a:latin typeface="Arial"/>
                <a:cs typeface="Arial"/>
              </a:rPr>
              <a:t>die als Standortindikation fungieren kann. Alle anderen Messwerte sind reine physikalische Kennzahlen.</a:t>
            </a:r>
            <a:endParaRPr lang="de-DE">
              <a:latin typeface="Arial"/>
              <a:cs typeface="Arial"/>
            </a:endParaRPr>
          </a:p>
        </p:txBody>
      </p:sp>
    </p:spTree>
    <p:extLst>
      <p:ext uri="{BB962C8B-B14F-4D97-AF65-F5344CB8AC3E}">
        <p14:creationId xmlns:p14="http://schemas.microsoft.com/office/powerpoint/2010/main" val="423190862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1B00C3-3349-46F5-6731-2F6FC633FAF6}"/>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3BA64408-AF1C-0D14-47D1-AAB71E65EFE3}"/>
              </a:ext>
            </a:extLst>
          </p:cNvPr>
          <p:cNvSpPr>
            <a:spLocks noGrp="1"/>
          </p:cNvSpPr>
          <p:nvPr>
            <p:ph type="title"/>
          </p:nvPr>
        </p:nvSpPr>
        <p:spPr/>
        <p:txBody>
          <a:bodyPr/>
          <a:lstStyle/>
          <a:p>
            <a:r>
              <a:rPr lang="en-US">
                <a:latin typeface="Arial"/>
                <a:cs typeface="Arial"/>
              </a:rPr>
              <a:t>Weather </a:t>
            </a:r>
            <a:r>
              <a:rPr lang="en-US" err="1">
                <a:latin typeface="Arial"/>
                <a:cs typeface="Arial"/>
              </a:rPr>
              <a:t>data</a:t>
            </a:r>
            <a:r>
              <a:rPr lang="en-US">
                <a:latin typeface="Arial"/>
                <a:cs typeface="Arial"/>
              </a:rPr>
              <a:t> given TECH</a:t>
            </a:r>
            <a:endParaRPr lang="en-US"/>
          </a:p>
        </p:txBody>
      </p:sp>
      <p:graphicFrame>
        <p:nvGraphicFramePr>
          <p:cNvPr id="4" name="Tabelle 3">
            <a:extLst>
              <a:ext uri="{FF2B5EF4-FFF2-40B4-BE49-F238E27FC236}">
                <a16:creationId xmlns:a16="http://schemas.microsoft.com/office/drawing/2014/main" id="{1B2D4313-E93B-F2F1-8991-02F6BBC35AF4}"/>
              </a:ext>
            </a:extLst>
          </p:cNvPr>
          <p:cNvGraphicFramePr>
            <a:graphicFrameLocks noGrp="1"/>
          </p:cNvGraphicFramePr>
          <p:nvPr>
            <p:extLst>
              <p:ext uri="{D42A27DB-BD31-4B8C-83A1-F6EECF244321}">
                <p14:modId xmlns:p14="http://schemas.microsoft.com/office/powerpoint/2010/main" val="2457323810"/>
              </p:ext>
            </p:extLst>
          </p:nvPr>
        </p:nvGraphicFramePr>
        <p:xfrm>
          <a:off x="284480" y="1006856"/>
          <a:ext cx="8593754" cy="3190604"/>
        </p:xfrm>
        <a:graphic>
          <a:graphicData uri="http://schemas.openxmlformats.org/drawingml/2006/table">
            <a:tbl>
              <a:tblPr firstRow="1" bandRow="1">
                <a:tableStyleId>{5C22544A-7EE6-4342-B048-85BDC9FD1C3A}</a:tableStyleId>
              </a:tblPr>
              <a:tblGrid>
                <a:gridCol w="661058">
                  <a:extLst>
                    <a:ext uri="{9D8B030D-6E8A-4147-A177-3AD203B41FA5}">
                      <a16:colId xmlns:a16="http://schemas.microsoft.com/office/drawing/2014/main" val="626003958"/>
                    </a:ext>
                  </a:extLst>
                </a:gridCol>
                <a:gridCol w="661058">
                  <a:extLst>
                    <a:ext uri="{9D8B030D-6E8A-4147-A177-3AD203B41FA5}">
                      <a16:colId xmlns:a16="http://schemas.microsoft.com/office/drawing/2014/main" val="3533797695"/>
                    </a:ext>
                  </a:extLst>
                </a:gridCol>
                <a:gridCol w="661058">
                  <a:extLst>
                    <a:ext uri="{9D8B030D-6E8A-4147-A177-3AD203B41FA5}">
                      <a16:colId xmlns:a16="http://schemas.microsoft.com/office/drawing/2014/main" val="1723621392"/>
                    </a:ext>
                  </a:extLst>
                </a:gridCol>
                <a:gridCol w="661058">
                  <a:extLst>
                    <a:ext uri="{9D8B030D-6E8A-4147-A177-3AD203B41FA5}">
                      <a16:colId xmlns:a16="http://schemas.microsoft.com/office/drawing/2014/main" val="3684016445"/>
                    </a:ext>
                  </a:extLst>
                </a:gridCol>
                <a:gridCol w="661058">
                  <a:extLst>
                    <a:ext uri="{9D8B030D-6E8A-4147-A177-3AD203B41FA5}">
                      <a16:colId xmlns:a16="http://schemas.microsoft.com/office/drawing/2014/main" val="3120114581"/>
                    </a:ext>
                  </a:extLst>
                </a:gridCol>
                <a:gridCol w="661058">
                  <a:extLst>
                    <a:ext uri="{9D8B030D-6E8A-4147-A177-3AD203B41FA5}">
                      <a16:colId xmlns:a16="http://schemas.microsoft.com/office/drawing/2014/main" val="1066362318"/>
                    </a:ext>
                  </a:extLst>
                </a:gridCol>
                <a:gridCol w="661058">
                  <a:extLst>
                    <a:ext uri="{9D8B030D-6E8A-4147-A177-3AD203B41FA5}">
                      <a16:colId xmlns:a16="http://schemas.microsoft.com/office/drawing/2014/main" val="1613802814"/>
                    </a:ext>
                  </a:extLst>
                </a:gridCol>
                <a:gridCol w="661058">
                  <a:extLst>
                    <a:ext uri="{9D8B030D-6E8A-4147-A177-3AD203B41FA5}">
                      <a16:colId xmlns:a16="http://schemas.microsoft.com/office/drawing/2014/main" val="3235018036"/>
                    </a:ext>
                  </a:extLst>
                </a:gridCol>
                <a:gridCol w="661058">
                  <a:extLst>
                    <a:ext uri="{9D8B030D-6E8A-4147-A177-3AD203B41FA5}">
                      <a16:colId xmlns:a16="http://schemas.microsoft.com/office/drawing/2014/main" val="18120407"/>
                    </a:ext>
                  </a:extLst>
                </a:gridCol>
                <a:gridCol w="661058">
                  <a:extLst>
                    <a:ext uri="{9D8B030D-6E8A-4147-A177-3AD203B41FA5}">
                      <a16:colId xmlns:a16="http://schemas.microsoft.com/office/drawing/2014/main" val="3911571886"/>
                    </a:ext>
                  </a:extLst>
                </a:gridCol>
                <a:gridCol w="661058">
                  <a:extLst>
                    <a:ext uri="{9D8B030D-6E8A-4147-A177-3AD203B41FA5}">
                      <a16:colId xmlns:a16="http://schemas.microsoft.com/office/drawing/2014/main" val="444949786"/>
                    </a:ext>
                  </a:extLst>
                </a:gridCol>
                <a:gridCol w="661058">
                  <a:extLst>
                    <a:ext uri="{9D8B030D-6E8A-4147-A177-3AD203B41FA5}">
                      <a16:colId xmlns:a16="http://schemas.microsoft.com/office/drawing/2014/main" val="3381821050"/>
                    </a:ext>
                  </a:extLst>
                </a:gridCol>
                <a:gridCol w="661058">
                  <a:extLst>
                    <a:ext uri="{9D8B030D-6E8A-4147-A177-3AD203B41FA5}">
                      <a16:colId xmlns:a16="http://schemas.microsoft.com/office/drawing/2014/main" val="3699814725"/>
                    </a:ext>
                  </a:extLst>
                </a:gridCol>
              </a:tblGrid>
              <a:tr h="909502">
                <a:tc>
                  <a:txBody>
                    <a:bodyPr/>
                    <a:lstStyle/>
                    <a:p>
                      <a:endParaRPr lang="en-US" sz="1400" noProof="0"/>
                    </a:p>
                  </a:txBody>
                  <a:tcPr/>
                </a:tc>
                <a:tc>
                  <a:txBody>
                    <a:bodyPr/>
                    <a:lstStyle/>
                    <a:p>
                      <a:pPr marL="0" lvl="0" indent="0" algn="l">
                        <a:lnSpc>
                          <a:spcPct val="100000"/>
                        </a:lnSpc>
                        <a:buNone/>
                      </a:pPr>
                      <a:r>
                        <a:rPr lang="en-US" sz="1400" b="1" i="0" u="none" strike="noStrike" baseline="0" noProof="0">
                          <a:solidFill>
                            <a:srgbClr val="FFFFFF"/>
                          </a:solidFill>
                          <a:latin typeface="Arial"/>
                          <a:cs typeface="Arial"/>
                        </a:rPr>
                        <a:t>feeder</a:t>
                      </a:r>
                    </a:p>
                    <a:p>
                      <a:pPr lvl="0">
                        <a:buNone/>
                      </a:pPr>
                      <a:endParaRPr lang="en-US" sz="1400" noProof="0"/>
                    </a:p>
                  </a:txBody>
                  <a:tcPr/>
                </a:tc>
                <a:tc>
                  <a:txBody>
                    <a:bodyPr/>
                    <a:lstStyle/>
                    <a:p>
                      <a:pPr lvl="0">
                        <a:buNone/>
                      </a:pPr>
                      <a:r>
                        <a:rPr lang="en-US" sz="1400" b="1" i="0" u="none" strike="noStrike" baseline="0" noProof="0" err="1">
                          <a:solidFill>
                            <a:srgbClr val="FFFFFF"/>
                          </a:solidFill>
                          <a:latin typeface="Arial"/>
                          <a:cs typeface="Arial"/>
                        </a:rPr>
                        <a:t>timestamp_UTC</a:t>
                      </a:r>
                      <a:endParaRPr lang="de-DE" sz="1400"/>
                    </a:p>
                  </a:txBody>
                  <a:tcPr/>
                </a:tc>
                <a:tc>
                  <a:txBody>
                    <a:bodyPr/>
                    <a:lstStyle/>
                    <a:p>
                      <a:pPr lvl="0" algn="l">
                        <a:lnSpc>
                          <a:spcPct val="100000"/>
                        </a:lnSpc>
                        <a:spcBef>
                          <a:spcPts val="0"/>
                        </a:spcBef>
                        <a:spcAft>
                          <a:spcPts val="0"/>
                        </a:spcAft>
                        <a:buNone/>
                      </a:pPr>
                      <a:r>
                        <a:rPr lang="en-US" sz="1400" b="1" i="0" u="none" strike="noStrike" baseline="0" noProof="0" err="1">
                          <a:solidFill>
                            <a:srgbClr val="FFFFFF"/>
                          </a:solidFill>
                          <a:latin typeface="Arial"/>
                          <a:cs typeface="Arial"/>
                        </a:rPr>
                        <a:t>timestamp_CET_CEST</a:t>
                      </a:r>
                      <a:endParaRPr lang="de-DE" sz="1400"/>
                    </a:p>
                    <a:p>
                      <a:pPr lvl="0">
                        <a:buNone/>
                      </a:pPr>
                      <a:endParaRPr lang="en-US" sz="1400" noProof="0"/>
                    </a:p>
                  </a:txBody>
                  <a:tcPr/>
                </a:tc>
                <a:tc>
                  <a:txBody>
                    <a:bodyPr/>
                    <a:lstStyle/>
                    <a:p>
                      <a:pPr lvl="0">
                        <a:buNone/>
                      </a:pPr>
                      <a:r>
                        <a:rPr lang="en-US" sz="1400" b="1" i="0" u="none" strike="noStrike" baseline="0" noProof="0" err="1">
                          <a:solidFill>
                            <a:srgbClr val="FFFFFF"/>
                          </a:solidFill>
                          <a:latin typeface="Arial"/>
                          <a:cs typeface="Arial"/>
                        </a:rPr>
                        <a:t>direct_radiation_W</a:t>
                      </a:r>
                      <a:r>
                        <a:rPr lang="en-US" sz="1400" b="1" i="0" u="none" strike="noStrike" baseline="0" noProof="0">
                          <a:solidFill>
                            <a:srgbClr val="FFFFFF"/>
                          </a:solidFill>
                          <a:latin typeface="Arial"/>
                          <a:cs typeface="Arial"/>
                        </a:rPr>
                        <a:t>/m2</a:t>
                      </a:r>
                      <a:endParaRPr lang="de-DE" sz="1400"/>
                    </a:p>
                  </a:txBody>
                  <a:tcPr/>
                </a:tc>
                <a:tc>
                  <a:txBody>
                    <a:bodyPr/>
                    <a:lstStyle/>
                    <a:p>
                      <a:pPr lvl="0" algn="l">
                        <a:lnSpc>
                          <a:spcPct val="100000"/>
                        </a:lnSpc>
                        <a:spcBef>
                          <a:spcPts val="0"/>
                        </a:spcBef>
                        <a:spcAft>
                          <a:spcPts val="0"/>
                        </a:spcAft>
                        <a:buNone/>
                      </a:pPr>
                      <a:r>
                        <a:rPr lang="en-US" sz="1400" b="1" i="0" u="none" strike="noStrike" baseline="0" noProof="0" err="1">
                          <a:solidFill>
                            <a:srgbClr val="FFFFFF"/>
                          </a:solidFill>
                          <a:latin typeface="Arial"/>
                          <a:cs typeface="Arial"/>
                        </a:rPr>
                        <a:t>diffuse_radiation_W</a:t>
                      </a:r>
                      <a:r>
                        <a:rPr lang="en-US" sz="1400" b="1" i="0" u="none" strike="noStrike" baseline="0" noProof="0">
                          <a:solidFill>
                            <a:srgbClr val="FFFFFF"/>
                          </a:solidFill>
                          <a:latin typeface="Arial"/>
                          <a:cs typeface="Arial"/>
                        </a:rPr>
                        <a:t>/m2</a:t>
                      </a:r>
                      <a:endParaRPr lang="de-DE" sz="1400"/>
                    </a:p>
                  </a:txBody>
                  <a:tcPr/>
                </a:tc>
                <a:tc>
                  <a:txBody>
                    <a:bodyPr/>
                    <a:lstStyle/>
                    <a:p>
                      <a:pPr lvl="0" algn="l">
                        <a:lnSpc>
                          <a:spcPct val="100000"/>
                        </a:lnSpc>
                        <a:spcBef>
                          <a:spcPts val="0"/>
                        </a:spcBef>
                        <a:spcAft>
                          <a:spcPts val="0"/>
                        </a:spcAft>
                        <a:buNone/>
                      </a:pPr>
                      <a:r>
                        <a:rPr lang="en-US" sz="1400" b="1" i="0" u="none" strike="noStrike" baseline="0" noProof="0" err="1">
                          <a:solidFill>
                            <a:srgbClr val="FFFFFF"/>
                          </a:solidFill>
                          <a:latin typeface="Arial"/>
                          <a:cs typeface="Arial"/>
                        </a:rPr>
                        <a:t>air_temperature_C</a:t>
                      </a:r>
                      <a:endParaRPr lang="de-DE" sz="1400"/>
                    </a:p>
                  </a:txBody>
                  <a:tcPr/>
                </a:tc>
                <a:tc>
                  <a:txBody>
                    <a:bodyPr/>
                    <a:lstStyle/>
                    <a:p>
                      <a:pPr lvl="0" algn="l">
                        <a:lnSpc>
                          <a:spcPct val="100000"/>
                        </a:lnSpc>
                        <a:spcBef>
                          <a:spcPts val="0"/>
                        </a:spcBef>
                        <a:spcAft>
                          <a:spcPts val="0"/>
                        </a:spcAft>
                        <a:buNone/>
                      </a:pPr>
                      <a:r>
                        <a:rPr lang="en-US" sz="1400" b="1" i="0" u="none" strike="noStrike" baseline="0" noProof="0" err="1">
                          <a:solidFill>
                            <a:srgbClr val="FFFFFF"/>
                          </a:solidFill>
                          <a:latin typeface="Arial"/>
                          <a:cs typeface="Arial"/>
                        </a:rPr>
                        <a:t>precipitation_kg</a:t>
                      </a:r>
                      <a:r>
                        <a:rPr lang="en-US" sz="1400" b="1" i="0" u="none" strike="noStrike" baseline="0" noProof="0">
                          <a:solidFill>
                            <a:srgbClr val="FFFFFF"/>
                          </a:solidFill>
                          <a:latin typeface="Arial"/>
                          <a:cs typeface="Arial"/>
                        </a:rPr>
                        <a:t>/m2</a:t>
                      </a:r>
                      <a:endParaRPr lang="de-DE" sz="1400"/>
                    </a:p>
                    <a:p>
                      <a:pPr lvl="0">
                        <a:buNone/>
                      </a:pPr>
                      <a:endParaRPr lang="en-US" sz="1400" noProof="0"/>
                    </a:p>
                  </a:txBody>
                  <a:tcPr/>
                </a:tc>
                <a:tc>
                  <a:txBody>
                    <a:bodyPr/>
                    <a:lstStyle/>
                    <a:p>
                      <a:pPr lvl="0" algn="l">
                        <a:lnSpc>
                          <a:spcPct val="100000"/>
                        </a:lnSpc>
                        <a:spcBef>
                          <a:spcPts val="0"/>
                        </a:spcBef>
                        <a:spcAft>
                          <a:spcPts val="0"/>
                        </a:spcAft>
                        <a:buNone/>
                      </a:pPr>
                      <a:r>
                        <a:rPr lang="en-US" sz="1400" b="1" i="0" u="none" strike="noStrike" baseline="0" noProof="0" err="1">
                          <a:solidFill>
                            <a:srgbClr val="FFFFFF"/>
                          </a:solidFill>
                          <a:latin typeface="Arial"/>
                          <a:cs typeface="Arial"/>
                        </a:rPr>
                        <a:t>snow_height_m</a:t>
                      </a:r>
                      <a:endParaRPr lang="de-DE" sz="1400"/>
                    </a:p>
                  </a:txBody>
                  <a:tcPr/>
                </a:tc>
                <a:tc>
                  <a:txBody>
                    <a:bodyPr/>
                    <a:lstStyle/>
                    <a:p>
                      <a:pPr lvl="0" algn="l">
                        <a:lnSpc>
                          <a:spcPct val="100000"/>
                        </a:lnSpc>
                        <a:spcBef>
                          <a:spcPts val="0"/>
                        </a:spcBef>
                        <a:spcAft>
                          <a:spcPts val="0"/>
                        </a:spcAft>
                        <a:buNone/>
                      </a:pPr>
                      <a:r>
                        <a:rPr lang="en-US" sz="1400" b="1" i="0" u="none" strike="noStrike" baseline="0" noProof="0" err="1">
                          <a:solidFill>
                            <a:srgbClr val="FFFFFF"/>
                          </a:solidFill>
                          <a:latin typeface="Arial"/>
                          <a:cs typeface="Arial"/>
                        </a:rPr>
                        <a:t>humidity_kg</a:t>
                      </a:r>
                      <a:r>
                        <a:rPr lang="en-US" sz="1400" b="1" i="0" u="none" strike="noStrike" baseline="0" noProof="0">
                          <a:solidFill>
                            <a:srgbClr val="FFFFFF"/>
                          </a:solidFill>
                          <a:latin typeface="Arial"/>
                          <a:cs typeface="Arial"/>
                        </a:rPr>
                        <a:t>/kg</a:t>
                      </a:r>
                      <a:endParaRPr lang="de-DE" sz="1400"/>
                    </a:p>
                  </a:txBody>
                  <a:tcPr/>
                </a:tc>
                <a:tc>
                  <a:txBody>
                    <a:bodyPr/>
                    <a:lstStyle/>
                    <a:p>
                      <a:pPr lvl="0" algn="l">
                        <a:lnSpc>
                          <a:spcPct val="100000"/>
                        </a:lnSpc>
                        <a:spcBef>
                          <a:spcPts val="0"/>
                        </a:spcBef>
                        <a:spcAft>
                          <a:spcPts val="0"/>
                        </a:spcAft>
                        <a:buNone/>
                      </a:pPr>
                      <a:r>
                        <a:rPr lang="de-DE" sz="1400" b="1" i="0" u="none" strike="noStrike" baseline="0" noProof="0" err="1">
                          <a:solidFill>
                            <a:srgbClr val="FFFFFF"/>
                          </a:solidFill>
                          <a:latin typeface="Arial"/>
                          <a:cs typeface="Arial"/>
                        </a:rPr>
                        <a:t>max_wind_gust_m</a:t>
                      </a:r>
                      <a:r>
                        <a:rPr lang="de-DE" sz="1400" b="1" i="0" u="none" strike="noStrike" baseline="0" noProof="0">
                          <a:solidFill>
                            <a:srgbClr val="FFFFFF"/>
                          </a:solidFill>
                          <a:latin typeface="Arial"/>
                          <a:cs typeface="Arial"/>
                        </a:rPr>
                        <a:t>/s</a:t>
                      </a:r>
                      <a:endParaRPr lang="de-DE" sz="1400"/>
                    </a:p>
                  </a:txBody>
                  <a:tcPr/>
                </a:tc>
                <a:tc>
                  <a:txBody>
                    <a:bodyPr/>
                    <a:lstStyle/>
                    <a:p>
                      <a:pPr lvl="0" algn="l">
                        <a:lnSpc>
                          <a:spcPct val="100000"/>
                        </a:lnSpc>
                        <a:spcBef>
                          <a:spcPts val="0"/>
                        </a:spcBef>
                        <a:spcAft>
                          <a:spcPts val="0"/>
                        </a:spcAft>
                        <a:buNone/>
                      </a:pPr>
                      <a:r>
                        <a:rPr lang="de-DE" sz="1400" b="1" i="0" u="none" strike="noStrike" baseline="0" noProof="0" err="1">
                          <a:solidFill>
                            <a:srgbClr val="FFFFFF"/>
                          </a:solidFill>
                          <a:latin typeface="Arial"/>
                          <a:cs typeface="Arial"/>
                        </a:rPr>
                        <a:t>meridional_wind_m</a:t>
                      </a:r>
                      <a:r>
                        <a:rPr lang="de-DE" sz="1400" b="1" i="0" u="none" strike="noStrike" baseline="0" noProof="0">
                          <a:solidFill>
                            <a:srgbClr val="FFFFFF"/>
                          </a:solidFill>
                          <a:latin typeface="Arial"/>
                          <a:cs typeface="Arial"/>
                        </a:rPr>
                        <a:t>/s</a:t>
                      </a:r>
                      <a:endParaRPr lang="de-DE" sz="1400"/>
                    </a:p>
                  </a:txBody>
                  <a:tcPr/>
                </a:tc>
                <a:tc>
                  <a:txBody>
                    <a:bodyPr/>
                    <a:lstStyle/>
                    <a:p>
                      <a:pPr lvl="0" algn="l">
                        <a:lnSpc>
                          <a:spcPct val="100000"/>
                        </a:lnSpc>
                        <a:spcBef>
                          <a:spcPts val="0"/>
                        </a:spcBef>
                        <a:spcAft>
                          <a:spcPts val="0"/>
                        </a:spcAft>
                        <a:buNone/>
                      </a:pPr>
                      <a:r>
                        <a:rPr lang="de-DE" sz="1400" b="1" i="0" u="none" strike="noStrike" baseline="0" noProof="0" err="1">
                          <a:solidFill>
                            <a:srgbClr val="FFFFFF"/>
                          </a:solidFill>
                          <a:latin typeface="Arial"/>
                          <a:cs typeface="Arial"/>
                        </a:rPr>
                        <a:t>zonal_wind_m</a:t>
                      </a:r>
                      <a:r>
                        <a:rPr lang="de-DE" sz="1400" b="1" i="0" u="none" strike="noStrike" baseline="0" noProof="0">
                          <a:solidFill>
                            <a:srgbClr val="FFFFFF"/>
                          </a:solidFill>
                          <a:latin typeface="Arial"/>
                          <a:cs typeface="Arial"/>
                        </a:rPr>
                        <a:t>/s</a:t>
                      </a:r>
                      <a:endParaRPr lang="de-DE" sz="1400"/>
                    </a:p>
                  </a:txBody>
                  <a:tcPr/>
                </a:tc>
                <a:extLst>
                  <a:ext uri="{0D108BD9-81ED-4DB2-BD59-A6C34878D82A}">
                    <a16:rowId xmlns:a16="http://schemas.microsoft.com/office/drawing/2014/main" val="3879814623"/>
                  </a:ext>
                </a:extLst>
              </a:tr>
              <a:tr h="909502">
                <a:tc>
                  <a:txBody>
                    <a:bodyPr/>
                    <a:lstStyle/>
                    <a:p>
                      <a:r>
                        <a:rPr lang="en-US" sz="1400" noProof="0"/>
                        <a:t>Me</a:t>
                      </a:r>
                    </a:p>
                  </a:txBody>
                  <a:tcPr/>
                </a:tc>
                <a:tc>
                  <a:txBody>
                    <a:bodyPr/>
                    <a:lstStyle/>
                    <a:p>
                      <a:r>
                        <a:rPr lang="en-US" sz="1400" noProof="0"/>
                        <a:t>1</a:t>
                      </a:r>
                    </a:p>
                  </a:txBody>
                  <a:tcPr/>
                </a:tc>
                <a:tc>
                  <a:txBody>
                    <a:bodyPr/>
                    <a:lstStyle/>
                    <a:p>
                      <a:r>
                        <a:rPr lang="en-US" sz="1400" noProof="0"/>
                        <a:t>1</a:t>
                      </a:r>
                    </a:p>
                  </a:txBody>
                  <a:tcPr/>
                </a:tc>
                <a:tc>
                  <a:txBody>
                    <a:bodyPr/>
                    <a:lstStyle/>
                    <a:p>
                      <a:r>
                        <a:rPr lang="en-US" sz="1400" noProof="0"/>
                        <a:t>1</a:t>
                      </a:r>
                    </a:p>
                  </a:txBody>
                  <a:tcPr/>
                </a:tc>
                <a:tc>
                  <a:txBody>
                    <a:bodyPr/>
                    <a:lstStyle/>
                    <a:p>
                      <a:r>
                        <a:rPr lang="en-US" sz="1400" noProof="0"/>
                        <a:t>0</a:t>
                      </a:r>
                    </a:p>
                  </a:txBody>
                  <a:tcPr/>
                </a:tc>
                <a:tc>
                  <a:txBody>
                    <a:bodyPr/>
                    <a:lstStyle/>
                    <a:p>
                      <a:r>
                        <a:rPr lang="en-US" sz="1400" noProof="0"/>
                        <a:t>0</a:t>
                      </a:r>
                    </a:p>
                  </a:txBody>
                  <a:tcPr/>
                </a:tc>
                <a:tc>
                  <a:txBody>
                    <a:bodyPr/>
                    <a:lstStyle/>
                    <a:p>
                      <a:r>
                        <a:rPr lang="en-US" sz="1400" noProof="0"/>
                        <a:t>0</a:t>
                      </a:r>
                    </a:p>
                  </a:txBody>
                  <a:tcPr/>
                </a:tc>
                <a:tc>
                  <a:txBody>
                    <a:bodyPr/>
                    <a:lstStyle/>
                    <a:p>
                      <a:r>
                        <a:rPr lang="en-US" sz="1400" noProof="0"/>
                        <a:t>0</a:t>
                      </a:r>
                    </a:p>
                  </a:txBody>
                  <a:tcPr/>
                </a:tc>
                <a:tc>
                  <a:txBody>
                    <a:bodyPr/>
                    <a:lstStyle/>
                    <a:p>
                      <a:r>
                        <a:rPr lang="en-US" sz="1400" noProof="0"/>
                        <a:t>0</a:t>
                      </a:r>
                    </a:p>
                  </a:txBody>
                  <a:tcPr/>
                </a:tc>
                <a:tc>
                  <a:txBody>
                    <a:bodyPr/>
                    <a:lstStyle/>
                    <a:p>
                      <a:pPr lvl="0">
                        <a:buNone/>
                      </a:pPr>
                      <a:r>
                        <a:rPr lang="en-US" sz="1400" noProof="0"/>
                        <a:t>0</a:t>
                      </a:r>
                    </a:p>
                  </a:txBody>
                  <a:tcPr/>
                </a:tc>
                <a:tc>
                  <a:txBody>
                    <a:bodyPr/>
                    <a:lstStyle/>
                    <a:p>
                      <a:pPr lvl="0">
                        <a:buNone/>
                      </a:pPr>
                      <a:r>
                        <a:rPr lang="en-US" sz="1400" noProof="0"/>
                        <a:t>0</a:t>
                      </a:r>
                    </a:p>
                  </a:txBody>
                  <a:tcPr/>
                </a:tc>
                <a:tc>
                  <a:txBody>
                    <a:bodyPr/>
                    <a:lstStyle/>
                    <a:p>
                      <a:pPr lvl="0">
                        <a:buNone/>
                      </a:pPr>
                      <a:r>
                        <a:rPr lang="en-US" sz="1400" noProof="0"/>
                        <a:t>0</a:t>
                      </a:r>
                    </a:p>
                  </a:txBody>
                  <a:tcPr/>
                </a:tc>
                <a:tc>
                  <a:txBody>
                    <a:bodyPr/>
                    <a:lstStyle/>
                    <a:p>
                      <a:pPr lvl="0">
                        <a:buNone/>
                      </a:pPr>
                      <a:r>
                        <a:rPr lang="en-US" sz="1400" noProof="0"/>
                        <a:t>0</a:t>
                      </a:r>
                    </a:p>
                  </a:txBody>
                  <a:tcPr/>
                </a:tc>
                <a:extLst>
                  <a:ext uri="{0D108BD9-81ED-4DB2-BD59-A6C34878D82A}">
                    <a16:rowId xmlns:a16="http://schemas.microsoft.com/office/drawing/2014/main" val="3256142858"/>
                  </a:ext>
                </a:extLst>
              </a:tr>
              <a:tr h="909502">
                <a:tc>
                  <a:txBody>
                    <a:bodyPr/>
                    <a:lstStyle/>
                    <a:p>
                      <a:r>
                        <a:rPr lang="en-US" sz="1400" noProof="0"/>
                        <a:t>LLM</a:t>
                      </a:r>
                    </a:p>
                  </a:txBody>
                  <a:tcPr/>
                </a:tc>
                <a:tc>
                  <a:txBody>
                    <a:bodyPr/>
                    <a:lstStyle/>
                    <a:p>
                      <a:r>
                        <a:rPr lang="en-US" sz="1400" noProof="0"/>
                        <a:t>1 – 0.90</a:t>
                      </a:r>
                    </a:p>
                  </a:txBody>
                  <a:tcPr/>
                </a:tc>
                <a:tc>
                  <a:txBody>
                    <a:bodyPr/>
                    <a:lstStyle/>
                    <a:p>
                      <a:r>
                        <a:rPr lang="en-US" sz="1400" noProof="0"/>
                        <a:t>1 – 0.70</a:t>
                      </a:r>
                    </a:p>
                  </a:txBody>
                  <a:tcPr/>
                </a:tc>
                <a:tc>
                  <a:txBody>
                    <a:bodyPr/>
                    <a:lstStyle/>
                    <a:p>
                      <a:r>
                        <a:rPr lang="en-US" sz="1400" noProof="0"/>
                        <a:t>1 – 0.70</a:t>
                      </a:r>
                    </a:p>
                  </a:txBody>
                  <a:tcPr/>
                </a:tc>
                <a:tc>
                  <a:txBody>
                    <a:bodyPr/>
                    <a:lstStyle/>
                    <a:p>
                      <a:r>
                        <a:rPr lang="en-US" sz="1400" noProof="0"/>
                        <a:t>0 – 0.00</a:t>
                      </a:r>
                    </a:p>
                  </a:txBody>
                  <a:tcPr/>
                </a:tc>
                <a:tc>
                  <a:txBody>
                    <a:bodyPr/>
                    <a:lstStyle/>
                    <a:p>
                      <a:r>
                        <a:rPr lang="en-US" sz="1400" noProof="0"/>
                        <a:t>0 – </a:t>
                      </a:r>
                      <a:r>
                        <a:rPr lang="en-US" sz="1400" b="0" i="0" u="none" strike="noStrike" noProof="0">
                          <a:solidFill>
                            <a:srgbClr val="000000"/>
                          </a:solidFill>
                          <a:latin typeface="Arial"/>
                          <a:cs typeface="Arial"/>
                        </a:rPr>
                        <a:t>0.00</a:t>
                      </a:r>
                      <a:endParaRPr lang="en-US" sz="1400" noProof="0"/>
                    </a:p>
                  </a:txBody>
                  <a:tcPr/>
                </a:tc>
                <a:tc>
                  <a:txBody>
                    <a:bodyPr/>
                    <a:lstStyle/>
                    <a:p>
                      <a:r>
                        <a:rPr lang="en-US" sz="1400" noProof="0"/>
                        <a:t>0 – </a:t>
                      </a:r>
                      <a:r>
                        <a:rPr lang="en-US" sz="1400" b="0" i="0" u="none" strike="noStrike" noProof="0">
                          <a:solidFill>
                            <a:srgbClr val="000000"/>
                          </a:solidFill>
                          <a:latin typeface="Arial"/>
                          <a:cs typeface="Arial"/>
                        </a:rPr>
                        <a:t>0.00</a:t>
                      </a:r>
                      <a:endParaRPr lang="en-US" sz="1400" noProof="0"/>
                    </a:p>
                  </a:txBody>
                  <a:tcPr/>
                </a:tc>
                <a:tc>
                  <a:txBody>
                    <a:bodyPr/>
                    <a:lstStyle/>
                    <a:p>
                      <a:r>
                        <a:rPr lang="en-US" sz="1400" noProof="0"/>
                        <a:t>0 – </a:t>
                      </a:r>
                      <a:r>
                        <a:rPr lang="en-US" sz="1400" b="0" i="0" u="none" strike="noStrike" noProof="0">
                          <a:solidFill>
                            <a:srgbClr val="000000"/>
                          </a:solidFill>
                          <a:latin typeface="Arial"/>
                          <a:cs typeface="Arial"/>
                        </a:rPr>
                        <a:t>0.00</a:t>
                      </a:r>
                      <a:endParaRPr lang="en-US" sz="1400" noProof="0"/>
                    </a:p>
                  </a:txBody>
                  <a:tcPr/>
                </a:tc>
                <a:tc>
                  <a:txBody>
                    <a:bodyPr/>
                    <a:lstStyle/>
                    <a:p>
                      <a:r>
                        <a:rPr lang="en-US" sz="1400" noProof="0"/>
                        <a:t>0 – </a:t>
                      </a:r>
                      <a:r>
                        <a:rPr lang="en-US" sz="1400" b="0" i="0" u="none" strike="noStrike" noProof="0">
                          <a:solidFill>
                            <a:srgbClr val="000000"/>
                          </a:solidFill>
                          <a:latin typeface="Arial"/>
                          <a:cs typeface="Arial"/>
                        </a:rPr>
                        <a:t>0.00</a:t>
                      </a:r>
                      <a:endParaRPr lang="en-US" sz="1400" noProof="0"/>
                    </a:p>
                  </a:txBody>
                  <a:tcPr/>
                </a:tc>
                <a:tc>
                  <a:txBody>
                    <a:bodyPr/>
                    <a:lstStyle/>
                    <a:p>
                      <a:pPr lvl="0">
                        <a:buNone/>
                      </a:pPr>
                      <a:r>
                        <a:rPr lang="en-US" sz="1400" b="0" i="0" u="none" strike="noStrike" noProof="0">
                          <a:solidFill>
                            <a:srgbClr val="000000"/>
                          </a:solidFill>
                          <a:latin typeface="Arial"/>
                          <a:cs typeface="Arial"/>
                        </a:rPr>
                        <a:t>0 – 0.00</a:t>
                      </a:r>
                      <a:endParaRPr lang="de-DE" sz="1400"/>
                    </a:p>
                  </a:txBody>
                  <a:tcPr/>
                </a:tc>
                <a:tc>
                  <a:txBody>
                    <a:bodyPr/>
                    <a:lstStyle/>
                    <a:p>
                      <a:pPr lvl="0">
                        <a:buNone/>
                      </a:pPr>
                      <a:r>
                        <a:rPr lang="en-US" sz="1400" b="0" i="0" u="none" strike="noStrike" noProof="0">
                          <a:solidFill>
                            <a:srgbClr val="000000"/>
                          </a:solidFill>
                          <a:latin typeface="Arial"/>
                          <a:cs typeface="Arial"/>
                        </a:rPr>
                        <a:t>0 – 0.00</a:t>
                      </a:r>
                      <a:endParaRPr lang="de-DE" sz="1400"/>
                    </a:p>
                  </a:txBody>
                  <a:tcPr/>
                </a:tc>
                <a:tc>
                  <a:txBody>
                    <a:bodyPr/>
                    <a:lstStyle/>
                    <a:p>
                      <a:pPr lvl="0">
                        <a:buNone/>
                      </a:pPr>
                      <a:r>
                        <a:rPr lang="en-US" sz="1400" b="0" i="0" u="none" strike="noStrike" noProof="0">
                          <a:solidFill>
                            <a:srgbClr val="000000"/>
                          </a:solidFill>
                          <a:latin typeface="Arial"/>
                          <a:cs typeface="Arial"/>
                        </a:rPr>
                        <a:t>0 – 0.00</a:t>
                      </a:r>
                      <a:endParaRPr lang="de-DE" sz="1400"/>
                    </a:p>
                  </a:txBody>
                  <a:tcPr/>
                </a:tc>
                <a:tc>
                  <a:txBody>
                    <a:bodyPr/>
                    <a:lstStyle/>
                    <a:p>
                      <a:pPr lvl="0">
                        <a:buNone/>
                      </a:pPr>
                      <a:r>
                        <a:rPr lang="en-US" sz="1400" b="0" i="0" u="none" strike="noStrike" baseline="0" noProof="0">
                          <a:solidFill>
                            <a:srgbClr val="000000"/>
                          </a:solidFill>
                          <a:latin typeface="Arial"/>
                          <a:cs typeface="Arial"/>
                        </a:rPr>
                        <a:t>0 – 0.00</a:t>
                      </a:r>
                      <a:endParaRPr lang="de-DE" sz="1400"/>
                    </a:p>
                  </a:txBody>
                  <a:tcPr/>
                </a:tc>
                <a:extLst>
                  <a:ext uri="{0D108BD9-81ED-4DB2-BD59-A6C34878D82A}">
                    <a16:rowId xmlns:a16="http://schemas.microsoft.com/office/drawing/2014/main" val="165200827"/>
                  </a:ext>
                </a:extLst>
              </a:tr>
            </a:tbl>
          </a:graphicData>
        </a:graphic>
      </p:graphicFrame>
      <p:sp>
        <p:nvSpPr>
          <p:cNvPr id="6" name="Textfeld 5">
            <a:extLst>
              <a:ext uri="{FF2B5EF4-FFF2-40B4-BE49-F238E27FC236}">
                <a16:creationId xmlns:a16="http://schemas.microsoft.com/office/drawing/2014/main" id="{8E4E676A-354C-1FF6-7CD6-8CBA4491FEDA}"/>
              </a:ext>
            </a:extLst>
          </p:cNvPr>
          <p:cNvSpPr txBox="1"/>
          <p:nvPr/>
        </p:nvSpPr>
        <p:spPr>
          <a:xfrm>
            <a:off x="-2825404" y="4306223"/>
            <a:ext cx="1833835" cy="830997"/>
          </a:xfrm>
          <a:prstGeom prst="rect">
            <a:avLst/>
          </a:prstGeom>
          <a:noFill/>
        </p:spPr>
        <p:txBody>
          <a:bodyPr rot="0" spcFirstLastPara="0" vertOverflow="overflow" horzOverflow="overflow" vert="horz" wrap="none" lIns="0" tIns="0" rIns="0" bIns="0" numCol="1" spcCol="0" rtlCol="0" fromWordArt="0" anchor="t" anchorCtr="0" forceAA="0" compatLnSpc="1">
            <a:prstTxWarp prst="textNoShape">
              <a:avLst/>
            </a:prstTxWarp>
            <a:spAutoFit/>
          </a:bodyPr>
          <a:lstStyle/>
          <a:p>
            <a:r>
              <a:rPr lang="en-US">
                <a:latin typeface="Arial"/>
                <a:cs typeface="Arial"/>
              </a:rPr>
              <a:t>0 – not necessary</a:t>
            </a:r>
          </a:p>
          <a:p>
            <a:r>
              <a:rPr lang="en-US">
                <a:latin typeface="Arial"/>
                <a:cs typeface="Arial"/>
              </a:rPr>
              <a:t>1 – must</a:t>
            </a:r>
            <a:endParaRPr lang="en-US">
              <a:cs typeface="Arial"/>
            </a:endParaRPr>
          </a:p>
          <a:p>
            <a:r>
              <a:rPr lang="en-US">
                <a:latin typeface="Arial"/>
                <a:cs typeface="Arial"/>
              </a:rPr>
              <a:t>Confidence score</a:t>
            </a:r>
            <a:endParaRPr lang="en-US">
              <a:cs typeface="Arial"/>
            </a:endParaRPr>
          </a:p>
        </p:txBody>
      </p:sp>
      <p:sp>
        <p:nvSpPr>
          <p:cNvPr id="5" name="Textfeld 7">
            <a:extLst>
              <a:ext uri="{FF2B5EF4-FFF2-40B4-BE49-F238E27FC236}">
                <a16:creationId xmlns:a16="http://schemas.microsoft.com/office/drawing/2014/main" id="{B073B12A-9267-5EA3-DE06-DC89F46F904A}"/>
              </a:ext>
            </a:extLst>
          </p:cNvPr>
          <p:cNvSpPr txBox="1"/>
          <p:nvPr/>
        </p:nvSpPr>
        <p:spPr>
          <a:xfrm>
            <a:off x="448126" y="6330276"/>
            <a:ext cx="3217291" cy="461665"/>
          </a:xfrm>
          <a:prstGeom prst="rect">
            <a:avLst/>
          </a:prstGeom>
          <a:solidFill>
            <a:schemeClr val="bg1"/>
          </a:solidFill>
        </p:spPr>
        <p:txBody>
          <a:bodyPr rot="0" spcFirstLastPara="0" vert="horz" wrap="square" lIns="0" tIns="0" rIns="0" bIns="0" numCol="1" spcCol="0" rtlCol="0" fromWordArt="0" anchor="t" anchorCtr="0" forceAA="0" compatLnSpc="1">
            <a:prstTxWarp prst="textNoShape">
              <a:avLst/>
            </a:prstTxWarp>
            <a:spAutoFit/>
          </a:bodyPr>
          <a:lstStyle>
            <a:defPPr>
              <a:defRPr lang="de-DE"/>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a:lstStyle>
          <a:p>
            <a:endParaRPr lang="en-US" sz="1000">
              <a:latin typeface="Arial"/>
              <a:cs typeface="Arial"/>
            </a:endParaRPr>
          </a:p>
          <a:p>
            <a:endParaRPr lang="en-US" sz="1000">
              <a:latin typeface="Arial"/>
              <a:cs typeface="Arial"/>
            </a:endParaRPr>
          </a:p>
          <a:p>
            <a:r>
              <a:rPr lang="en-US" sz="1000">
                <a:latin typeface="Arial"/>
                <a:cs typeface="Arial"/>
              </a:rPr>
              <a:t>| Haochen Zhang | 11.05.2026</a:t>
            </a:r>
            <a:endParaRPr lang="en-US" sz="1000">
              <a:cs typeface="Arial"/>
            </a:endParaRPr>
          </a:p>
        </p:txBody>
      </p:sp>
      <p:sp>
        <p:nvSpPr>
          <p:cNvPr id="7" name="Textfeld 6">
            <a:extLst>
              <a:ext uri="{FF2B5EF4-FFF2-40B4-BE49-F238E27FC236}">
                <a16:creationId xmlns:a16="http://schemas.microsoft.com/office/drawing/2014/main" id="{34BD1275-C9CC-C176-B469-1FBEEF9F15A8}"/>
              </a:ext>
            </a:extLst>
          </p:cNvPr>
          <p:cNvSpPr txBox="1"/>
          <p:nvPr/>
        </p:nvSpPr>
        <p:spPr>
          <a:xfrm>
            <a:off x="342899" y="4384964"/>
            <a:ext cx="11395235" cy="2369880"/>
          </a:xfrm>
          <a:prstGeom prst="rect">
            <a:avLst/>
          </a:prstGeom>
          <a:noFill/>
        </p:spPr>
        <p:txBody>
          <a:bodyPr rot="0" spcFirstLastPara="0" vertOverflow="overflow" horzOverflow="overflow" vert="horz" wrap="none" lIns="0" tIns="0" rIns="0" bIns="0" numCol="1" spcCol="0" rtlCol="0" fromWordArt="0" anchor="t" anchorCtr="0" forceAA="0" compatLnSpc="1">
            <a:prstTxWarp prst="textNoShape">
              <a:avLst/>
            </a:prstTxWarp>
            <a:spAutoFit/>
          </a:bodyPr>
          <a:lstStyle/>
          <a:p>
            <a:r>
              <a:rPr lang="de-DE" sz="1400">
                <a:latin typeface="Arial"/>
                <a:cs typeface="Arial"/>
              </a:rPr>
              <a:t>| **</a:t>
            </a:r>
            <a:r>
              <a:rPr lang="de-DE" sz="1400" err="1">
                <a:latin typeface="Arial"/>
                <a:cs typeface="Arial"/>
              </a:rPr>
              <a:t>feeder</a:t>
            </a:r>
            <a:r>
              <a:rPr lang="de-DE" sz="1400">
                <a:latin typeface="Arial"/>
                <a:cs typeface="Arial"/>
              </a:rPr>
              <a:t>** | **≈ 90 %** | `</a:t>
            </a:r>
            <a:r>
              <a:rPr lang="de-DE" sz="1400" err="1">
                <a:latin typeface="Arial"/>
                <a:cs typeface="Arial"/>
              </a:rPr>
              <a:t>feeder</a:t>
            </a:r>
            <a:r>
              <a:rPr lang="de-DE" sz="1400">
                <a:latin typeface="Arial"/>
                <a:cs typeface="Arial"/>
              </a:rPr>
              <a:t>` wirkt als eindeutiger **Identifier**. Wenn dieser Code eine einzelne Hausanschluss‑Nummer, </a:t>
            </a:r>
            <a:endParaRPr lang="de-DE">
              <a:cs typeface="Arial" panose="020B0604020202020204" pitchFamily="34" charset="0"/>
            </a:endParaRPr>
          </a:p>
          <a:p>
            <a:r>
              <a:rPr lang="de-DE" sz="1400">
                <a:latin typeface="Arial"/>
                <a:cs typeface="Arial"/>
              </a:rPr>
              <a:t>ein Gebäude oder eine Region eindeutig kennzeichnet, fällt er in die Klasse `Identifier`, die in DPV als potenziell personenbezogene </a:t>
            </a:r>
            <a:endParaRPr lang="de-DE">
              <a:cs typeface="Arial"/>
            </a:endParaRPr>
          </a:p>
          <a:p>
            <a:r>
              <a:rPr lang="de-DE" sz="1400">
                <a:latin typeface="Arial"/>
                <a:cs typeface="Arial"/>
              </a:rPr>
              <a:t>Daten klassifiziert ist. Anonymisierung (z. B. Pseudonymisierung oder Hash‑Kodierung) verhindert Rückverfolgungen. |</a:t>
            </a:r>
            <a:endParaRPr lang="de-DE">
              <a:cs typeface="Arial"/>
            </a:endParaRPr>
          </a:p>
          <a:p>
            <a:r>
              <a:rPr lang="de-DE" sz="1400">
                <a:latin typeface="Arial"/>
                <a:cs typeface="Arial"/>
              </a:rPr>
              <a:t>| **</a:t>
            </a:r>
            <a:r>
              <a:rPr lang="de-DE" sz="1400" err="1">
                <a:latin typeface="Arial"/>
                <a:cs typeface="Arial"/>
              </a:rPr>
              <a:t>timestamp_UTC</a:t>
            </a:r>
            <a:r>
              <a:rPr lang="de-DE" sz="1400">
                <a:latin typeface="Arial"/>
                <a:cs typeface="Arial"/>
              </a:rPr>
              <a:t>** | **≈ 70 %** | Zeitstempel zusammen mit einem eindeutigen Identifier können, selbst wenn sie nicht direkt </a:t>
            </a:r>
            <a:endParaRPr lang="de-DE">
              <a:cs typeface="Arial" panose="020B0604020202020204" pitchFamily="34" charset="0"/>
            </a:endParaRPr>
          </a:p>
          <a:p>
            <a:r>
              <a:rPr lang="de-DE" sz="1400">
                <a:latin typeface="Arial"/>
                <a:cs typeface="Arial"/>
              </a:rPr>
              <a:t>personenbezogen sind, in Kombination mit anderen Daten Rückschlüsse auf Aktivitäten ermöglichen. </a:t>
            </a:r>
            <a:endParaRPr lang="de-DE">
              <a:cs typeface="Arial"/>
            </a:endParaRPr>
          </a:p>
          <a:p>
            <a:r>
              <a:rPr lang="de-DE" sz="1400">
                <a:latin typeface="Arial"/>
                <a:cs typeface="Arial"/>
              </a:rPr>
              <a:t>DPV bezeichnet Zeit‑ und Datumsangaben als `</a:t>
            </a:r>
            <a:r>
              <a:rPr lang="de-DE" sz="1400" err="1">
                <a:latin typeface="Arial"/>
                <a:cs typeface="Arial"/>
              </a:rPr>
              <a:t>Timestamp</a:t>
            </a:r>
            <a:r>
              <a:rPr lang="de-DE" sz="1400">
                <a:latin typeface="Arial"/>
                <a:cs typeface="Arial"/>
              </a:rPr>
              <a:t>`, die bei Personenbezug potenziell sensibel sein können. |</a:t>
            </a:r>
            <a:endParaRPr lang="de-DE">
              <a:cs typeface="Arial"/>
            </a:endParaRPr>
          </a:p>
          <a:p>
            <a:r>
              <a:rPr lang="de-DE" sz="1400">
                <a:latin typeface="Arial"/>
                <a:cs typeface="Arial"/>
              </a:rPr>
              <a:t>| **</a:t>
            </a:r>
            <a:r>
              <a:rPr lang="de-DE" sz="1400" err="1">
                <a:latin typeface="Arial"/>
                <a:cs typeface="Arial"/>
              </a:rPr>
              <a:t>timestamp_CET_CEST</a:t>
            </a:r>
            <a:r>
              <a:rPr lang="de-DE" sz="1400">
                <a:latin typeface="Arial"/>
                <a:cs typeface="Arial"/>
              </a:rPr>
              <a:t>** | **≈ 70 %** | Selbiges Argument wie bei `</a:t>
            </a:r>
            <a:r>
              <a:rPr lang="de-DE" sz="1400" err="1">
                <a:latin typeface="Arial"/>
                <a:cs typeface="Arial"/>
              </a:rPr>
              <a:t>timestamp_UTC</a:t>
            </a:r>
            <a:r>
              <a:rPr lang="de-DE" sz="1400">
                <a:latin typeface="Arial"/>
                <a:cs typeface="Arial"/>
              </a:rPr>
              <a:t>`. Wenn der Zeitzoneneintrag spezifische </a:t>
            </a:r>
            <a:endParaRPr lang="de-DE">
              <a:cs typeface="Arial" panose="020B0604020202020204" pitchFamily="34" charset="0"/>
            </a:endParaRPr>
          </a:p>
          <a:p>
            <a:r>
              <a:rPr lang="de-DE" sz="1400">
                <a:latin typeface="Arial"/>
                <a:cs typeface="Arial"/>
              </a:rPr>
              <a:t>regionale Angaben enthält, kann er mit anderen Informationen verknüpft werden. |</a:t>
            </a:r>
            <a:endParaRPr lang="de-DE">
              <a:cs typeface="Arial"/>
            </a:endParaRPr>
          </a:p>
          <a:p>
            <a:r>
              <a:rPr lang="de-DE" sz="1400">
                <a:latin typeface="Arial"/>
                <a:cs typeface="Arial"/>
              </a:rPr>
              <a:t>| **alle anderen Spalten** | **≈ 0 %** | Die restlichen Felder sind reine Messwerte. Sie enthalten keine direkten Personenbezüge, </a:t>
            </a:r>
            <a:endParaRPr lang="de-DE">
              <a:cs typeface="Arial" panose="020B0604020202020204" pitchFamily="34" charset="0"/>
            </a:endParaRPr>
          </a:p>
          <a:p>
            <a:r>
              <a:rPr lang="de-DE" sz="1400">
                <a:latin typeface="Arial"/>
                <a:cs typeface="Arial"/>
              </a:rPr>
              <a:t>keine ID‑Informationen und fallen nicht unter die DPV‑Klassen `PersonalData` oder `</a:t>
            </a:r>
            <a:r>
              <a:rPr lang="de-DE" sz="1400" err="1">
                <a:latin typeface="Arial"/>
                <a:cs typeface="Arial"/>
              </a:rPr>
              <a:t>SensitivePersonalData</a:t>
            </a:r>
            <a:r>
              <a:rPr lang="de-DE" sz="1400">
                <a:latin typeface="Arial"/>
                <a:cs typeface="Arial"/>
              </a:rPr>
              <a:t>`. Sie sind in der Regel für Analysen </a:t>
            </a:r>
            <a:endParaRPr lang="de-DE">
              <a:cs typeface="Arial"/>
            </a:endParaRPr>
          </a:p>
          <a:p>
            <a:r>
              <a:rPr lang="de-DE" sz="1400">
                <a:latin typeface="Arial"/>
                <a:cs typeface="Arial"/>
              </a:rPr>
              <a:t>sicher zu behalten, solange sie nicht mit Personen‑IDs verknüpft werden. |</a:t>
            </a:r>
            <a:endParaRPr lang="de-DE">
              <a:cs typeface="Arial"/>
            </a:endParaRPr>
          </a:p>
        </p:txBody>
      </p:sp>
    </p:spTree>
    <p:extLst>
      <p:ext uri="{BB962C8B-B14F-4D97-AF65-F5344CB8AC3E}">
        <p14:creationId xmlns:p14="http://schemas.microsoft.com/office/powerpoint/2010/main" val="347069140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59891E79-5255-7801-1A9D-5991B8FF6D40}"/>
              </a:ext>
            </a:extLst>
          </p:cNvPr>
          <p:cNvSpPr>
            <a:spLocks noGrp="1"/>
          </p:cNvSpPr>
          <p:nvPr>
            <p:ph type="title"/>
          </p:nvPr>
        </p:nvSpPr>
        <p:spPr/>
        <p:txBody>
          <a:bodyPr/>
          <a:lstStyle/>
          <a:p>
            <a:r>
              <a:rPr lang="en-US" err="1">
                <a:latin typeface="Arial"/>
                <a:cs typeface="Arial"/>
              </a:rPr>
              <a:t>Feeder_metadata</a:t>
            </a:r>
            <a:endParaRPr lang="en-US" err="1"/>
          </a:p>
        </p:txBody>
      </p:sp>
      <p:graphicFrame>
        <p:nvGraphicFramePr>
          <p:cNvPr id="4" name="Tabelle 3">
            <a:extLst>
              <a:ext uri="{FF2B5EF4-FFF2-40B4-BE49-F238E27FC236}">
                <a16:creationId xmlns:a16="http://schemas.microsoft.com/office/drawing/2014/main" id="{7E6D720A-DB4B-97B9-AE33-8D4C679E2CA0}"/>
              </a:ext>
            </a:extLst>
          </p:cNvPr>
          <p:cNvGraphicFramePr>
            <a:graphicFrameLocks noGrp="1"/>
          </p:cNvGraphicFramePr>
          <p:nvPr>
            <p:extLst>
              <p:ext uri="{D42A27DB-BD31-4B8C-83A1-F6EECF244321}">
                <p14:modId xmlns:p14="http://schemas.microsoft.com/office/powerpoint/2010/main" val="4235558716"/>
              </p:ext>
            </p:extLst>
          </p:nvPr>
        </p:nvGraphicFramePr>
        <p:xfrm>
          <a:off x="284480" y="976376"/>
          <a:ext cx="8561016" cy="3320370"/>
        </p:xfrm>
        <a:graphic>
          <a:graphicData uri="http://schemas.openxmlformats.org/drawingml/2006/table">
            <a:tbl>
              <a:tblPr firstRow="1" bandRow="1">
                <a:tableStyleId>{5C22544A-7EE6-4342-B048-85BDC9FD1C3A}</a:tableStyleId>
              </a:tblPr>
              <a:tblGrid>
                <a:gridCol w="713418">
                  <a:extLst>
                    <a:ext uri="{9D8B030D-6E8A-4147-A177-3AD203B41FA5}">
                      <a16:colId xmlns:a16="http://schemas.microsoft.com/office/drawing/2014/main" val="928571187"/>
                    </a:ext>
                  </a:extLst>
                </a:gridCol>
                <a:gridCol w="713418">
                  <a:extLst>
                    <a:ext uri="{9D8B030D-6E8A-4147-A177-3AD203B41FA5}">
                      <a16:colId xmlns:a16="http://schemas.microsoft.com/office/drawing/2014/main" val="3482727297"/>
                    </a:ext>
                  </a:extLst>
                </a:gridCol>
                <a:gridCol w="713418">
                  <a:extLst>
                    <a:ext uri="{9D8B030D-6E8A-4147-A177-3AD203B41FA5}">
                      <a16:colId xmlns:a16="http://schemas.microsoft.com/office/drawing/2014/main" val="2681182858"/>
                    </a:ext>
                  </a:extLst>
                </a:gridCol>
                <a:gridCol w="713418">
                  <a:extLst>
                    <a:ext uri="{9D8B030D-6E8A-4147-A177-3AD203B41FA5}">
                      <a16:colId xmlns:a16="http://schemas.microsoft.com/office/drawing/2014/main" val="149693097"/>
                    </a:ext>
                  </a:extLst>
                </a:gridCol>
                <a:gridCol w="713418">
                  <a:extLst>
                    <a:ext uri="{9D8B030D-6E8A-4147-A177-3AD203B41FA5}">
                      <a16:colId xmlns:a16="http://schemas.microsoft.com/office/drawing/2014/main" val="3124726241"/>
                    </a:ext>
                  </a:extLst>
                </a:gridCol>
                <a:gridCol w="713418">
                  <a:extLst>
                    <a:ext uri="{9D8B030D-6E8A-4147-A177-3AD203B41FA5}">
                      <a16:colId xmlns:a16="http://schemas.microsoft.com/office/drawing/2014/main" val="2154533912"/>
                    </a:ext>
                  </a:extLst>
                </a:gridCol>
                <a:gridCol w="713418">
                  <a:extLst>
                    <a:ext uri="{9D8B030D-6E8A-4147-A177-3AD203B41FA5}">
                      <a16:colId xmlns:a16="http://schemas.microsoft.com/office/drawing/2014/main" val="2092475998"/>
                    </a:ext>
                  </a:extLst>
                </a:gridCol>
                <a:gridCol w="713418">
                  <a:extLst>
                    <a:ext uri="{9D8B030D-6E8A-4147-A177-3AD203B41FA5}">
                      <a16:colId xmlns:a16="http://schemas.microsoft.com/office/drawing/2014/main" val="3910534623"/>
                    </a:ext>
                  </a:extLst>
                </a:gridCol>
                <a:gridCol w="713418">
                  <a:extLst>
                    <a:ext uri="{9D8B030D-6E8A-4147-A177-3AD203B41FA5}">
                      <a16:colId xmlns:a16="http://schemas.microsoft.com/office/drawing/2014/main" val="1805982607"/>
                    </a:ext>
                  </a:extLst>
                </a:gridCol>
                <a:gridCol w="713418">
                  <a:extLst>
                    <a:ext uri="{9D8B030D-6E8A-4147-A177-3AD203B41FA5}">
                      <a16:colId xmlns:a16="http://schemas.microsoft.com/office/drawing/2014/main" val="3967829655"/>
                    </a:ext>
                  </a:extLst>
                </a:gridCol>
                <a:gridCol w="713418">
                  <a:extLst>
                    <a:ext uri="{9D8B030D-6E8A-4147-A177-3AD203B41FA5}">
                      <a16:colId xmlns:a16="http://schemas.microsoft.com/office/drawing/2014/main" val="169780462"/>
                    </a:ext>
                  </a:extLst>
                </a:gridCol>
                <a:gridCol w="713418">
                  <a:extLst>
                    <a:ext uri="{9D8B030D-6E8A-4147-A177-3AD203B41FA5}">
                      <a16:colId xmlns:a16="http://schemas.microsoft.com/office/drawing/2014/main" val="683431738"/>
                    </a:ext>
                  </a:extLst>
                </a:gridCol>
              </a:tblGrid>
              <a:tr h="578470">
                <a:tc>
                  <a:txBody>
                    <a:bodyPr/>
                    <a:lstStyle/>
                    <a:p>
                      <a:endParaRPr lang="de-DE" sz="1400"/>
                    </a:p>
                  </a:txBody>
                  <a:tcPr/>
                </a:tc>
                <a:tc>
                  <a:txBody>
                    <a:bodyPr/>
                    <a:lstStyle/>
                    <a:p>
                      <a:pPr lvl="0">
                        <a:buNone/>
                      </a:pPr>
                      <a:r>
                        <a:rPr lang="de-DE" sz="1400" err="1"/>
                        <a:t>feeder</a:t>
                      </a:r>
                    </a:p>
                  </a:txBody>
                  <a:tcPr/>
                </a:tc>
                <a:tc>
                  <a:txBody>
                    <a:bodyPr/>
                    <a:lstStyle/>
                    <a:p>
                      <a:pPr marL="0" lvl="0" indent="0" algn="l">
                        <a:lnSpc>
                          <a:spcPct val="100000"/>
                        </a:lnSpc>
                        <a:buNone/>
                      </a:pPr>
                      <a:r>
                        <a:rPr lang="de-DE" sz="1400" b="1" i="0" u="none" strike="noStrike" baseline="0" noProof="0" err="1">
                          <a:solidFill>
                            <a:srgbClr val="FFFFFF"/>
                          </a:solidFill>
                          <a:latin typeface="Arial"/>
                          <a:cs typeface="Arial"/>
                        </a:rPr>
                        <a:t>substation</a:t>
                      </a:r>
                      <a:endParaRPr lang="de-DE" err="1"/>
                    </a:p>
                    <a:p>
                      <a:pPr lvl="0">
                        <a:buNone/>
                      </a:pPr>
                      <a:endParaRPr lang="de-DE" sz="1400"/>
                    </a:p>
                  </a:txBody>
                  <a:tcPr/>
                </a:tc>
                <a:tc>
                  <a:txBody>
                    <a:bodyPr/>
                    <a:lstStyle/>
                    <a:p>
                      <a:r>
                        <a:rPr lang="de-DE" sz="1400"/>
                        <a:t>date</a:t>
                      </a:r>
                    </a:p>
                  </a:txBody>
                  <a:tcPr/>
                </a:tc>
                <a:tc>
                  <a:txBody>
                    <a:bodyPr/>
                    <a:lstStyle/>
                    <a:p>
                      <a:r>
                        <a:rPr lang="de-DE" sz="1400" err="1"/>
                        <a:t>Housing_unit_count</a:t>
                      </a:r>
                    </a:p>
                  </a:txBody>
                  <a:tcPr/>
                </a:tc>
                <a:tc>
                  <a:txBody>
                    <a:bodyPr/>
                    <a:lstStyle/>
                    <a:p>
                      <a:pPr marL="0" lvl="0" indent="0" algn="l">
                        <a:lnSpc>
                          <a:spcPct val="100000"/>
                        </a:lnSpc>
                        <a:buNone/>
                      </a:pPr>
                      <a:r>
                        <a:rPr lang="de-DE" sz="1400" b="1" i="0" u="none" strike="noStrike" baseline="0" noProof="0" err="1">
                          <a:solidFill>
                            <a:srgbClr val="FFFFFF"/>
                          </a:solidFill>
                          <a:latin typeface="Arial"/>
                          <a:cs typeface="Arial"/>
                        </a:rPr>
                        <a:t>industry_and_commerce_count</a:t>
                      </a:r>
                      <a:endParaRPr lang="de-DE" err="1"/>
                    </a:p>
                    <a:p>
                      <a:pPr lvl="0">
                        <a:buNone/>
                      </a:pPr>
                      <a:endParaRPr lang="de-DE" sz="1400"/>
                    </a:p>
                  </a:txBody>
                  <a:tcPr/>
                </a:tc>
                <a:tc>
                  <a:txBody>
                    <a:bodyPr/>
                    <a:lstStyle/>
                    <a:p>
                      <a:pPr marL="0" lvl="0" indent="0" algn="l">
                        <a:lnSpc>
                          <a:spcPct val="100000"/>
                        </a:lnSpc>
                        <a:buNone/>
                      </a:pPr>
                      <a:r>
                        <a:rPr lang="de-DE" sz="1400" b="1" i="0" u="none" strike="noStrike" baseline="0" noProof="0" err="1">
                          <a:solidFill>
                            <a:srgbClr val="FFFFFF"/>
                          </a:solidFill>
                          <a:latin typeface="Arial"/>
                          <a:cs typeface="Arial"/>
                        </a:rPr>
                        <a:t>storage_heaters_kW</a:t>
                      </a:r>
                      <a:endParaRPr lang="de-DE" err="1"/>
                    </a:p>
                    <a:p>
                      <a:pPr lvl="0">
                        <a:buNone/>
                      </a:pPr>
                      <a:endParaRPr lang="de-DE" sz="1400"/>
                    </a:p>
                  </a:txBody>
                  <a:tcPr/>
                </a:tc>
                <a:tc>
                  <a:txBody>
                    <a:bodyPr/>
                    <a:lstStyle/>
                    <a:p>
                      <a:pPr marL="0" lvl="0" indent="0" algn="l">
                        <a:lnSpc>
                          <a:spcPct val="100000"/>
                        </a:lnSpc>
                        <a:buNone/>
                      </a:pPr>
                      <a:r>
                        <a:rPr lang="de-DE" sz="1400" b="1" i="0" u="none" strike="noStrike" baseline="0" noProof="0" err="1">
                          <a:solidFill>
                            <a:srgbClr val="FFFFFF"/>
                          </a:solidFill>
                          <a:latin typeface="Arial"/>
                          <a:cs typeface="Arial"/>
                        </a:rPr>
                        <a:t>heat_pumps_kW</a:t>
                      </a:r>
                      <a:endParaRPr lang="de-DE" err="1"/>
                    </a:p>
                    <a:p>
                      <a:pPr lvl="0">
                        <a:buNone/>
                      </a:pPr>
                      <a:endParaRPr lang="de-DE" sz="1400"/>
                    </a:p>
                  </a:txBody>
                  <a:tcPr/>
                </a:tc>
                <a:tc>
                  <a:txBody>
                    <a:bodyPr/>
                    <a:lstStyle/>
                    <a:p>
                      <a:pPr marL="0" lvl="0" indent="0" algn="l">
                        <a:lnSpc>
                          <a:spcPct val="100000"/>
                        </a:lnSpc>
                        <a:buNone/>
                      </a:pPr>
                      <a:r>
                        <a:rPr lang="de-DE" sz="1400" b="1" i="0" u="none" strike="noStrike" baseline="0" noProof="0" err="1">
                          <a:solidFill>
                            <a:srgbClr val="FFFFFF"/>
                          </a:solidFill>
                          <a:latin typeface="Arial"/>
                          <a:cs typeface="Arial"/>
                        </a:rPr>
                        <a:t>electric_heaters_kW</a:t>
                      </a:r>
                      <a:endParaRPr lang="de-DE" err="1"/>
                    </a:p>
                    <a:p>
                      <a:pPr lvl="0">
                        <a:buNone/>
                      </a:pPr>
                      <a:endParaRPr lang="de-DE" sz="1400"/>
                    </a:p>
                  </a:txBody>
                  <a:tcPr/>
                </a:tc>
                <a:tc>
                  <a:txBody>
                    <a:bodyPr/>
                    <a:lstStyle/>
                    <a:p>
                      <a:pPr marL="0" lvl="0" indent="0" algn="l">
                        <a:lnSpc>
                          <a:spcPct val="100000"/>
                        </a:lnSpc>
                        <a:buNone/>
                      </a:pPr>
                      <a:r>
                        <a:rPr lang="de-DE" sz="1400" b="1" i="0" u="none" strike="noStrike" baseline="0" noProof="0" err="1">
                          <a:solidFill>
                            <a:srgbClr val="FFFFFF"/>
                          </a:solidFill>
                          <a:latin typeface="Arial"/>
                          <a:cs typeface="Arial"/>
                        </a:rPr>
                        <a:t>hot_water_tanks_kW</a:t>
                      </a:r>
                      <a:endParaRPr lang="de-DE" err="1"/>
                    </a:p>
                    <a:p>
                      <a:pPr lvl="0">
                        <a:buNone/>
                      </a:pPr>
                      <a:endParaRPr lang="de-DE" sz="1400"/>
                    </a:p>
                  </a:txBody>
                  <a:tcPr/>
                </a:tc>
                <a:tc>
                  <a:txBody>
                    <a:bodyPr/>
                    <a:lstStyle/>
                    <a:p>
                      <a:pPr marL="0" lvl="0" indent="0" algn="l">
                        <a:lnSpc>
                          <a:spcPct val="100000"/>
                        </a:lnSpc>
                        <a:buNone/>
                      </a:pPr>
                      <a:r>
                        <a:rPr lang="de-DE" sz="1400" b="1" i="0" u="none" strike="noStrike" baseline="0" noProof="0" err="1">
                          <a:solidFill>
                            <a:srgbClr val="FFFFFF"/>
                          </a:solidFill>
                          <a:latin typeface="Arial"/>
                          <a:cs typeface="Arial"/>
                        </a:rPr>
                        <a:t>flow-type_heaters_kW</a:t>
                      </a:r>
                      <a:endParaRPr lang="de-DE" err="1"/>
                    </a:p>
                    <a:p>
                      <a:pPr lvl="0">
                        <a:buNone/>
                      </a:pPr>
                      <a:endParaRPr lang="de-DE" sz="1400"/>
                    </a:p>
                  </a:txBody>
                  <a:tcPr/>
                </a:tc>
                <a:tc>
                  <a:txBody>
                    <a:bodyPr/>
                    <a:lstStyle/>
                    <a:p>
                      <a:pPr marL="0" lvl="0" indent="0" algn="l">
                        <a:lnSpc>
                          <a:spcPct val="100000"/>
                        </a:lnSpc>
                        <a:buNone/>
                      </a:pPr>
                      <a:r>
                        <a:rPr lang="de-DE" sz="1400" b="1" i="0" u="none" strike="noStrike" baseline="0" noProof="0" err="1">
                          <a:solidFill>
                            <a:srgbClr val="FFFFFF"/>
                          </a:solidFill>
                          <a:latin typeface="Arial"/>
                          <a:cs typeface="Arial"/>
                        </a:rPr>
                        <a:t>EV_chargers_kW</a:t>
                      </a:r>
                      <a:endParaRPr lang="de-DE" err="1"/>
                    </a:p>
                    <a:p>
                      <a:pPr lvl="0">
                        <a:buNone/>
                      </a:pPr>
                      <a:endParaRPr lang="de-DE" sz="1400"/>
                    </a:p>
                  </a:txBody>
                  <a:tcPr/>
                </a:tc>
                <a:extLst>
                  <a:ext uri="{0D108BD9-81ED-4DB2-BD59-A6C34878D82A}">
                    <a16:rowId xmlns:a16="http://schemas.microsoft.com/office/drawing/2014/main" val="2441269539"/>
                  </a:ext>
                </a:extLst>
              </a:tr>
              <a:tr h="578470">
                <a:tc>
                  <a:txBody>
                    <a:bodyPr/>
                    <a:lstStyle/>
                    <a:p>
                      <a:r>
                        <a:rPr lang="de-DE" sz="1400"/>
                        <a:t>Me</a:t>
                      </a:r>
                    </a:p>
                  </a:txBody>
                  <a:tcPr/>
                </a:tc>
                <a:tc>
                  <a:txBody>
                    <a:bodyPr/>
                    <a:lstStyle/>
                    <a:p>
                      <a:r>
                        <a:rPr lang="de-DE" sz="1400"/>
                        <a:t>1</a:t>
                      </a:r>
                    </a:p>
                  </a:txBody>
                  <a:tcPr/>
                </a:tc>
                <a:tc>
                  <a:txBody>
                    <a:bodyPr/>
                    <a:lstStyle/>
                    <a:p>
                      <a:r>
                        <a:rPr lang="de-DE" sz="1400"/>
                        <a:t>1</a:t>
                      </a:r>
                    </a:p>
                  </a:txBody>
                  <a:tcPr/>
                </a:tc>
                <a:tc>
                  <a:txBody>
                    <a:bodyPr/>
                    <a:lstStyle/>
                    <a:p>
                      <a:r>
                        <a:rPr lang="de-DE" sz="1400"/>
                        <a:t>1</a:t>
                      </a:r>
                    </a:p>
                  </a:txBody>
                  <a:tcPr/>
                </a:tc>
                <a:tc>
                  <a:txBody>
                    <a:bodyPr/>
                    <a:lstStyle/>
                    <a:p>
                      <a:r>
                        <a:rPr lang="de-DE" sz="1400"/>
                        <a:t>0</a:t>
                      </a:r>
                    </a:p>
                  </a:txBody>
                  <a:tcPr/>
                </a:tc>
                <a:tc>
                  <a:txBody>
                    <a:bodyPr/>
                    <a:lstStyle/>
                    <a:p>
                      <a:r>
                        <a:rPr lang="de-DE" sz="1400"/>
                        <a:t>0</a:t>
                      </a:r>
                    </a:p>
                  </a:txBody>
                  <a:tcPr/>
                </a:tc>
                <a:tc>
                  <a:txBody>
                    <a:bodyPr/>
                    <a:lstStyle/>
                    <a:p>
                      <a:r>
                        <a:rPr lang="de-DE" sz="1400"/>
                        <a:t>0</a:t>
                      </a:r>
                    </a:p>
                  </a:txBody>
                  <a:tcPr/>
                </a:tc>
                <a:tc>
                  <a:txBody>
                    <a:bodyPr/>
                    <a:lstStyle/>
                    <a:p>
                      <a:r>
                        <a:rPr lang="de-DE" sz="1400"/>
                        <a:t>0</a:t>
                      </a:r>
                    </a:p>
                  </a:txBody>
                  <a:tcPr/>
                </a:tc>
                <a:tc>
                  <a:txBody>
                    <a:bodyPr/>
                    <a:lstStyle/>
                    <a:p>
                      <a:r>
                        <a:rPr lang="de-DE" sz="1400"/>
                        <a:t>0</a:t>
                      </a:r>
                    </a:p>
                  </a:txBody>
                  <a:tcPr/>
                </a:tc>
                <a:tc>
                  <a:txBody>
                    <a:bodyPr/>
                    <a:lstStyle/>
                    <a:p>
                      <a:r>
                        <a:rPr lang="de-DE" sz="1400"/>
                        <a:t>0</a:t>
                      </a:r>
                    </a:p>
                  </a:txBody>
                  <a:tcPr/>
                </a:tc>
                <a:tc>
                  <a:txBody>
                    <a:bodyPr/>
                    <a:lstStyle/>
                    <a:p>
                      <a:pPr lvl="0">
                        <a:buNone/>
                      </a:pPr>
                      <a:r>
                        <a:rPr lang="de-DE" sz="1400"/>
                        <a:t>0</a:t>
                      </a:r>
                    </a:p>
                  </a:txBody>
                  <a:tcPr/>
                </a:tc>
                <a:tc>
                  <a:txBody>
                    <a:bodyPr/>
                    <a:lstStyle/>
                    <a:p>
                      <a:pPr lvl="0">
                        <a:buNone/>
                      </a:pPr>
                      <a:r>
                        <a:rPr lang="de-DE" sz="1400"/>
                        <a:t>0</a:t>
                      </a:r>
                    </a:p>
                  </a:txBody>
                  <a:tcPr/>
                </a:tc>
                <a:extLst>
                  <a:ext uri="{0D108BD9-81ED-4DB2-BD59-A6C34878D82A}">
                    <a16:rowId xmlns:a16="http://schemas.microsoft.com/office/drawing/2014/main" val="43103680"/>
                  </a:ext>
                </a:extLst>
              </a:tr>
              <a:tr h="578470">
                <a:tc>
                  <a:txBody>
                    <a:bodyPr/>
                    <a:lstStyle/>
                    <a:p>
                      <a:r>
                        <a:rPr lang="de-DE" sz="1400"/>
                        <a:t>PII</a:t>
                      </a:r>
                    </a:p>
                  </a:txBody>
                  <a:tcPr/>
                </a:tc>
                <a:tc>
                  <a:txBody>
                    <a:bodyPr/>
                    <a:lstStyle/>
                    <a:p>
                      <a:r>
                        <a:rPr lang="de-DE" sz="1400"/>
                        <a:t>0</a:t>
                      </a:r>
                    </a:p>
                  </a:txBody>
                  <a:tcPr/>
                </a:tc>
                <a:tc>
                  <a:txBody>
                    <a:bodyPr/>
                    <a:lstStyle/>
                    <a:p>
                      <a:r>
                        <a:rPr lang="de-DE" sz="1400"/>
                        <a:t>0</a:t>
                      </a:r>
                    </a:p>
                  </a:txBody>
                  <a:tcPr/>
                </a:tc>
                <a:tc>
                  <a:txBody>
                    <a:bodyPr/>
                    <a:lstStyle/>
                    <a:p>
                      <a:r>
                        <a:rPr lang="de-DE" sz="1400"/>
                        <a:t>1 - 0.85</a:t>
                      </a:r>
                    </a:p>
                  </a:txBody>
                  <a:tcPr/>
                </a:tc>
                <a:tc>
                  <a:txBody>
                    <a:bodyPr/>
                    <a:lstStyle/>
                    <a:p>
                      <a:r>
                        <a:rPr lang="de-DE" sz="1400"/>
                        <a:t>0</a:t>
                      </a:r>
                    </a:p>
                  </a:txBody>
                  <a:tcPr/>
                </a:tc>
                <a:tc>
                  <a:txBody>
                    <a:bodyPr/>
                    <a:lstStyle/>
                    <a:p>
                      <a:r>
                        <a:rPr lang="de-DE" sz="1400"/>
                        <a:t>0</a:t>
                      </a:r>
                    </a:p>
                  </a:txBody>
                  <a:tcPr/>
                </a:tc>
                <a:tc>
                  <a:txBody>
                    <a:bodyPr/>
                    <a:lstStyle/>
                    <a:p>
                      <a:r>
                        <a:rPr lang="de-DE" sz="1400"/>
                        <a:t>1</a:t>
                      </a:r>
                    </a:p>
                  </a:txBody>
                  <a:tcPr/>
                </a:tc>
                <a:tc>
                  <a:txBody>
                    <a:bodyPr/>
                    <a:lstStyle/>
                    <a:p>
                      <a:r>
                        <a:rPr lang="de-DE" sz="1400"/>
                        <a:t>0</a:t>
                      </a:r>
                    </a:p>
                  </a:txBody>
                  <a:tcPr/>
                </a:tc>
                <a:tc>
                  <a:txBody>
                    <a:bodyPr/>
                    <a:lstStyle/>
                    <a:p>
                      <a:r>
                        <a:rPr lang="de-DE" sz="1400"/>
                        <a:t>0</a:t>
                      </a:r>
                    </a:p>
                  </a:txBody>
                  <a:tcPr/>
                </a:tc>
                <a:tc>
                  <a:txBody>
                    <a:bodyPr/>
                    <a:lstStyle/>
                    <a:p>
                      <a:r>
                        <a:rPr lang="de-DE" sz="1400"/>
                        <a:t>0</a:t>
                      </a:r>
                    </a:p>
                  </a:txBody>
                  <a:tcPr/>
                </a:tc>
                <a:tc>
                  <a:txBody>
                    <a:bodyPr/>
                    <a:lstStyle/>
                    <a:p>
                      <a:pPr lvl="0">
                        <a:buNone/>
                      </a:pPr>
                      <a:r>
                        <a:rPr lang="de-DE" sz="1400"/>
                        <a:t>1</a:t>
                      </a:r>
                    </a:p>
                  </a:txBody>
                  <a:tcPr/>
                </a:tc>
                <a:tc>
                  <a:txBody>
                    <a:bodyPr/>
                    <a:lstStyle/>
                    <a:p>
                      <a:pPr lvl="0">
                        <a:buNone/>
                      </a:pPr>
                      <a:r>
                        <a:rPr lang="de-DE" sz="1400"/>
                        <a:t>0</a:t>
                      </a:r>
                    </a:p>
                  </a:txBody>
                  <a:tcPr/>
                </a:tc>
                <a:extLst>
                  <a:ext uri="{0D108BD9-81ED-4DB2-BD59-A6C34878D82A}">
                    <a16:rowId xmlns:a16="http://schemas.microsoft.com/office/drawing/2014/main" val="106881726"/>
                  </a:ext>
                </a:extLst>
              </a:tr>
              <a:tr h="578470">
                <a:tc>
                  <a:txBody>
                    <a:bodyPr/>
                    <a:lstStyle/>
                    <a:p>
                      <a:r>
                        <a:rPr lang="de-DE" sz="1400"/>
                        <a:t>LLM</a:t>
                      </a:r>
                    </a:p>
                  </a:txBody>
                  <a:tcPr/>
                </a:tc>
                <a:tc>
                  <a:txBody>
                    <a:bodyPr/>
                    <a:lstStyle/>
                    <a:p>
                      <a:r>
                        <a:rPr lang="de-DE" sz="1400"/>
                        <a:t>1 - 0.92</a:t>
                      </a:r>
                      <a:endParaRPr lang="de-DE"/>
                    </a:p>
                  </a:txBody>
                  <a:tcPr/>
                </a:tc>
                <a:tc>
                  <a:txBody>
                    <a:bodyPr/>
                    <a:lstStyle/>
                    <a:p>
                      <a:r>
                        <a:rPr lang="de-DE" sz="1400"/>
                        <a:t>1 - 0.90</a:t>
                      </a:r>
                    </a:p>
                  </a:txBody>
                  <a:tcPr/>
                </a:tc>
                <a:tc>
                  <a:txBody>
                    <a:bodyPr/>
                    <a:lstStyle/>
                    <a:p>
                      <a:r>
                        <a:rPr lang="de-DE" sz="1400"/>
                        <a:t>1 - 0.85</a:t>
                      </a:r>
                    </a:p>
                  </a:txBody>
                  <a:tcPr/>
                </a:tc>
                <a:tc>
                  <a:txBody>
                    <a:bodyPr/>
                    <a:lstStyle/>
                    <a:p>
                      <a:r>
                        <a:rPr lang="de-DE" sz="1400"/>
                        <a:t>1 - 0.80</a:t>
                      </a:r>
                    </a:p>
                  </a:txBody>
                  <a:tcPr/>
                </a:tc>
                <a:tc>
                  <a:txBody>
                    <a:bodyPr/>
                    <a:lstStyle/>
                    <a:p>
                      <a:r>
                        <a:rPr lang="de-DE" sz="1400"/>
                        <a:t>1 - 0.78</a:t>
                      </a:r>
                    </a:p>
                  </a:txBody>
                  <a:tcPr/>
                </a:tc>
                <a:tc>
                  <a:txBody>
                    <a:bodyPr/>
                    <a:lstStyle/>
                    <a:p>
                      <a:r>
                        <a:rPr lang="de-DE" sz="1400"/>
                        <a:t>1 - 0.75</a:t>
                      </a:r>
                    </a:p>
                  </a:txBody>
                  <a:tcPr/>
                </a:tc>
                <a:tc>
                  <a:txBody>
                    <a:bodyPr/>
                    <a:lstStyle/>
                    <a:p>
                      <a:r>
                        <a:rPr lang="de-DE" sz="1400"/>
                        <a:t>1- 0.73</a:t>
                      </a:r>
                    </a:p>
                  </a:txBody>
                  <a:tcPr/>
                </a:tc>
                <a:tc>
                  <a:txBody>
                    <a:bodyPr/>
                    <a:lstStyle/>
                    <a:p>
                      <a:r>
                        <a:rPr lang="de-DE" sz="1400"/>
                        <a:t>1- 0.72</a:t>
                      </a:r>
                    </a:p>
                  </a:txBody>
                  <a:tcPr/>
                </a:tc>
                <a:tc>
                  <a:txBody>
                    <a:bodyPr/>
                    <a:lstStyle/>
                    <a:p>
                      <a:r>
                        <a:rPr lang="de-DE" sz="1400"/>
                        <a:t>0.5 -  0.70</a:t>
                      </a:r>
                    </a:p>
                  </a:txBody>
                  <a:tcPr/>
                </a:tc>
                <a:tc>
                  <a:txBody>
                    <a:bodyPr/>
                    <a:lstStyle/>
                    <a:p>
                      <a:pPr lvl="0">
                        <a:buNone/>
                      </a:pPr>
                      <a:r>
                        <a:rPr lang="de-DE" sz="1400"/>
                        <a:t>0.5 - 0.68</a:t>
                      </a:r>
                    </a:p>
                  </a:txBody>
                  <a:tcPr/>
                </a:tc>
                <a:tc>
                  <a:txBody>
                    <a:bodyPr/>
                    <a:lstStyle/>
                    <a:p>
                      <a:pPr lvl="0">
                        <a:buNone/>
                      </a:pPr>
                      <a:r>
                        <a:rPr lang="de-DE" sz="1400"/>
                        <a:t>0.5 - 0.66</a:t>
                      </a:r>
                    </a:p>
                  </a:txBody>
                  <a:tcPr/>
                </a:tc>
                <a:extLst>
                  <a:ext uri="{0D108BD9-81ED-4DB2-BD59-A6C34878D82A}">
                    <a16:rowId xmlns:a16="http://schemas.microsoft.com/office/drawing/2014/main" val="3187255955"/>
                  </a:ext>
                </a:extLst>
              </a:tr>
            </a:tbl>
          </a:graphicData>
        </a:graphic>
      </p:graphicFrame>
      <p:graphicFrame>
        <p:nvGraphicFramePr>
          <p:cNvPr id="6" name="Tabelle 5">
            <a:extLst>
              <a:ext uri="{FF2B5EF4-FFF2-40B4-BE49-F238E27FC236}">
                <a16:creationId xmlns:a16="http://schemas.microsoft.com/office/drawing/2014/main" id="{3D98F2E1-6993-B6C3-2D03-D996F21AD843}"/>
              </a:ext>
            </a:extLst>
          </p:cNvPr>
          <p:cNvGraphicFramePr>
            <a:graphicFrameLocks noGrp="1"/>
          </p:cNvGraphicFramePr>
          <p:nvPr>
            <p:extLst>
              <p:ext uri="{D42A27DB-BD31-4B8C-83A1-F6EECF244321}">
                <p14:modId xmlns:p14="http://schemas.microsoft.com/office/powerpoint/2010/main" val="1590798939"/>
              </p:ext>
            </p:extLst>
          </p:nvPr>
        </p:nvGraphicFramePr>
        <p:xfrm>
          <a:off x="284480" y="4562856"/>
          <a:ext cx="8571408" cy="2631440"/>
        </p:xfrm>
        <a:graphic>
          <a:graphicData uri="http://schemas.openxmlformats.org/drawingml/2006/table">
            <a:tbl>
              <a:tblPr firstRow="1" bandRow="1">
                <a:tableStyleId>{5C22544A-7EE6-4342-B048-85BDC9FD1C3A}</a:tableStyleId>
              </a:tblPr>
              <a:tblGrid>
                <a:gridCol w="714284">
                  <a:extLst>
                    <a:ext uri="{9D8B030D-6E8A-4147-A177-3AD203B41FA5}">
                      <a16:colId xmlns:a16="http://schemas.microsoft.com/office/drawing/2014/main" val="894150566"/>
                    </a:ext>
                  </a:extLst>
                </a:gridCol>
                <a:gridCol w="714284">
                  <a:extLst>
                    <a:ext uri="{9D8B030D-6E8A-4147-A177-3AD203B41FA5}">
                      <a16:colId xmlns:a16="http://schemas.microsoft.com/office/drawing/2014/main" val="4010572092"/>
                    </a:ext>
                  </a:extLst>
                </a:gridCol>
                <a:gridCol w="714284">
                  <a:extLst>
                    <a:ext uri="{9D8B030D-6E8A-4147-A177-3AD203B41FA5}">
                      <a16:colId xmlns:a16="http://schemas.microsoft.com/office/drawing/2014/main" val="3271437378"/>
                    </a:ext>
                  </a:extLst>
                </a:gridCol>
                <a:gridCol w="714284">
                  <a:extLst>
                    <a:ext uri="{9D8B030D-6E8A-4147-A177-3AD203B41FA5}">
                      <a16:colId xmlns:a16="http://schemas.microsoft.com/office/drawing/2014/main" val="3580078458"/>
                    </a:ext>
                  </a:extLst>
                </a:gridCol>
                <a:gridCol w="714284">
                  <a:extLst>
                    <a:ext uri="{9D8B030D-6E8A-4147-A177-3AD203B41FA5}">
                      <a16:colId xmlns:a16="http://schemas.microsoft.com/office/drawing/2014/main" val="2224828075"/>
                    </a:ext>
                  </a:extLst>
                </a:gridCol>
                <a:gridCol w="714284">
                  <a:extLst>
                    <a:ext uri="{9D8B030D-6E8A-4147-A177-3AD203B41FA5}">
                      <a16:colId xmlns:a16="http://schemas.microsoft.com/office/drawing/2014/main" val="3053313761"/>
                    </a:ext>
                  </a:extLst>
                </a:gridCol>
                <a:gridCol w="714284">
                  <a:extLst>
                    <a:ext uri="{9D8B030D-6E8A-4147-A177-3AD203B41FA5}">
                      <a16:colId xmlns:a16="http://schemas.microsoft.com/office/drawing/2014/main" val="2014364257"/>
                    </a:ext>
                  </a:extLst>
                </a:gridCol>
                <a:gridCol w="714284">
                  <a:extLst>
                    <a:ext uri="{9D8B030D-6E8A-4147-A177-3AD203B41FA5}">
                      <a16:colId xmlns:a16="http://schemas.microsoft.com/office/drawing/2014/main" val="1831583623"/>
                    </a:ext>
                  </a:extLst>
                </a:gridCol>
                <a:gridCol w="714284">
                  <a:extLst>
                    <a:ext uri="{9D8B030D-6E8A-4147-A177-3AD203B41FA5}">
                      <a16:colId xmlns:a16="http://schemas.microsoft.com/office/drawing/2014/main" val="3705079698"/>
                    </a:ext>
                  </a:extLst>
                </a:gridCol>
                <a:gridCol w="714284">
                  <a:extLst>
                    <a:ext uri="{9D8B030D-6E8A-4147-A177-3AD203B41FA5}">
                      <a16:colId xmlns:a16="http://schemas.microsoft.com/office/drawing/2014/main" val="2293653269"/>
                    </a:ext>
                  </a:extLst>
                </a:gridCol>
                <a:gridCol w="714284">
                  <a:extLst>
                    <a:ext uri="{9D8B030D-6E8A-4147-A177-3AD203B41FA5}">
                      <a16:colId xmlns:a16="http://schemas.microsoft.com/office/drawing/2014/main" val="511868558"/>
                    </a:ext>
                  </a:extLst>
                </a:gridCol>
                <a:gridCol w="714284">
                  <a:extLst>
                    <a:ext uri="{9D8B030D-6E8A-4147-A177-3AD203B41FA5}">
                      <a16:colId xmlns:a16="http://schemas.microsoft.com/office/drawing/2014/main" val="549178337"/>
                    </a:ext>
                  </a:extLst>
                </a:gridCol>
              </a:tblGrid>
              <a:tr h="370840">
                <a:tc>
                  <a:txBody>
                    <a:bodyPr/>
                    <a:lstStyle/>
                    <a:p>
                      <a:pPr marL="0" lvl="0" indent="0" algn="l">
                        <a:lnSpc>
                          <a:spcPct val="100000"/>
                        </a:lnSpc>
                        <a:buNone/>
                      </a:pPr>
                      <a:r>
                        <a:rPr lang="de-DE" sz="1400" b="1" i="0" u="none" strike="noStrike" baseline="0" noProof="0" err="1">
                          <a:solidFill>
                            <a:srgbClr val="FFFFFF"/>
                          </a:solidFill>
                          <a:latin typeface="Arial"/>
                          <a:cs typeface="Arial"/>
                        </a:rPr>
                        <a:t>public_lighting_kW</a:t>
                      </a:r>
                      <a:endParaRPr lang="de-DE" sz="1400" err="1"/>
                    </a:p>
                    <a:p>
                      <a:pPr lvl="0">
                        <a:buNone/>
                      </a:pPr>
                      <a:endParaRPr lang="de-DE" sz="1400"/>
                    </a:p>
                  </a:txBody>
                  <a:tcPr/>
                </a:tc>
                <a:tc>
                  <a:txBody>
                    <a:bodyPr/>
                    <a:lstStyle/>
                    <a:p>
                      <a:pPr marL="0" lvl="0" indent="0" algn="l">
                        <a:lnSpc>
                          <a:spcPct val="100000"/>
                        </a:lnSpc>
                        <a:buNone/>
                      </a:pPr>
                      <a:r>
                        <a:rPr lang="de-DE" sz="1400" b="1" i="0" u="none" strike="noStrike" baseline="0" noProof="0" err="1">
                          <a:solidFill>
                            <a:srgbClr val="FFFFFF"/>
                          </a:solidFill>
                          <a:latin typeface="Arial"/>
                          <a:cs typeface="Arial"/>
                        </a:rPr>
                        <a:t>other_consumers_kW</a:t>
                      </a:r>
                      <a:endParaRPr lang="de-DE" err="1"/>
                    </a:p>
                    <a:p>
                      <a:pPr lvl="0">
                        <a:buNone/>
                      </a:pPr>
                      <a:endParaRPr lang="de-DE" sz="1400"/>
                    </a:p>
                  </a:txBody>
                  <a:tcPr/>
                </a:tc>
                <a:tc>
                  <a:txBody>
                    <a:bodyPr/>
                    <a:lstStyle/>
                    <a:p>
                      <a:pPr marL="0" lvl="0" indent="0" algn="l">
                        <a:lnSpc>
                          <a:spcPct val="100000"/>
                        </a:lnSpc>
                        <a:buNone/>
                      </a:pPr>
                      <a:r>
                        <a:rPr lang="de-DE" sz="1400" b="1" i="0" u="none" strike="noStrike" baseline="0" noProof="0" err="1">
                          <a:solidFill>
                            <a:srgbClr val="FFFFFF"/>
                          </a:solidFill>
                          <a:latin typeface="Arial"/>
                          <a:cs typeface="Arial"/>
                        </a:rPr>
                        <a:t>batteries_kW</a:t>
                      </a:r>
                      <a:endParaRPr lang="de-DE" err="1"/>
                    </a:p>
                    <a:p>
                      <a:pPr lvl="0">
                        <a:buNone/>
                      </a:pPr>
                      <a:endParaRPr lang="de-DE" sz="1400"/>
                    </a:p>
                  </a:txBody>
                  <a:tcPr/>
                </a:tc>
                <a:tc>
                  <a:txBody>
                    <a:bodyPr/>
                    <a:lstStyle/>
                    <a:p>
                      <a:pPr marL="0" lvl="0" indent="0" algn="l">
                        <a:lnSpc>
                          <a:spcPct val="100000"/>
                        </a:lnSpc>
                        <a:buNone/>
                      </a:pPr>
                      <a:r>
                        <a:rPr lang="de-DE" sz="1400" b="1" i="0" u="none" strike="noStrike" baseline="0" noProof="0" err="1">
                          <a:solidFill>
                            <a:srgbClr val="FFFFFF"/>
                          </a:solidFill>
                          <a:latin typeface="Arial"/>
                          <a:cs typeface="Arial"/>
                        </a:rPr>
                        <a:t>PV_systems_kW</a:t>
                      </a:r>
                      <a:endParaRPr lang="de-DE" err="1"/>
                    </a:p>
                    <a:p>
                      <a:pPr lvl="0">
                        <a:buNone/>
                      </a:pPr>
                      <a:endParaRPr lang="de-DE" sz="1400"/>
                    </a:p>
                  </a:txBody>
                  <a:tcPr/>
                </a:tc>
                <a:tc>
                  <a:txBody>
                    <a:bodyPr/>
                    <a:lstStyle/>
                    <a:p>
                      <a:pPr marL="0" lvl="0" indent="0" algn="l">
                        <a:lnSpc>
                          <a:spcPct val="100000"/>
                        </a:lnSpc>
                        <a:buNone/>
                      </a:pPr>
                      <a:r>
                        <a:rPr lang="de-DE" sz="1400" b="1" i="0" u="none" strike="noStrike" baseline="0" noProof="0" err="1">
                          <a:solidFill>
                            <a:srgbClr val="FFFFFF"/>
                          </a:solidFill>
                          <a:latin typeface="Arial"/>
                          <a:cs typeface="Arial"/>
                        </a:rPr>
                        <a:t>chp_kW</a:t>
                      </a:r>
                      <a:endParaRPr lang="de-DE" err="1"/>
                    </a:p>
                    <a:p>
                      <a:pPr lvl="0">
                        <a:buNone/>
                      </a:pPr>
                      <a:endParaRPr lang="de-DE" sz="1400"/>
                    </a:p>
                  </a:txBody>
                  <a:tcPr/>
                </a:tc>
                <a:tc>
                  <a:txBody>
                    <a:bodyPr/>
                    <a:lstStyle/>
                    <a:p>
                      <a:pPr marL="0" lvl="0" indent="0" algn="l">
                        <a:lnSpc>
                          <a:spcPct val="100000"/>
                        </a:lnSpc>
                        <a:buNone/>
                      </a:pPr>
                      <a:r>
                        <a:rPr lang="de-DE" sz="1400" b="1" i="0" u="none" strike="noStrike" baseline="0" noProof="0">
                          <a:solidFill>
                            <a:srgbClr val="FFFFFF"/>
                          </a:solidFill>
                          <a:latin typeface="Arial"/>
                          <a:cs typeface="Arial"/>
                        </a:rPr>
                        <a:t>g0_general_kWh</a:t>
                      </a:r>
                      <a:endParaRPr lang="de-DE"/>
                    </a:p>
                    <a:p>
                      <a:pPr lvl="0">
                        <a:buNone/>
                      </a:pPr>
                      <a:endParaRPr lang="de-DE" sz="1400"/>
                    </a:p>
                  </a:txBody>
                  <a:tcPr/>
                </a:tc>
                <a:tc>
                  <a:txBody>
                    <a:bodyPr/>
                    <a:lstStyle/>
                    <a:p>
                      <a:pPr marL="0" lvl="0" indent="0" algn="l">
                        <a:lnSpc>
                          <a:spcPct val="100000"/>
                        </a:lnSpc>
                        <a:buNone/>
                      </a:pPr>
                      <a:r>
                        <a:rPr lang="de-DE" sz="1400" b="1" i="0" u="none" strike="noStrike" baseline="0" noProof="0">
                          <a:solidFill>
                            <a:srgbClr val="FFFFFF"/>
                          </a:solidFill>
                          <a:latin typeface="Arial"/>
                          <a:cs typeface="Arial"/>
                        </a:rPr>
                        <a:t>g1_workdays_kWh</a:t>
                      </a:r>
                      <a:endParaRPr lang="de-DE"/>
                    </a:p>
                    <a:p>
                      <a:pPr lvl="0">
                        <a:buNone/>
                      </a:pPr>
                      <a:endParaRPr lang="de-DE" sz="1400"/>
                    </a:p>
                  </a:txBody>
                  <a:tcPr/>
                </a:tc>
                <a:tc>
                  <a:txBody>
                    <a:bodyPr/>
                    <a:lstStyle/>
                    <a:p>
                      <a:pPr marL="0" lvl="0" indent="0" algn="l">
                        <a:lnSpc>
                          <a:spcPct val="100000"/>
                        </a:lnSpc>
                        <a:buNone/>
                      </a:pPr>
                      <a:r>
                        <a:rPr lang="de-DE" sz="1400" b="1" i="0" u="none" strike="noStrike" baseline="0" noProof="0">
                          <a:solidFill>
                            <a:srgbClr val="FFFFFF"/>
                          </a:solidFill>
                          <a:latin typeface="Arial"/>
                          <a:cs typeface="Arial"/>
                        </a:rPr>
                        <a:t>g2_evening_kWh</a:t>
                      </a:r>
                      <a:endParaRPr lang="de-DE"/>
                    </a:p>
                    <a:p>
                      <a:pPr lvl="0">
                        <a:buNone/>
                      </a:pPr>
                      <a:endParaRPr lang="de-DE" sz="1400"/>
                    </a:p>
                  </a:txBody>
                  <a:tcPr/>
                </a:tc>
                <a:tc>
                  <a:txBody>
                    <a:bodyPr/>
                    <a:lstStyle/>
                    <a:p>
                      <a:pPr marL="0" lvl="0" indent="0" algn="l">
                        <a:lnSpc>
                          <a:spcPct val="100000"/>
                        </a:lnSpc>
                        <a:buNone/>
                      </a:pPr>
                      <a:r>
                        <a:rPr lang="de-DE" sz="1400" b="1" i="0" u="none" strike="noStrike" baseline="0" noProof="0">
                          <a:solidFill>
                            <a:srgbClr val="FFFFFF"/>
                          </a:solidFill>
                          <a:latin typeface="Arial"/>
                          <a:cs typeface="Arial"/>
                        </a:rPr>
                        <a:t>g3_continuous_kWh</a:t>
                      </a:r>
                      <a:endParaRPr lang="de-DE"/>
                    </a:p>
                    <a:p>
                      <a:pPr lvl="0">
                        <a:buNone/>
                      </a:pPr>
                      <a:endParaRPr lang="de-DE" sz="1400"/>
                    </a:p>
                  </a:txBody>
                  <a:tcPr/>
                </a:tc>
                <a:tc>
                  <a:txBody>
                    <a:bodyPr/>
                    <a:lstStyle/>
                    <a:p>
                      <a:pPr marL="0" lvl="0" indent="0" algn="l">
                        <a:lnSpc>
                          <a:spcPct val="100000"/>
                        </a:lnSpc>
                        <a:buNone/>
                      </a:pPr>
                      <a:r>
                        <a:rPr lang="de-DE" sz="1400" b="1" i="0" u="none" strike="noStrike" baseline="0" noProof="0">
                          <a:solidFill>
                            <a:srgbClr val="FFFFFF"/>
                          </a:solidFill>
                          <a:latin typeface="Arial"/>
                          <a:cs typeface="Arial"/>
                        </a:rPr>
                        <a:t>g4_shop_hairdresser_kWh</a:t>
                      </a:r>
                      <a:endParaRPr lang="de-DE"/>
                    </a:p>
                    <a:p>
                      <a:pPr lvl="0">
                        <a:buNone/>
                      </a:pPr>
                      <a:endParaRPr lang="de-DE" sz="1400"/>
                    </a:p>
                  </a:txBody>
                  <a:tcPr/>
                </a:tc>
                <a:tc>
                  <a:txBody>
                    <a:bodyPr/>
                    <a:lstStyle/>
                    <a:p>
                      <a:pPr marL="0" lvl="0" indent="0" algn="l">
                        <a:lnSpc>
                          <a:spcPct val="100000"/>
                        </a:lnSpc>
                        <a:buNone/>
                      </a:pPr>
                      <a:r>
                        <a:rPr lang="de-DE" sz="1400" b="1" i="0" u="none" strike="noStrike" baseline="0" noProof="0">
                          <a:solidFill>
                            <a:srgbClr val="FFFFFF"/>
                          </a:solidFill>
                          <a:latin typeface="Arial"/>
                          <a:cs typeface="Arial"/>
                        </a:rPr>
                        <a:t>g5_bakery_kWh</a:t>
                      </a:r>
                      <a:endParaRPr lang="de-DE"/>
                    </a:p>
                    <a:p>
                      <a:pPr lvl="0">
                        <a:buNone/>
                      </a:pPr>
                      <a:endParaRPr lang="de-DE" sz="1400"/>
                    </a:p>
                  </a:txBody>
                  <a:tcPr/>
                </a:tc>
                <a:tc>
                  <a:txBody>
                    <a:bodyPr/>
                    <a:lstStyle/>
                    <a:p>
                      <a:pPr marL="0" lvl="0" indent="0" algn="l">
                        <a:lnSpc>
                          <a:spcPct val="100000"/>
                        </a:lnSpc>
                        <a:buNone/>
                      </a:pPr>
                      <a:r>
                        <a:rPr lang="de-DE" sz="1400" b="1" i="0" u="none" strike="noStrike" baseline="0" noProof="0">
                          <a:solidFill>
                            <a:srgbClr val="FFFFFF"/>
                          </a:solidFill>
                          <a:latin typeface="Arial"/>
                          <a:cs typeface="Arial"/>
                        </a:rPr>
                        <a:t>g6_weekend_kWh</a:t>
                      </a:r>
                      <a:endParaRPr lang="de-DE"/>
                    </a:p>
                    <a:p>
                      <a:pPr lvl="0">
                        <a:buNone/>
                      </a:pPr>
                      <a:endParaRPr lang="de-DE" sz="1400"/>
                    </a:p>
                  </a:txBody>
                  <a:tcPr/>
                </a:tc>
                <a:extLst>
                  <a:ext uri="{0D108BD9-81ED-4DB2-BD59-A6C34878D82A}">
                    <a16:rowId xmlns:a16="http://schemas.microsoft.com/office/drawing/2014/main" val="4084541425"/>
                  </a:ext>
                </a:extLst>
              </a:tr>
              <a:tr h="370840">
                <a:tc>
                  <a:txBody>
                    <a:bodyPr/>
                    <a:lstStyle/>
                    <a:p>
                      <a:r>
                        <a:rPr lang="de-DE" sz="1400"/>
                        <a:t>0</a:t>
                      </a:r>
                    </a:p>
                  </a:txBody>
                  <a:tcPr/>
                </a:tc>
                <a:tc>
                  <a:txBody>
                    <a:bodyPr/>
                    <a:lstStyle/>
                    <a:p>
                      <a:r>
                        <a:rPr lang="de-DE" sz="1400"/>
                        <a:t>0</a:t>
                      </a:r>
                    </a:p>
                  </a:txBody>
                  <a:tcPr/>
                </a:tc>
                <a:tc>
                  <a:txBody>
                    <a:bodyPr/>
                    <a:lstStyle/>
                    <a:p>
                      <a:r>
                        <a:rPr lang="de-DE" sz="1400"/>
                        <a:t>0</a:t>
                      </a:r>
                    </a:p>
                  </a:txBody>
                  <a:tcPr/>
                </a:tc>
                <a:tc>
                  <a:txBody>
                    <a:bodyPr/>
                    <a:lstStyle/>
                    <a:p>
                      <a:r>
                        <a:rPr lang="de-DE" sz="1400"/>
                        <a:t>0</a:t>
                      </a:r>
                    </a:p>
                  </a:txBody>
                  <a:tcPr/>
                </a:tc>
                <a:tc>
                  <a:txBody>
                    <a:bodyPr/>
                    <a:lstStyle/>
                    <a:p>
                      <a:r>
                        <a:rPr lang="de-DE" sz="1400"/>
                        <a:t>0</a:t>
                      </a:r>
                    </a:p>
                  </a:txBody>
                  <a:tcPr/>
                </a:tc>
                <a:tc>
                  <a:txBody>
                    <a:bodyPr/>
                    <a:lstStyle/>
                    <a:p>
                      <a:r>
                        <a:rPr lang="de-DE" sz="1400"/>
                        <a:t>0</a:t>
                      </a:r>
                    </a:p>
                  </a:txBody>
                  <a:tcPr/>
                </a:tc>
                <a:tc>
                  <a:txBody>
                    <a:bodyPr/>
                    <a:lstStyle/>
                    <a:p>
                      <a:r>
                        <a:rPr lang="de-DE" sz="1400"/>
                        <a:t>0</a:t>
                      </a:r>
                    </a:p>
                  </a:txBody>
                  <a:tcPr/>
                </a:tc>
                <a:tc>
                  <a:txBody>
                    <a:bodyPr/>
                    <a:lstStyle/>
                    <a:p>
                      <a:r>
                        <a:rPr lang="de-DE" sz="1400"/>
                        <a:t>0</a:t>
                      </a:r>
                    </a:p>
                  </a:txBody>
                  <a:tcPr/>
                </a:tc>
                <a:tc>
                  <a:txBody>
                    <a:bodyPr/>
                    <a:lstStyle/>
                    <a:p>
                      <a:r>
                        <a:rPr lang="de-DE" sz="1400"/>
                        <a:t>0</a:t>
                      </a:r>
                    </a:p>
                  </a:txBody>
                  <a:tcPr/>
                </a:tc>
                <a:tc>
                  <a:txBody>
                    <a:bodyPr/>
                    <a:lstStyle/>
                    <a:p>
                      <a:r>
                        <a:rPr lang="de-DE" sz="1400"/>
                        <a:t>0</a:t>
                      </a:r>
                    </a:p>
                  </a:txBody>
                  <a:tcPr/>
                </a:tc>
                <a:tc>
                  <a:txBody>
                    <a:bodyPr/>
                    <a:lstStyle/>
                    <a:p>
                      <a:pPr lvl="0">
                        <a:buNone/>
                      </a:pPr>
                      <a:r>
                        <a:rPr lang="de-DE" sz="1400"/>
                        <a:t>0</a:t>
                      </a:r>
                    </a:p>
                  </a:txBody>
                  <a:tcPr/>
                </a:tc>
                <a:tc>
                  <a:txBody>
                    <a:bodyPr/>
                    <a:lstStyle/>
                    <a:p>
                      <a:pPr lvl="0">
                        <a:buNone/>
                      </a:pPr>
                      <a:r>
                        <a:rPr lang="de-DE" sz="1400"/>
                        <a:t>0</a:t>
                      </a:r>
                    </a:p>
                  </a:txBody>
                  <a:tcPr/>
                </a:tc>
                <a:extLst>
                  <a:ext uri="{0D108BD9-81ED-4DB2-BD59-A6C34878D82A}">
                    <a16:rowId xmlns:a16="http://schemas.microsoft.com/office/drawing/2014/main" val="4198767"/>
                  </a:ext>
                </a:extLst>
              </a:tr>
              <a:tr h="370840">
                <a:tc>
                  <a:txBody>
                    <a:bodyPr/>
                    <a:lstStyle/>
                    <a:p>
                      <a:r>
                        <a:rPr lang="de-DE" sz="1400"/>
                        <a:t>0</a:t>
                      </a:r>
                    </a:p>
                  </a:txBody>
                  <a:tcPr/>
                </a:tc>
                <a:tc>
                  <a:txBody>
                    <a:bodyPr/>
                    <a:lstStyle/>
                    <a:p>
                      <a:r>
                        <a:rPr lang="de-DE" sz="1400"/>
                        <a:t>0</a:t>
                      </a:r>
                    </a:p>
                  </a:txBody>
                  <a:tcPr/>
                </a:tc>
                <a:tc>
                  <a:txBody>
                    <a:bodyPr/>
                    <a:lstStyle/>
                    <a:p>
                      <a:r>
                        <a:rPr lang="de-DE" sz="1400"/>
                        <a:t>1</a:t>
                      </a:r>
                    </a:p>
                  </a:txBody>
                  <a:tcPr/>
                </a:tc>
                <a:tc>
                  <a:txBody>
                    <a:bodyPr/>
                    <a:lstStyle/>
                    <a:p>
                      <a:r>
                        <a:rPr lang="de-DE" sz="1400"/>
                        <a:t>1</a:t>
                      </a:r>
                    </a:p>
                  </a:txBody>
                  <a:tcPr/>
                </a:tc>
                <a:tc>
                  <a:txBody>
                    <a:bodyPr/>
                    <a:lstStyle/>
                    <a:p>
                      <a:r>
                        <a:rPr lang="de-DE" sz="1400"/>
                        <a:t>0</a:t>
                      </a:r>
                    </a:p>
                  </a:txBody>
                  <a:tcPr/>
                </a:tc>
                <a:tc>
                  <a:txBody>
                    <a:bodyPr/>
                    <a:lstStyle/>
                    <a:p>
                      <a:r>
                        <a:rPr lang="de-DE" sz="1400"/>
                        <a:t>1</a:t>
                      </a:r>
                    </a:p>
                  </a:txBody>
                  <a:tcPr/>
                </a:tc>
                <a:tc>
                  <a:txBody>
                    <a:bodyPr/>
                    <a:lstStyle/>
                    <a:p>
                      <a:r>
                        <a:rPr lang="de-DE" sz="1400"/>
                        <a:t>1</a:t>
                      </a:r>
                    </a:p>
                  </a:txBody>
                  <a:tcPr/>
                </a:tc>
                <a:tc>
                  <a:txBody>
                    <a:bodyPr/>
                    <a:lstStyle/>
                    <a:p>
                      <a:r>
                        <a:rPr lang="de-DE" sz="1400"/>
                        <a:t>1</a:t>
                      </a:r>
                    </a:p>
                  </a:txBody>
                  <a:tcPr/>
                </a:tc>
                <a:tc>
                  <a:txBody>
                    <a:bodyPr/>
                    <a:lstStyle/>
                    <a:p>
                      <a:r>
                        <a:rPr lang="de-DE" sz="1400"/>
                        <a:t>1</a:t>
                      </a:r>
                    </a:p>
                  </a:txBody>
                  <a:tcPr/>
                </a:tc>
                <a:tc>
                  <a:txBody>
                    <a:bodyPr/>
                    <a:lstStyle/>
                    <a:p>
                      <a:r>
                        <a:rPr lang="de-DE" sz="1400"/>
                        <a:t>1</a:t>
                      </a:r>
                    </a:p>
                  </a:txBody>
                  <a:tcPr/>
                </a:tc>
                <a:tc>
                  <a:txBody>
                    <a:bodyPr/>
                    <a:lstStyle/>
                    <a:p>
                      <a:pPr lvl="0">
                        <a:buNone/>
                      </a:pPr>
                      <a:r>
                        <a:rPr lang="de-DE" sz="1400"/>
                        <a:t>1</a:t>
                      </a:r>
                    </a:p>
                  </a:txBody>
                  <a:tcPr/>
                </a:tc>
                <a:tc>
                  <a:txBody>
                    <a:bodyPr/>
                    <a:lstStyle/>
                    <a:p>
                      <a:pPr lvl="0">
                        <a:buNone/>
                      </a:pPr>
                      <a:r>
                        <a:rPr lang="de-DE" sz="1400"/>
                        <a:t>1</a:t>
                      </a:r>
                    </a:p>
                  </a:txBody>
                  <a:tcPr/>
                </a:tc>
                <a:extLst>
                  <a:ext uri="{0D108BD9-81ED-4DB2-BD59-A6C34878D82A}">
                    <a16:rowId xmlns:a16="http://schemas.microsoft.com/office/drawing/2014/main" val="86531038"/>
                  </a:ext>
                </a:extLst>
              </a:tr>
              <a:tr h="370840">
                <a:tc>
                  <a:txBody>
                    <a:bodyPr/>
                    <a:lstStyle/>
                    <a:p>
                      <a:r>
                        <a:rPr lang="de-DE" sz="1400"/>
                        <a:t>0.5 - 0.64</a:t>
                      </a:r>
                    </a:p>
                  </a:txBody>
                  <a:tcPr/>
                </a:tc>
                <a:tc>
                  <a:txBody>
                    <a:bodyPr/>
                    <a:lstStyle/>
                    <a:p>
                      <a:r>
                        <a:rPr lang="de-DE" sz="1400"/>
                        <a:t>0.5 - 0.63</a:t>
                      </a:r>
                    </a:p>
                  </a:txBody>
                  <a:tcPr/>
                </a:tc>
                <a:tc>
                  <a:txBody>
                    <a:bodyPr/>
                    <a:lstStyle/>
                    <a:p>
                      <a:r>
                        <a:rPr lang="de-DE" sz="1400"/>
                        <a:t>0.5 - 0.62</a:t>
                      </a:r>
                    </a:p>
                  </a:txBody>
                  <a:tcPr/>
                </a:tc>
                <a:tc>
                  <a:txBody>
                    <a:bodyPr/>
                    <a:lstStyle/>
                    <a:p>
                      <a:r>
                        <a:rPr lang="de-DE" sz="1400"/>
                        <a:t>0.5 - 0.61</a:t>
                      </a:r>
                    </a:p>
                  </a:txBody>
                  <a:tcPr/>
                </a:tc>
                <a:tc>
                  <a:txBody>
                    <a:bodyPr/>
                    <a:lstStyle/>
                    <a:p>
                      <a:r>
                        <a:rPr lang="de-DE" sz="1400"/>
                        <a:t>0.5 - 0.60</a:t>
                      </a:r>
                    </a:p>
                  </a:txBody>
                  <a:tcPr/>
                </a:tc>
                <a:tc>
                  <a:txBody>
                    <a:bodyPr/>
                    <a:lstStyle/>
                    <a:p>
                      <a:r>
                        <a:rPr lang="de-DE" sz="1400"/>
                        <a:t>0 - 0.58</a:t>
                      </a:r>
                    </a:p>
                  </a:txBody>
                  <a:tcPr/>
                </a:tc>
                <a:tc>
                  <a:txBody>
                    <a:bodyPr/>
                    <a:lstStyle/>
                    <a:p>
                      <a:r>
                        <a:rPr lang="de-DE" sz="1400"/>
                        <a:t>0 - 0.57</a:t>
                      </a:r>
                    </a:p>
                  </a:txBody>
                  <a:tcPr/>
                </a:tc>
                <a:tc>
                  <a:txBody>
                    <a:bodyPr/>
                    <a:lstStyle/>
                    <a:p>
                      <a:r>
                        <a:rPr lang="de-DE" sz="1400"/>
                        <a:t>0 - 0.56</a:t>
                      </a:r>
                    </a:p>
                  </a:txBody>
                  <a:tcPr/>
                </a:tc>
                <a:tc>
                  <a:txBody>
                    <a:bodyPr/>
                    <a:lstStyle/>
                    <a:p>
                      <a:r>
                        <a:rPr lang="de-DE" sz="1400"/>
                        <a:t>0 - 0.55</a:t>
                      </a:r>
                    </a:p>
                  </a:txBody>
                  <a:tcPr/>
                </a:tc>
                <a:tc>
                  <a:txBody>
                    <a:bodyPr/>
                    <a:lstStyle/>
                    <a:p>
                      <a:r>
                        <a:rPr lang="de-DE" sz="1400"/>
                        <a:t>0 - 0.53</a:t>
                      </a:r>
                    </a:p>
                  </a:txBody>
                  <a:tcPr/>
                </a:tc>
                <a:tc>
                  <a:txBody>
                    <a:bodyPr/>
                    <a:lstStyle/>
                    <a:p>
                      <a:pPr lvl="0">
                        <a:buNone/>
                      </a:pPr>
                      <a:r>
                        <a:rPr lang="de-DE" sz="1400"/>
                        <a:t>0 - 0.52</a:t>
                      </a:r>
                    </a:p>
                  </a:txBody>
                  <a:tcPr/>
                </a:tc>
                <a:tc>
                  <a:txBody>
                    <a:bodyPr/>
                    <a:lstStyle/>
                    <a:p>
                      <a:pPr lvl="0">
                        <a:buNone/>
                      </a:pPr>
                      <a:r>
                        <a:rPr lang="de-DE" sz="1400"/>
                        <a:t>0 - 0.51</a:t>
                      </a:r>
                    </a:p>
                  </a:txBody>
                  <a:tcPr/>
                </a:tc>
                <a:extLst>
                  <a:ext uri="{0D108BD9-81ED-4DB2-BD59-A6C34878D82A}">
                    <a16:rowId xmlns:a16="http://schemas.microsoft.com/office/drawing/2014/main" val="2377502259"/>
                  </a:ext>
                </a:extLst>
              </a:tr>
            </a:tbl>
          </a:graphicData>
        </a:graphic>
      </p:graphicFrame>
    </p:spTree>
    <p:extLst>
      <p:ext uri="{BB962C8B-B14F-4D97-AF65-F5344CB8AC3E}">
        <p14:creationId xmlns:p14="http://schemas.microsoft.com/office/powerpoint/2010/main" val="365148450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7BFD78-7CBD-5322-E9D6-4F4306C0EC22}"/>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461C2544-35C8-5FD2-BCB6-3DFEBC592466}"/>
              </a:ext>
            </a:extLst>
          </p:cNvPr>
          <p:cNvSpPr>
            <a:spLocks noGrp="1"/>
          </p:cNvSpPr>
          <p:nvPr>
            <p:ph type="title"/>
          </p:nvPr>
        </p:nvSpPr>
        <p:spPr/>
        <p:txBody>
          <a:bodyPr/>
          <a:lstStyle/>
          <a:p>
            <a:r>
              <a:rPr lang="en-US" err="1">
                <a:latin typeface="Arial"/>
                <a:cs typeface="Arial"/>
              </a:rPr>
              <a:t>Feeder_metadata</a:t>
            </a:r>
            <a:r>
              <a:rPr lang="en-US">
                <a:latin typeface="Arial"/>
                <a:cs typeface="Arial"/>
              </a:rPr>
              <a:t> (Temperature = 0)  GPT-OSS:20b</a:t>
            </a:r>
            <a:endParaRPr lang="en-US" err="1"/>
          </a:p>
        </p:txBody>
      </p:sp>
      <p:graphicFrame>
        <p:nvGraphicFramePr>
          <p:cNvPr id="4" name="Tabelle 3">
            <a:extLst>
              <a:ext uri="{FF2B5EF4-FFF2-40B4-BE49-F238E27FC236}">
                <a16:creationId xmlns:a16="http://schemas.microsoft.com/office/drawing/2014/main" id="{5B862CCB-A068-F70B-1058-795616ADBC37}"/>
              </a:ext>
            </a:extLst>
          </p:cNvPr>
          <p:cNvGraphicFramePr>
            <a:graphicFrameLocks noGrp="1"/>
          </p:cNvGraphicFramePr>
          <p:nvPr>
            <p:extLst>
              <p:ext uri="{D42A27DB-BD31-4B8C-83A1-F6EECF244321}">
                <p14:modId xmlns:p14="http://schemas.microsoft.com/office/powerpoint/2010/main" val="112008271"/>
              </p:ext>
            </p:extLst>
          </p:nvPr>
        </p:nvGraphicFramePr>
        <p:xfrm>
          <a:off x="284480" y="976376"/>
          <a:ext cx="8561016" cy="3683922"/>
        </p:xfrm>
        <a:graphic>
          <a:graphicData uri="http://schemas.openxmlformats.org/drawingml/2006/table">
            <a:tbl>
              <a:tblPr firstRow="1" bandRow="1">
                <a:tableStyleId>{5C22544A-7EE6-4342-B048-85BDC9FD1C3A}</a:tableStyleId>
              </a:tblPr>
              <a:tblGrid>
                <a:gridCol w="713418">
                  <a:extLst>
                    <a:ext uri="{9D8B030D-6E8A-4147-A177-3AD203B41FA5}">
                      <a16:colId xmlns:a16="http://schemas.microsoft.com/office/drawing/2014/main" val="928571187"/>
                    </a:ext>
                  </a:extLst>
                </a:gridCol>
                <a:gridCol w="713418">
                  <a:extLst>
                    <a:ext uri="{9D8B030D-6E8A-4147-A177-3AD203B41FA5}">
                      <a16:colId xmlns:a16="http://schemas.microsoft.com/office/drawing/2014/main" val="3482727297"/>
                    </a:ext>
                  </a:extLst>
                </a:gridCol>
                <a:gridCol w="713418">
                  <a:extLst>
                    <a:ext uri="{9D8B030D-6E8A-4147-A177-3AD203B41FA5}">
                      <a16:colId xmlns:a16="http://schemas.microsoft.com/office/drawing/2014/main" val="2681182858"/>
                    </a:ext>
                  </a:extLst>
                </a:gridCol>
                <a:gridCol w="713418">
                  <a:extLst>
                    <a:ext uri="{9D8B030D-6E8A-4147-A177-3AD203B41FA5}">
                      <a16:colId xmlns:a16="http://schemas.microsoft.com/office/drawing/2014/main" val="149693097"/>
                    </a:ext>
                  </a:extLst>
                </a:gridCol>
                <a:gridCol w="713418">
                  <a:extLst>
                    <a:ext uri="{9D8B030D-6E8A-4147-A177-3AD203B41FA5}">
                      <a16:colId xmlns:a16="http://schemas.microsoft.com/office/drawing/2014/main" val="3124726241"/>
                    </a:ext>
                  </a:extLst>
                </a:gridCol>
                <a:gridCol w="713418">
                  <a:extLst>
                    <a:ext uri="{9D8B030D-6E8A-4147-A177-3AD203B41FA5}">
                      <a16:colId xmlns:a16="http://schemas.microsoft.com/office/drawing/2014/main" val="2154533912"/>
                    </a:ext>
                  </a:extLst>
                </a:gridCol>
                <a:gridCol w="713418">
                  <a:extLst>
                    <a:ext uri="{9D8B030D-6E8A-4147-A177-3AD203B41FA5}">
                      <a16:colId xmlns:a16="http://schemas.microsoft.com/office/drawing/2014/main" val="2092475998"/>
                    </a:ext>
                  </a:extLst>
                </a:gridCol>
                <a:gridCol w="713418">
                  <a:extLst>
                    <a:ext uri="{9D8B030D-6E8A-4147-A177-3AD203B41FA5}">
                      <a16:colId xmlns:a16="http://schemas.microsoft.com/office/drawing/2014/main" val="3910534623"/>
                    </a:ext>
                  </a:extLst>
                </a:gridCol>
                <a:gridCol w="713418">
                  <a:extLst>
                    <a:ext uri="{9D8B030D-6E8A-4147-A177-3AD203B41FA5}">
                      <a16:colId xmlns:a16="http://schemas.microsoft.com/office/drawing/2014/main" val="1805982607"/>
                    </a:ext>
                  </a:extLst>
                </a:gridCol>
                <a:gridCol w="713418">
                  <a:extLst>
                    <a:ext uri="{9D8B030D-6E8A-4147-A177-3AD203B41FA5}">
                      <a16:colId xmlns:a16="http://schemas.microsoft.com/office/drawing/2014/main" val="3967829655"/>
                    </a:ext>
                  </a:extLst>
                </a:gridCol>
                <a:gridCol w="713418">
                  <a:extLst>
                    <a:ext uri="{9D8B030D-6E8A-4147-A177-3AD203B41FA5}">
                      <a16:colId xmlns:a16="http://schemas.microsoft.com/office/drawing/2014/main" val="169780462"/>
                    </a:ext>
                  </a:extLst>
                </a:gridCol>
                <a:gridCol w="713418">
                  <a:extLst>
                    <a:ext uri="{9D8B030D-6E8A-4147-A177-3AD203B41FA5}">
                      <a16:colId xmlns:a16="http://schemas.microsoft.com/office/drawing/2014/main" val="683431738"/>
                    </a:ext>
                  </a:extLst>
                </a:gridCol>
              </a:tblGrid>
              <a:tr h="578470">
                <a:tc>
                  <a:txBody>
                    <a:bodyPr/>
                    <a:lstStyle/>
                    <a:p>
                      <a:endParaRPr lang="de-DE" sz="1400"/>
                    </a:p>
                  </a:txBody>
                  <a:tcPr/>
                </a:tc>
                <a:tc>
                  <a:txBody>
                    <a:bodyPr/>
                    <a:lstStyle/>
                    <a:p>
                      <a:pPr lvl="0">
                        <a:buNone/>
                      </a:pPr>
                      <a:r>
                        <a:rPr lang="de-DE" sz="1400" err="1"/>
                        <a:t>feeder</a:t>
                      </a:r>
                    </a:p>
                  </a:txBody>
                  <a:tcPr/>
                </a:tc>
                <a:tc>
                  <a:txBody>
                    <a:bodyPr/>
                    <a:lstStyle/>
                    <a:p>
                      <a:pPr marL="0" lvl="0" indent="0" algn="l">
                        <a:lnSpc>
                          <a:spcPct val="100000"/>
                        </a:lnSpc>
                        <a:buNone/>
                      </a:pPr>
                      <a:r>
                        <a:rPr lang="de-DE" sz="1400" b="1" i="0" u="none" strike="noStrike" baseline="0" noProof="0" err="1">
                          <a:solidFill>
                            <a:srgbClr val="FFFFFF"/>
                          </a:solidFill>
                          <a:latin typeface="Arial"/>
                          <a:cs typeface="Arial"/>
                        </a:rPr>
                        <a:t>substation</a:t>
                      </a:r>
                      <a:endParaRPr lang="de-DE" err="1"/>
                    </a:p>
                    <a:p>
                      <a:pPr lvl="0">
                        <a:buNone/>
                      </a:pPr>
                      <a:endParaRPr lang="de-DE" sz="1400"/>
                    </a:p>
                  </a:txBody>
                  <a:tcPr/>
                </a:tc>
                <a:tc>
                  <a:txBody>
                    <a:bodyPr/>
                    <a:lstStyle/>
                    <a:p>
                      <a:r>
                        <a:rPr lang="de-DE" sz="1400"/>
                        <a:t>date</a:t>
                      </a:r>
                    </a:p>
                  </a:txBody>
                  <a:tcPr/>
                </a:tc>
                <a:tc>
                  <a:txBody>
                    <a:bodyPr/>
                    <a:lstStyle/>
                    <a:p>
                      <a:r>
                        <a:rPr lang="de-DE" sz="1400" err="1"/>
                        <a:t>Housing_unit_count</a:t>
                      </a:r>
                    </a:p>
                  </a:txBody>
                  <a:tcPr/>
                </a:tc>
                <a:tc>
                  <a:txBody>
                    <a:bodyPr/>
                    <a:lstStyle/>
                    <a:p>
                      <a:pPr marL="0" lvl="0" indent="0" algn="l">
                        <a:lnSpc>
                          <a:spcPct val="100000"/>
                        </a:lnSpc>
                        <a:buNone/>
                      </a:pPr>
                      <a:r>
                        <a:rPr lang="de-DE" sz="1400" b="1" i="0" u="none" strike="noStrike" baseline="0" noProof="0" err="1">
                          <a:solidFill>
                            <a:srgbClr val="FFFFFF"/>
                          </a:solidFill>
                          <a:latin typeface="Arial"/>
                          <a:cs typeface="Arial"/>
                        </a:rPr>
                        <a:t>industry_and_commerce_count</a:t>
                      </a:r>
                      <a:endParaRPr lang="de-DE" err="1"/>
                    </a:p>
                    <a:p>
                      <a:pPr lvl="0">
                        <a:buNone/>
                      </a:pPr>
                      <a:endParaRPr lang="de-DE" sz="1400"/>
                    </a:p>
                  </a:txBody>
                  <a:tcPr/>
                </a:tc>
                <a:tc>
                  <a:txBody>
                    <a:bodyPr/>
                    <a:lstStyle/>
                    <a:p>
                      <a:pPr marL="0" lvl="0" indent="0" algn="l">
                        <a:lnSpc>
                          <a:spcPct val="100000"/>
                        </a:lnSpc>
                        <a:buNone/>
                      </a:pPr>
                      <a:r>
                        <a:rPr lang="de-DE" sz="1400" b="1" i="0" u="none" strike="noStrike" baseline="0" noProof="0" err="1">
                          <a:solidFill>
                            <a:srgbClr val="FFFFFF"/>
                          </a:solidFill>
                          <a:latin typeface="Arial"/>
                          <a:cs typeface="Arial"/>
                        </a:rPr>
                        <a:t>storage_heaters_kW</a:t>
                      </a:r>
                      <a:endParaRPr lang="de-DE" err="1"/>
                    </a:p>
                    <a:p>
                      <a:pPr lvl="0">
                        <a:buNone/>
                      </a:pPr>
                      <a:endParaRPr lang="de-DE" sz="1400"/>
                    </a:p>
                  </a:txBody>
                  <a:tcPr/>
                </a:tc>
                <a:tc>
                  <a:txBody>
                    <a:bodyPr/>
                    <a:lstStyle/>
                    <a:p>
                      <a:pPr marL="0" lvl="0" indent="0" algn="l">
                        <a:lnSpc>
                          <a:spcPct val="100000"/>
                        </a:lnSpc>
                        <a:buNone/>
                      </a:pPr>
                      <a:r>
                        <a:rPr lang="de-DE" sz="1400" b="1" i="0" u="none" strike="noStrike" baseline="0" noProof="0" err="1">
                          <a:solidFill>
                            <a:srgbClr val="FFFFFF"/>
                          </a:solidFill>
                          <a:latin typeface="Arial"/>
                          <a:cs typeface="Arial"/>
                        </a:rPr>
                        <a:t>heat_pumps_kW</a:t>
                      </a:r>
                      <a:endParaRPr lang="de-DE" err="1"/>
                    </a:p>
                    <a:p>
                      <a:pPr lvl="0">
                        <a:buNone/>
                      </a:pPr>
                      <a:endParaRPr lang="de-DE" sz="1400"/>
                    </a:p>
                  </a:txBody>
                  <a:tcPr/>
                </a:tc>
                <a:tc>
                  <a:txBody>
                    <a:bodyPr/>
                    <a:lstStyle/>
                    <a:p>
                      <a:pPr marL="0" lvl="0" indent="0" algn="l">
                        <a:lnSpc>
                          <a:spcPct val="100000"/>
                        </a:lnSpc>
                        <a:buNone/>
                      </a:pPr>
                      <a:r>
                        <a:rPr lang="de-DE" sz="1400" b="1" i="0" u="none" strike="noStrike" baseline="0" noProof="0" err="1">
                          <a:solidFill>
                            <a:srgbClr val="FFFFFF"/>
                          </a:solidFill>
                          <a:latin typeface="Arial"/>
                          <a:cs typeface="Arial"/>
                        </a:rPr>
                        <a:t>electric_heaters_kW</a:t>
                      </a:r>
                      <a:endParaRPr lang="de-DE" err="1"/>
                    </a:p>
                    <a:p>
                      <a:pPr lvl="0">
                        <a:buNone/>
                      </a:pPr>
                      <a:endParaRPr lang="de-DE" sz="1400"/>
                    </a:p>
                  </a:txBody>
                  <a:tcPr/>
                </a:tc>
                <a:tc>
                  <a:txBody>
                    <a:bodyPr/>
                    <a:lstStyle/>
                    <a:p>
                      <a:pPr marL="0" lvl="0" indent="0" algn="l">
                        <a:lnSpc>
                          <a:spcPct val="100000"/>
                        </a:lnSpc>
                        <a:buNone/>
                      </a:pPr>
                      <a:r>
                        <a:rPr lang="de-DE" sz="1400" b="1" i="0" u="none" strike="noStrike" baseline="0" noProof="0" err="1">
                          <a:solidFill>
                            <a:srgbClr val="FFFFFF"/>
                          </a:solidFill>
                          <a:latin typeface="Arial"/>
                          <a:cs typeface="Arial"/>
                        </a:rPr>
                        <a:t>hot_water_tanks_kW</a:t>
                      </a:r>
                      <a:endParaRPr lang="de-DE" err="1"/>
                    </a:p>
                    <a:p>
                      <a:pPr lvl="0">
                        <a:buNone/>
                      </a:pPr>
                      <a:endParaRPr lang="de-DE" sz="1400"/>
                    </a:p>
                  </a:txBody>
                  <a:tcPr/>
                </a:tc>
                <a:tc>
                  <a:txBody>
                    <a:bodyPr/>
                    <a:lstStyle/>
                    <a:p>
                      <a:pPr marL="0" lvl="0" indent="0" algn="l">
                        <a:lnSpc>
                          <a:spcPct val="100000"/>
                        </a:lnSpc>
                        <a:buNone/>
                      </a:pPr>
                      <a:r>
                        <a:rPr lang="de-DE" sz="1400" b="1" i="0" u="none" strike="noStrike" baseline="0" noProof="0" err="1">
                          <a:solidFill>
                            <a:srgbClr val="FFFFFF"/>
                          </a:solidFill>
                          <a:latin typeface="Arial"/>
                          <a:cs typeface="Arial"/>
                        </a:rPr>
                        <a:t>flow-type_heaters_kW</a:t>
                      </a:r>
                      <a:endParaRPr lang="de-DE" err="1"/>
                    </a:p>
                    <a:p>
                      <a:pPr lvl="0">
                        <a:buNone/>
                      </a:pPr>
                      <a:endParaRPr lang="de-DE" sz="1400"/>
                    </a:p>
                  </a:txBody>
                  <a:tcPr/>
                </a:tc>
                <a:tc>
                  <a:txBody>
                    <a:bodyPr/>
                    <a:lstStyle/>
                    <a:p>
                      <a:pPr marL="0" lvl="0" indent="0" algn="l">
                        <a:lnSpc>
                          <a:spcPct val="100000"/>
                        </a:lnSpc>
                        <a:buNone/>
                      </a:pPr>
                      <a:r>
                        <a:rPr lang="de-DE" sz="1400" b="1" i="0" u="none" strike="noStrike" baseline="0" noProof="0" err="1">
                          <a:solidFill>
                            <a:srgbClr val="FFFFFF"/>
                          </a:solidFill>
                          <a:latin typeface="Arial"/>
                          <a:cs typeface="Arial"/>
                        </a:rPr>
                        <a:t>EV_chargers_kW</a:t>
                      </a:r>
                      <a:endParaRPr lang="de-DE" err="1"/>
                    </a:p>
                    <a:p>
                      <a:pPr lvl="0">
                        <a:buNone/>
                      </a:pPr>
                      <a:endParaRPr lang="de-DE" sz="1400"/>
                    </a:p>
                  </a:txBody>
                  <a:tcPr/>
                </a:tc>
                <a:extLst>
                  <a:ext uri="{0D108BD9-81ED-4DB2-BD59-A6C34878D82A}">
                    <a16:rowId xmlns:a16="http://schemas.microsoft.com/office/drawing/2014/main" val="2441269539"/>
                  </a:ext>
                </a:extLst>
              </a:tr>
              <a:tr h="426027">
                <a:tc>
                  <a:txBody>
                    <a:bodyPr/>
                    <a:lstStyle/>
                    <a:p>
                      <a:r>
                        <a:rPr lang="de-DE" sz="1400"/>
                        <a:t>1</a:t>
                      </a:r>
                    </a:p>
                  </a:txBody>
                  <a:tcPr/>
                </a:tc>
                <a:tc>
                  <a:txBody>
                    <a:bodyPr/>
                    <a:lstStyle/>
                    <a:p>
                      <a:r>
                        <a:rPr lang="de-DE" sz="1400"/>
                        <a:t>0.92</a:t>
                      </a:r>
                    </a:p>
                  </a:txBody>
                  <a:tcPr/>
                </a:tc>
                <a:tc>
                  <a:txBody>
                    <a:bodyPr/>
                    <a:lstStyle/>
                    <a:p>
                      <a:r>
                        <a:rPr lang="de-DE" sz="1400"/>
                        <a:t>0.90</a:t>
                      </a:r>
                    </a:p>
                  </a:txBody>
                  <a:tcPr/>
                </a:tc>
                <a:tc>
                  <a:txBody>
                    <a:bodyPr/>
                    <a:lstStyle/>
                    <a:p>
                      <a:r>
                        <a:rPr lang="de-DE" sz="1400"/>
                        <a:t>0.88</a:t>
                      </a:r>
                    </a:p>
                  </a:txBody>
                  <a:tcPr/>
                </a:tc>
                <a:tc>
                  <a:txBody>
                    <a:bodyPr/>
                    <a:lstStyle/>
                    <a:p>
                      <a:r>
                        <a:rPr lang="de-DE" sz="1400"/>
                        <a:t>0.70</a:t>
                      </a:r>
                    </a:p>
                  </a:txBody>
                  <a:tcPr/>
                </a:tc>
                <a:tc>
                  <a:txBody>
                    <a:bodyPr/>
                    <a:lstStyle/>
                    <a:p>
                      <a:r>
                        <a:rPr lang="de-DE" sz="1400"/>
                        <a:t>0.65</a:t>
                      </a:r>
                    </a:p>
                  </a:txBody>
                  <a:tcPr/>
                </a:tc>
                <a:tc>
                  <a:txBody>
                    <a:bodyPr/>
                    <a:lstStyle/>
                    <a:p>
                      <a:r>
                        <a:rPr lang="de-DE" sz="1400"/>
                        <a:t>0.78</a:t>
                      </a:r>
                    </a:p>
                  </a:txBody>
                  <a:tcPr/>
                </a:tc>
                <a:tc>
                  <a:txBody>
                    <a:bodyPr/>
                    <a:lstStyle/>
                    <a:p>
                      <a:r>
                        <a:rPr lang="de-DE" sz="1400"/>
                        <a:t>0.77</a:t>
                      </a:r>
                    </a:p>
                  </a:txBody>
                  <a:tcPr/>
                </a:tc>
                <a:tc>
                  <a:txBody>
                    <a:bodyPr/>
                    <a:lstStyle/>
                    <a:p>
                      <a:r>
                        <a:rPr lang="de-DE" sz="1400"/>
                        <a:t>0.76</a:t>
                      </a:r>
                    </a:p>
                  </a:txBody>
                  <a:tcPr/>
                </a:tc>
                <a:tc>
                  <a:txBody>
                    <a:bodyPr/>
                    <a:lstStyle/>
                    <a:p>
                      <a:r>
                        <a:rPr lang="de-DE" sz="1400"/>
                        <a:t>0.74</a:t>
                      </a:r>
                    </a:p>
                  </a:txBody>
                  <a:tcPr/>
                </a:tc>
                <a:tc>
                  <a:txBody>
                    <a:bodyPr/>
                    <a:lstStyle/>
                    <a:p>
                      <a:pPr lvl="0">
                        <a:buNone/>
                      </a:pPr>
                      <a:r>
                        <a:rPr lang="de-DE" sz="1400"/>
                        <a:t>0.60</a:t>
                      </a:r>
                    </a:p>
                  </a:txBody>
                  <a:tcPr/>
                </a:tc>
                <a:tc>
                  <a:txBody>
                    <a:bodyPr/>
                    <a:lstStyle/>
                    <a:p>
                      <a:pPr lvl="0">
                        <a:buNone/>
                      </a:pPr>
                      <a:r>
                        <a:rPr lang="de-DE" sz="1400"/>
                        <a:t>0.80</a:t>
                      </a:r>
                    </a:p>
                  </a:txBody>
                  <a:tcPr/>
                </a:tc>
                <a:extLst>
                  <a:ext uri="{0D108BD9-81ED-4DB2-BD59-A6C34878D82A}">
                    <a16:rowId xmlns:a16="http://schemas.microsoft.com/office/drawing/2014/main" val="43103680"/>
                  </a:ext>
                </a:extLst>
              </a:tr>
              <a:tr h="457200">
                <a:tc>
                  <a:txBody>
                    <a:bodyPr/>
                    <a:lstStyle/>
                    <a:p>
                      <a:r>
                        <a:rPr lang="de-DE" sz="1400"/>
                        <a:t>2</a:t>
                      </a:r>
                    </a:p>
                  </a:txBody>
                  <a:tcPr/>
                </a:tc>
                <a:tc>
                  <a:txBody>
                    <a:bodyPr/>
                    <a:lstStyle/>
                    <a:p>
                      <a:r>
                        <a:rPr lang="de-DE" sz="1400"/>
                        <a:t>0.92</a:t>
                      </a:r>
                    </a:p>
                  </a:txBody>
                  <a:tcPr/>
                </a:tc>
                <a:tc>
                  <a:txBody>
                    <a:bodyPr/>
                    <a:lstStyle/>
                    <a:p>
                      <a:r>
                        <a:rPr lang="de-DE" sz="1400"/>
                        <a:t>0.92</a:t>
                      </a:r>
                    </a:p>
                  </a:txBody>
                  <a:tcPr/>
                </a:tc>
                <a:tc>
                  <a:txBody>
                    <a:bodyPr/>
                    <a:lstStyle/>
                    <a:p>
                      <a:r>
                        <a:rPr lang="de-DE" sz="1400"/>
                        <a:t>0.70</a:t>
                      </a:r>
                    </a:p>
                  </a:txBody>
                  <a:tcPr/>
                </a:tc>
                <a:tc>
                  <a:txBody>
                    <a:bodyPr/>
                    <a:lstStyle/>
                    <a:p>
                      <a:r>
                        <a:rPr lang="de-DE" sz="1400"/>
                        <a:t>0.55</a:t>
                      </a:r>
                    </a:p>
                  </a:txBody>
                  <a:tcPr/>
                </a:tc>
                <a:tc>
                  <a:txBody>
                    <a:bodyPr/>
                    <a:lstStyle/>
                    <a:p>
                      <a:r>
                        <a:rPr lang="de-DE" sz="1400"/>
                        <a:t>0.55</a:t>
                      </a:r>
                    </a:p>
                  </a:txBody>
                  <a:tcPr/>
                </a:tc>
                <a:tc>
                  <a:txBody>
                    <a:bodyPr/>
                    <a:lstStyle/>
                    <a:p>
                      <a:r>
                        <a:rPr lang="de-DE" sz="1400"/>
                        <a:t>0.65</a:t>
                      </a:r>
                    </a:p>
                  </a:txBody>
                  <a:tcPr/>
                </a:tc>
                <a:tc>
                  <a:txBody>
                    <a:bodyPr/>
                    <a:lstStyle/>
                    <a:p>
                      <a:r>
                        <a:rPr lang="de-DE" sz="1400"/>
                        <a:t>0.65</a:t>
                      </a:r>
                    </a:p>
                  </a:txBody>
                  <a:tcPr/>
                </a:tc>
                <a:tc>
                  <a:txBody>
                    <a:bodyPr/>
                    <a:lstStyle/>
                    <a:p>
                      <a:r>
                        <a:rPr lang="de-DE" sz="1400"/>
                        <a:t>0.65</a:t>
                      </a:r>
                    </a:p>
                  </a:txBody>
                  <a:tcPr/>
                </a:tc>
                <a:tc>
                  <a:txBody>
                    <a:bodyPr/>
                    <a:lstStyle/>
                    <a:p>
                      <a:r>
                        <a:rPr lang="de-DE" sz="1400"/>
                        <a:t>0.65</a:t>
                      </a:r>
                    </a:p>
                  </a:txBody>
                  <a:tcPr/>
                </a:tc>
                <a:tc>
                  <a:txBody>
                    <a:bodyPr/>
                    <a:lstStyle/>
                    <a:p>
                      <a:pPr lvl="0">
                        <a:buNone/>
                      </a:pPr>
                      <a:r>
                        <a:rPr lang="de-DE" sz="1400"/>
                        <a:t>0.60</a:t>
                      </a:r>
                    </a:p>
                  </a:txBody>
                  <a:tcPr/>
                </a:tc>
                <a:tc>
                  <a:txBody>
                    <a:bodyPr/>
                    <a:lstStyle/>
                    <a:p>
                      <a:pPr lvl="0">
                        <a:buNone/>
                      </a:pPr>
                      <a:r>
                        <a:rPr lang="de-DE" sz="1400"/>
                        <a:t>0.70</a:t>
                      </a:r>
                    </a:p>
                  </a:txBody>
                  <a:tcPr/>
                </a:tc>
                <a:extLst>
                  <a:ext uri="{0D108BD9-81ED-4DB2-BD59-A6C34878D82A}">
                    <a16:rowId xmlns:a16="http://schemas.microsoft.com/office/drawing/2014/main" val="3187255955"/>
                  </a:ext>
                </a:extLst>
              </a:tr>
              <a:tr h="405245">
                <a:tc>
                  <a:txBody>
                    <a:bodyPr/>
                    <a:lstStyle/>
                    <a:p>
                      <a:pPr lvl="0">
                        <a:buNone/>
                      </a:pPr>
                      <a:r>
                        <a:rPr lang="de-DE" sz="1400"/>
                        <a:t>6</a:t>
                      </a:r>
                    </a:p>
                  </a:txBody>
                  <a:tcPr/>
                </a:tc>
                <a:tc>
                  <a:txBody>
                    <a:bodyPr/>
                    <a:lstStyle/>
                    <a:p>
                      <a:pPr lvl="0">
                        <a:buNone/>
                      </a:pPr>
                      <a:r>
                        <a:rPr lang="de-DE" sz="1400"/>
                        <a:t>0.97</a:t>
                      </a:r>
                    </a:p>
                  </a:txBody>
                  <a:tcPr/>
                </a:tc>
                <a:tc>
                  <a:txBody>
                    <a:bodyPr/>
                    <a:lstStyle/>
                    <a:p>
                      <a:pPr lvl="0">
                        <a:buNone/>
                      </a:pPr>
                      <a:r>
                        <a:rPr lang="de-DE" sz="1400"/>
                        <a:t>0.95</a:t>
                      </a:r>
                    </a:p>
                  </a:txBody>
                  <a:tcPr/>
                </a:tc>
                <a:tc>
                  <a:txBody>
                    <a:bodyPr/>
                    <a:lstStyle/>
                    <a:p>
                      <a:pPr lvl="0">
                        <a:buNone/>
                      </a:pPr>
                      <a:r>
                        <a:rPr lang="de-DE" sz="1400"/>
                        <a:t>0.85</a:t>
                      </a:r>
                    </a:p>
                  </a:txBody>
                  <a:tcPr/>
                </a:tc>
                <a:tc>
                  <a:txBody>
                    <a:bodyPr/>
                    <a:lstStyle/>
                    <a:p>
                      <a:pPr lvl="0">
                        <a:buNone/>
                      </a:pPr>
                      <a:r>
                        <a:rPr lang="de-DE" sz="1400"/>
                        <a:t>0.75</a:t>
                      </a:r>
                    </a:p>
                  </a:txBody>
                  <a:tcPr/>
                </a:tc>
                <a:tc>
                  <a:txBody>
                    <a:bodyPr/>
                    <a:lstStyle/>
                    <a:p>
                      <a:pPr lvl="0">
                        <a:buNone/>
                      </a:pPr>
                      <a:r>
                        <a:rPr lang="de-DE" sz="1400"/>
                        <a:t>0.70</a:t>
                      </a:r>
                    </a:p>
                  </a:txBody>
                  <a:tcPr/>
                </a:tc>
                <a:tc>
                  <a:txBody>
                    <a:bodyPr/>
                    <a:lstStyle/>
                    <a:p>
                      <a:pPr lvl="0">
                        <a:buNone/>
                      </a:pPr>
                      <a:r>
                        <a:rPr lang="de-DE" sz="1400"/>
                        <a:t>0.70</a:t>
                      </a:r>
                    </a:p>
                  </a:txBody>
                  <a:tcPr/>
                </a:tc>
                <a:tc>
                  <a:txBody>
                    <a:bodyPr/>
                    <a:lstStyle/>
                    <a:p>
                      <a:pPr lvl="0">
                        <a:buNone/>
                      </a:pPr>
                      <a:r>
                        <a:rPr lang="de-DE" sz="1400"/>
                        <a:t>0.70</a:t>
                      </a:r>
                    </a:p>
                  </a:txBody>
                  <a:tcPr/>
                </a:tc>
                <a:tc>
                  <a:txBody>
                    <a:bodyPr/>
                    <a:lstStyle/>
                    <a:p>
                      <a:pPr lvl="0">
                        <a:buNone/>
                      </a:pPr>
                      <a:r>
                        <a:rPr lang="de-DE" sz="1400"/>
                        <a:t>0.70</a:t>
                      </a:r>
                    </a:p>
                  </a:txBody>
                  <a:tcPr/>
                </a:tc>
                <a:tc>
                  <a:txBody>
                    <a:bodyPr/>
                    <a:lstStyle/>
                    <a:p>
                      <a:pPr lvl="0">
                        <a:buNone/>
                      </a:pPr>
                      <a:r>
                        <a:rPr lang="de-DE" sz="1400"/>
                        <a:t>0.70</a:t>
                      </a:r>
                    </a:p>
                  </a:txBody>
                  <a:tcPr/>
                </a:tc>
                <a:tc>
                  <a:txBody>
                    <a:bodyPr/>
                    <a:lstStyle/>
                    <a:p>
                      <a:pPr lvl="0">
                        <a:buNone/>
                      </a:pPr>
                      <a:r>
                        <a:rPr lang="de-DE" sz="1400"/>
                        <a:t>0.70</a:t>
                      </a:r>
                    </a:p>
                  </a:txBody>
                  <a:tcPr/>
                </a:tc>
                <a:tc>
                  <a:txBody>
                    <a:bodyPr/>
                    <a:lstStyle/>
                    <a:p>
                      <a:pPr lvl="0">
                        <a:buNone/>
                      </a:pPr>
                      <a:r>
                        <a:rPr lang="de-DE" sz="1400"/>
                        <a:t>0.60</a:t>
                      </a:r>
                    </a:p>
                  </a:txBody>
                  <a:tcPr/>
                </a:tc>
                <a:extLst>
                  <a:ext uri="{0D108BD9-81ED-4DB2-BD59-A6C34878D82A}">
                    <a16:rowId xmlns:a16="http://schemas.microsoft.com/office/drawing/2014/main" val="3901482368"/>
                  </a:ext>
                </a:extLst>
              </a:tr>
              <a:tr h="405245">
                <a:tc>
                  <a:txBody>
                    <a:bodyPr/>
                    <a:lstStyle/>
                    <a:p>
                      <a:pPr lvl="0">
                        <a:buNone/>
                      </a:pPr>
                      <a:r>
                        <a:rPr lang="de-DE" sz="1400"/>
                        <a:t>13</a:t>
                      </a:r>
                    </a:p>
                  </a:txBody>
                  <a:tcPr/>
                </a:tc>
                <a:tc>
                  <a:txBody>
                    <a:bodyPr/>
                    <a:lstStyle/>
                    <a:p>
                      <a:pPr lvl="0">
                        <a:buNone/>
                      </a:pPr>
                      <a:r>
                        <a:rPr lang="de-DE" sz="1400"/>
                        <a:t>0.92</a:t>
                      </a:r>
                    </a:p>
                  </a:txBody>
                  <a:tcPr/>
                </a:tc>
                <a:tc>
                  <a:txBody>
                    <a:bodyPr/>
                    <a:lstStyle/>
                    <a:p>
                      <a:pPr lvl="0">
                        <a:buNone/>
                      </a:pPr>
                      <a:r>
                        <a:rPr lang="de-DE" sz="1400"/>
                        <a:t>0.89</a:t>
                      </a:r>
                    </a:p>
                  </a:txBody>
                  <a:tcPr/>
                </a:tc>
                <a:tc>
                  <a:txBody>
                    <a:bodyPr/>
                    <a:lstStyle/>
                    <a:p>
                      <a:pPr lvl="0">
                        <a:buNone/>
                      </a:pPr>
                      <a:r>
                        <a:rPr lang="de-DE" sz="1400"/>
                        <a:t>0.88</a:t>
                      </a:r>
                    </a:p>
                  </a:txBody>
                  <a:tcPr/>
                </a:tc>
                <a:tc>
                  <a:txBody>
                    <a:bodyPr/>
                    <a:lstStyle/>
                    <a:p>
                      <a:pPr lvl="0">
                        <a:buNone/>
                      </a:pPr>
                      <a:r>
                        <a:rPr lang="de-DE" sz="1400"/>
                        <a:t>0.70</a:t>
                      </a:r>
                    </a:p>
                  </a:txBody>
                  <a:tcPr/>
                </a:tc>
                <a:tc>
                  <a:txBody>
                    <a:bodyPr/>
                    <a:lstStyle/>
                    <a:p>
                      <a:pPr lvl="0">
                        <a:buNone/>
                      </a:pPr>
                      <a:r>
                        <a:rPr lang="de-DE" sz="1400"/>
                        <a:t>0.65</a:t>
                      </a:r>
                    </a:p>
                  </a:txBody>
                  <a:tcPr/>
                </a:tc>
                <a:tc>
                  <a:txBody>
                    <a:bodyPr/>
                    <a:lstStyle/>
                    <a:p>
                      <a:pPr lvl="0">
                        <a:buNone/>
                      </a:pPr>
                      <a:r>
                        <a:rPr lang="de-DE" sz="1400"/>
                        <a:t>0.60</a:t>
                      </a:r>
                    </a:p>
                  </a:txBody>
                  <a:tcPr/>
                </a:tc>
                <a:tc>
                  <a:txBody>
                    <a:bodyPr/>
                    <a:lstStyle/>
                    <a:p>
                      <a:pPr lvl="0">
                        <a:buNone/>
                      </a:pPr>
                      <a:r>
                        <a:rPr lang="de-DE" sz="1400"/>
                        <a:t>0.55</a:t>
                      </a:r>
                    </a:p>
                  </a:txBody>
                  <a:tcPr/>
                </a:tc>
                <a:tc>
                  <a:txBody>
                    <a:bodyPr/>
                    <a:lstStyle/>
                    <a:p>
                      <a:pPr lvl="0">
                        <a:buNone/>
                      </a:pPr>
                      <a:r>
                        <a:rPr lang="de-DE" sz="1400"/>
                        <a:t>0.50</a:t>
                      </a:r>
                    </a:p>
                  </a:txBody>
                  <a:tcPr/>
                </a:tc>
                <a:tc>
                  <a:txBody>
                    <a:bodyPr/>
                    <a:lstStyle/>
                    <a:p>
                      <a:pPr lvl="0">
                        <a:buNone/>
                      </a:pPr>
                      <a:r>
                        <a:rPr lang="de-DE" sz="1400"/>
                        <a:t>0.45</a:t>
                      </a:r>
                    </a:p>
                  </a:txBody>
                  <a:tcPr/>
                </a:tc>
                <a:tc>
                  <a:txBody>
                    <a:bodyPr/>
                    <a:lstStyle/>
                    <a:p>
                      <a:pPr lvl="0">
                        <a:buNone/>
                      </a:pPr>
                      <a:r>
                        <a:rPr lang="de-DE" sz="1400"/>
                        <a:t>0.45</a:t>
                      </a:r>
                    </a:p>
                  </a:txBody>
                  <a:tcPr/>
                </a:tc>
                <a:tc>
                  <a:txBody>
                    <a:bodyPr/>
                    <a:lstStyle/>
                    <a:p>
                      <a:pPr lvl="0">
                        <a:buNone/>
                      </a:pPr>
                      <a:r>
                        <a:rPr lang="de-DE" sz="1400"/>
                        <a:t>0.40</a:t>
                      </a:r>
                    </a:p>
                  </a:txBody>
                  <a:tcPr/>
                </a:tc>
                <a:extLst>
                  <a:ext uri="{0D108BD9-81ED-4DB2-BD59-A6C34878D82A}">
                    <a16:rowId xmlns:a16="http://schemas.microsoft.com/office/drawing/2014/main" val="1382547422"/>
                  </a:ext>
                </a:extLst>
              </a:tr>
              <a:tr h="405245">
                <a:tc>
                  <a:txBody>
                    <a:bodyPr/>
                    <a:lstStyle/>
                    <a:p>
                      <a:pPr lvl="0">
                        <a:buNone/>
                      </a:pPr>
                      <a:r>
                        <a:rPr lang="de-DE" sz="1400"/>
                        <a:t>15</a:t>
                      </a:r>
                    </a:p>
                  </a:txBody>
                  <a:tcPr/>
                </a:tc>
                <a:tc>
                  <a:txBody>
                    <a:bodyPr/>
                    <a:lstStyle/>
                    <a:p>
                      <a:pPr lvl="0">
                        <a:buNone/>
                      </a:pPr>
                      <a:r>
                        <a:rPr lang="de-DE" sz="1400"/>
                        <a:t>0.95</a:t>
                      </a:r>
                    </a:p>
                  </a:txBody>
                  <a:tcPr/>
                </a:tc>
                <a:tc>
                  <a:txBody>
                    <a:bodyPr/>
                    <a:lstStyle/>
                    <a:p>
                      <a:pPr lvl="0">
                        <a:buNone/>
                      </a:pPr>
                      <a:r>
                        <a:rPr lang="de-DE" sz="1400"/>
                        <a:t>0.90</a:t>
                      </a:r>
                    </a:p>
                  </a:txBody>
                  <a:tcPr/>
                </a:tc>
                <a:tc>
                  <a:txBody>
                    <a:bodyPr/>
                    <a:lstStyle/>
                    <a:p>
                      <a:pPr lvl="0">
                        <a:buNone/>
                      </a:pPr>
                      <a:r>
                        <a:rPr lang="de-DE" sz="1400"/>
                        <a:t>0.25</a:t>
                      </a:r>
                    </a:p>
                  </a:txBody>
                  <a:tcPr/>
                </a:tc>
                <a:tc>
                  <a:txBody>
                    <a:bodyPr/>
                    <a:lstStyle/>
                    <a:p>
                      <a:pPr lvl="0">
                        <a:buNone/>
                      </a:pPr>
                      <a:r>
                        <a:rPr lang="de-DE" sz="1400"/>
                        <a:t>0.10</a:t>
                      </a:r>
                    </a:p>
                  </a:txBody>
                  <a:tcPr/>
                </a:tc>
                <a:tc>
                  <a:txBody>
                    <a:bodyPr/>
                    <a:lstStyle/>
                    <a:p>
                      <a:pPr lvl="0">
                        <a:buNone/>
                      </a:pPr>
                      <a:r>
                        <a:rPr lang="de-DE" sz="1400"/>
                        <a:t>0.10</a:t>
                      </a:r>
                    </a:p>
                  </a:txBody>
                  <a:tcPr/>
                </a:tc>
                <a:tc>
                  <a:txBody>
                    <a:bodyPr/>
                    <a:lstStyle/>
                    <a:p>
                      <a:pPr lvl="0">
                        <a:buNone/>
                      </a:pPr>
                      <a:r>
                        <a:rPr lang="de-DE" sz="1400"/>
                        <a:t>0.15</a:t>
                      </a:r>
                    </a:p>
                  </a:txBody>
                  <a:tcPr/>
                </a:tc>
                <a:tc>
                  <a:txBody>
                    <a:bodyPr/>
                    <a:lstStyle/>
                    <a:p>
                      <a:pPr lvl="0">
                        <a:buNone/>
                      </a:pPr>
                      <a:r>
                        <a:rPr lang="de-DE" sz="1400"/>
                        <a:t>0.15</a:t>
                      </a:r>
                    </a:p>
                  </a:txBody>
                  <a:tcPr/>
                </a:tc>
                <a:tc>
                  <a:txBody>
                    <a:bodyPr/>
                    <a:lstStyle/>
                    <a:p>
                      <a:pPr lvl="0">
                        <a:buNone/>
                      </a:pPr>
                      <a:r>
                        <a:rPr lang="de-DE" sz="1400"/>
                        <a:t>0.15</a:t>
                      </a:r>
                    </a:p>
                  </a:txBody>
                  <a:tcPr/>
                </a:tc>
                <a:tc>
                  <a:txBody>
                    <a:bodyPr/>
                    <a:lstStyle/>
                    <a:p>
                      <a:pPr lvl="0">
                        <a:buNone/>
                      </a:pPr>
                      <a:r>
                        <a:rPr lang="de-DE" sz="1400"/>
                        <a:t>0.15</a:t>
                      </a:r>
                    </a:p>
                  </a:txBody>
                  <a:tcPr/>
                </a:tc>
                <a:tc>
                  <a:txBody>
                    <a:bodyPr/>
                    <a:lstStyle/>
                    <a:p>
                      <a:pPr lvl="0">
                        <a:buNone/>
                      </a:pPr>
                      <a:r>
                        <a:rPr lang="de-DE" sz="1400"/>
                        <a:t>0.10</a:t>
                      </a:r>
                    </a:p>
                  </a:txBody>
                  <a:tcPr/>
                </a:tc>
                <a:tc>
                  <a:txBody>
                    <a:bodyPr/>
                    <a:lstStyle/>
                    <a:p>
                      <a:pPr lvl="0">
                        <a:buNone/>
                      </a:pPr>
                      <a:r>
                        <a:rPr lang="de-DE" sz="1400"/>
                        <a:t>0.30</a:t>
                      </a:r>
                    </a:p>
                  </a:txBody>
                  <a:tcPr/>
                </a:tc>
                <a:extLst>
                  <a:ext uri="{0D108BD9-81ED-4DB2-BD59-A6C34878D82A}">
                    <a16:rowId xmlns:a16="http://schemas.microsoft.com/office/drawing/2014/main" val="1599548848"/>
                  </a:ext>
                </a:extLst>
              </a:tr>
            </a:tbl>
          </a:graphicData>
        </a:graphic>
      </p:graphicFrame>
      <p:graphicFrame>
        <p:nvGraphicFramePr>
          <p:cNvPr id="6" name="Tabelle 5">
            <a:extLst>
              <a:ext uri="{FF2B5EF4-FFF2-40B4-BE49-F238E27FC236}">
                <a16:creationId xmlns:a16="http://schemas.microsoft.com/office/drawing/2014/main" id="{27931710-E05E-DC72-9D50-501C1CCE07F4}"/>
              </a:ext>
            </a:extLst>
          </p:cNvPr>
          <p:cNvGraphicFramePr>
            <a:graphicFrameLocks noGrp="1"/>
          </p:cNvGraphicFramePr>
          <p:nvPr>
            <p:extLst>
              <p:ext uri="{D42A27DB-BD31-4B8C-83A1-F6EECF244321}">
                <p14:modId xmlns:p14="http://schemas.microsoft.com/office/powerpoint/2010/main" val="182166772"/>
              </p:ext>
            </p:extLst>
          </p:nvPr>
        </p:nvGraphicFramePr>
        <p:xfrm>
          <a:off x="288607" y="4742561"/>
          <a:ext cx="8571408" cy="3225795"/>
        </p:xfrm>
        <a:graphic>
          <a:graphicData uri="http://schemas.openxmlformats.org/drawingml/2006/table">
            <a:tbl>
              <a:tblPr firstRow="1" bandRow="1">
                <a:tableStyleId>{5C22544A-7EE6-4342-B048-85BDC9FD1C3A}</a:tableStyleId>
              </a:tblPr>
              <a:tblGrid>
                <a:gridCol w="714284">
                  <a:extLst>
                    <a:ext uri="{9D8B030D-6E8A-4147-A177-3AD203B41FA5}">
                      <a16:colId xmlns:a16="http://schemas.microsoft.com/office/drawing/2014/main" val="894150566"/>
                    </a:ext>
                  </a:extLst>
                </a:gridCol>
                <a:gridCol w="714284">
                  <a:extLst>
                    <a:ext uri="{9D8B030D-6E8A-4147-A177-3AD203B41FA5}">
                      <a16:colId xmlns:a16="http://schemas.microsoft.com/office/drawing/2014/main" val="4010572092"/>
                    </a:ext>
                  </a:extLst>
                </a:gridCol>
                <a:gridCol w="714284">
                  <a:extLst>
                    <a:ext uri="{9D8B030D-6E8A-4147-A177-3AD203B41FA5}">
                      <a16:colId xmlns:a16="http://schemas.microsoft.com/office/drawing/2014/main" val="3271437378"/>
                    </a:ext>
                  </a:extLst>
                </a:gridCol>
                <a:gridCol w="714284">
                  <a:extLst>
                    <a:ext uri="{9D8B030D-6E8A-4147-A177-3AD203B41FA5}">
                      <a16:colId xmlns:a16="http://schemas.microsoft.com/office/drawing/2014/main" val="3580078458"/>
                    </a:ext>
                  </a:extLst>
                </a:gridCol>
                <a:gridCol w="714284">
                  <a:extLst>
                    <a:ext uri="{9D8B030D-6E8A-4147-A177-3AD203B41FA5}">
                      <a16:colId xmlns:a16="http://schemas.microsoft.com/office/drawing/2014/main" val="2224828075"/>
                    </a:ext>
                  </a:extLst>
                </a:gridCol>
                <a:gridCol w="714284">
                  <a:extLst>
                    <a:ext uri="{9D8B030D-6E8A-4147-A177-3AD203B41FA5}">
                      <a16:colId xmlns:a16="http://schemas.microsoft.com/office/drawing/2014/main" val="3053313761"/>
                    </a:ext>
                  </a:extLst>
                </a:gridCol>
                <a:gridCol w="714284">
                  <a:extLst>
                    <a:ext uri="{9D8B030D-6E8A-4147-A177-3AD203B41FA5}">
                      <a16:colId xmlns:a16="http://schemas.microsoft.com/office/drawing/2014/main" val="2014364257"/>
                    </a:ext>
                  </a:extLst>
                </a:gridCol>
                <a:gridCol w="714284">
                  <a:extLst>
                    <a:ext uri="{9D8B030D-6E8A-4147-A177-3AD203B41FA5}">
                      <a16:colId xmlns:a16="http://schemas.microsoft.com/office/drawing/2014/main" val="1831583623"/>
                    </a:ext>
                  </a:extLst>
                </a:gridCol>
                <a:gridCol w="714284">
                  <a:extLst>
                    <a:ext uri="{9D8B030D-6E8A-4147-A177-3AD203B41FA5}">
                      <a16:colId xmlns:a16="http://schemas.microsoft.com/office/drawing/2014/main" val="3705079698"/>
                    </a:ext>
                  </a:extLst>
                </a:gridCol>
                <a:gridCol w="714284">
                  <a:extLst>
                    <a:ext uri="{9D8B030D-6E8A-4147-A177-3AD203B41FA5}">
                      <a16:colId xmlns:a16="http://schemas.microsoft.com/office/drawing/2014/main" val="2293653269"/>
                    </a:ext>
                  </a:extLst>
                </a:gridCol>
                <a:gridCol w="714284">
                  <a:extLst>
                    <a:ext uri="{9D8B030D-6E8A-4147-A177-3AD203B41FA5}">
                      <a16:colId xmlns:a16="http://schemas.microsoft.com/office/drawing/2014/main" val="511868558"/>
                    </a:ext>
                  </a:extLst>
                </a:gridCol>
                <a:gridCol w="714284">
                  <a:extLst>
                    <a:ext uri="{9D8B030D-6E8A-4147-A177-3AD203B41FA5}">
                      <a16:colId xmlns:a16="http://schemas.microsoft.com/office/drawing/2014/main" val="549178337"/>
                    </a:ext>
                  </a:extLst>
                </a:gridCol>
              </a:tblGrid>
              <a:tr h="370840">
                <a:tc>
                  <a:txBody>
                    <a:bodyPr/>
                    <a:lstStyle/>
                    <a:p>
                      <a:pPr marL="0" lvl="0" indent="0" algn="l">
                        <a:lnSpc>
                          <a:spcPct val="100000"/>
                        </a:lnSpc>
                        <a:buNone/>
                      </a:pPr>
                      <a:r>
                        <a:rPr lang="de-DE" sz="1400" b="1" i="0" u="none" strike="noStrike" baseline="0" noProof="0" err="1">
                          <a:solidFill>
                            <a:srgbClr val="FFFFFF"/>
                          </a:solidFill>
                          <a:latin typeface="Arial"/>
                          <a:cs typeface="Arial"/>
                        </a:rPr>
                        <a:t>public_lighting_kW</a:t>
                      </a:r>
                      <a:endParaRPr lang="de-DE" sz="1400" err="1"/>
                    </a:p>
                    <a:p>
                      <a:pPr lvl="0">
                        <a:buNone/>
                      </a:pPr>
                      <a:endParaRPr lang="de-DE" sz="1400"/>
                    </a:p>
                  </a:txBody>
                  <a:tcPr/>
                </a:tc>
                <a:tc>
                  <a:txBody>
                    <a:bodyPr/>
                    <a:lstStyle/>
                    <a:p>
                      <a:pPr marL="0" lvl="0" indent="0" algn="l">
                        <a:lnSpc>
                          <a:spcPct val="100000"/>
                        </a:lnSpc>
                        <a:buNone/>
                      </a:pPr>
                      <a:r>
                        <a:rPr lang="de-DE" sz="1400" b="1" i="0" u="none" strike="noStrike" baseline="0" noProof="0" err="1">
                          <a:solidFill>
                            <a:srgbClr val="FFFFFF"/>
                          </a:solidFill>
                          <a:latin typeface="Arial"/>
                          <a:cs typeface="Arial"/>
                        </a:rPr>
                        <a:t>other_consumers_kW</a:t>
                      </a:r>
                      <a:endParaRPr lang="de-DE" err="1"/>
                    </a:p>
                    <a:p>
                      <a:pPr lvl="0">
                        <a:buNone/>
                      </a:pPr>
                      <a:endParaRPr lang="de-DE" sz="1400"/>
                    </a:p>
                  </a:txBody>
                  <a:tcPr/>
                </a:tc>
                <a:tc>
                  <a:txBody>
                    <a:bodyPr/>
                    <a:lstStyle/>
                    <a:p>
                      <a:pPr marL="0" lvl="0" indent="0" algn="l">
                        <a:lnSpc>
                          <a:spcPct val="100000"/>
                        </a:lnSpc>
                        <a:buNone/>
                      </a:pPr>
                      <a:r>
                        <a:rPr lang="de-DE" sz="1400" b="1" i="0" u="none" strike="noStrike" baseline="0" noProof="0" err="1">
                          <a:solidFill>
                            <a:srgbClr val="FFFFFF"/>
                          </a:solidFill>
                          <a:latin typeface="Arial"/>
                          <a:cs typeface="Arial"/>
                        </a:rPr>
                        <a:t>batteries_kW</a:t>
                      </a:r>
                      <a:endParaRPr lang="de-DE" err="1"/>
                    </a:p>
                    <a:p>
                      <a:pPr lvl="0">
                        <a:buNone/>
                      </a:pPr>
                      <a:endParaRPr lang="de-DE" sz="1400"/>
                    </a:p>
                  </a:txBody>
                  <a:tcPr/>
                </a:tc>
                <a:tc>
                  <a:txBody>
                    <a:bodyPr/>
                    <a:lstStyle/>
                    <a:p>
                      <a:pPr marL="0" lvl="0" indent="0" algn="l">
                        <a:lnSpc>
                          <a:spcPct val="100000"/>
                        </a:lnSpc>
                        <a:buNone/>
                      </a:pPr>
                      <a:r>
                        <a:rPr lang="de-DE" sz="1400" b="1" i="0" u="none" strike="noStrike" baseline="0" noProof="0" err="1">
                          <a:solidFill>
                            <a:srgbClr val="FFFFFF"/>
                          </a:solidFill>
                          <a:latin typeface="Arial"/>
                          <a:cs typeface="Arial"/>
                        </a:rPr>
                        <a:t>PV_systems_kW</a:t>
                      </a:r>
                      <a:endParaRPr lang="de-DE" err="1"/>
                    </a:p>
                    <a:p>
                      <a:pPr lvl="0">
                        <a:buNone/>
                      </a:pPr>
                      <a:endParaRPr lang="de-DE" sz="1400"/>
                    </a:p>
                  </a:txBody>
                  <a:tcPr/>
                </a:tc>
                <a:tc>
                  <a:txBody>
                    <a:bodyPr/>
                    <a:lstStyle/>
                    <a:p>
                      <a:pPr marL="0" lvl="0" indent="0" algn="l">
                        <a:lnSpc>
                          <a:spcPct val="100000"/>
                        </a:lnSpc>
                        <a:buNone/>
                      </a:pPr>
                      <a:r>
                        <a:rPr lang="de-DE" sz="1400" b="1" i="0" u="none" strike="noStrike" baseline="0" noProof="0" err="1">
                          <a:solidFill>
                            <a:srgbClr val="FFFFFF"/>
                          </a:solidFill>
                          <a:latin typeface="Arial"/>
                          <a:cs typeface="Arial"/>
                        </a:rPr>
                        <a:t>chp_kW</a:t>
                      </a:r>
                      <a:endParaRPr lang="de-DE" err="1"/>
                    </a:p>
                    <a:p>
                      <a:pPr lvl="0">
                        <a:buNone/>
                      </a:pPr>
                      <a:endParaRPr lang="de-DE" sz="1400"/>
                    </a:p>
                  </a:txBody>
                  <a:tcPr/>
                </a:tc>
                <a:tc>
                  <a:txBody>
                    <a:bodyPr/>
                    <a:lstStyle/>
                    <a:p>
                      <a:pPr marL="0" lvl="0" indent="0" algn="l">
                        <a:lnSpc>
                          <a:spcPct val="100000"/>
                        </a:lnSpc>
                        <a:buNone/>
                      </a:pPr>
                      <a:r>
                        <a:rPr lang="de-DE" sz="1400" b="1" i="0" u="none" strike="noStrike" baseline="0" noProof="0">
                          <a:solidFill>
                            <a:srgbClr val="FFFFFF"/>
                          </a:solidFill>
                          <a:latin typeface="Arial"/>
                          <a:cs typeface="Arial"/>
                        </a:rPr>
                        <a:t>g0_general_kWh</a:t>
                      </a:r>
                      <a:endParaRPr lang="de-DE"/>
                    </a:p>
                    <a:p>
                      <a:pPr lvl="0">
                        <a:buNone/>
                      </a:pPr>
                      <a:endParaRPr lang="de-DE" sz="1400"/>
                    </a:p>
                  </a:txBody>
                  <a:tcPr/>
                </a:tc>
                <a:tc>
                  <a:txBody>
                    <a:bodyPr/>
                    <a:lstStyle/>
                    <a:p>
                      <a:pPr marL="0" lvl="0" indent="0" algn="l">
                        <a:lnSpc>
                          <a:spcPct val="100000"/>
                        </a:lnSpc>
                        <a:buNone/>
                      </a:pPr>
                      <a:r>
                        <a:rPr lang="de-DE" sz="1400" b="1" i="0" u="none" strike="noStrike" baseline="0" noProof="0">
                          <a:solidFill>
                            <a:srgbClr val="FFFFFF"/>
                          </a:solidFill>
                          <a:latin typeface="Arial"/>
                          <a:cs typeface="Arial"/>
                        </a:rPr>
                        <a:t>g1_workdays_kWh</a:t>
                      </a:r>
                      <a:endParaRPr lang="de-DE"/>
                    </a:p>
                    <a:p>
                      <a:pPr lvl="0">
                        <a:buNone/>
                      </a:pPr>
                      <a:endParaRPr lang="de-DE" sz="1400"/>
                    </a:p>
                  </a:txBody>
                  <a:tcPr/>
                </a:tc>
                <a:tc>
                  <a:txBody>
                    <a:bodyPr/>
                    <a:lstStyle/>
                    <a:p>
                      <a:pPr marL="0" lvl="0" indent="0" algn="l">
                        <a:lnSpc>
                          <a:spcPct val="100000"/>
                        </a:lnSpc>
                        <a:buNone/>
                      </a:pPr>
                      <a:r>
                        <a:rPr lang="de-DE" sz="1400" b="1" i="0" u="none" strike="noStrike" baseline="0" noProof="0">
                          <a:solidFill>
                            <a:srgbClr val="FFFFFF"/>
                          </a:solidFill>
                          <a:latin typeface="Arial"/>
                          <a:cs typeface="Arial"/>
                        </a:rPr>
                        <a:t>g2_evening_kWh</a:t>
                      </a:r>
                      <a:endParaRPr lang="de-DE"/>
                    </a:p>
                    <a:p>
                      <a:pPr lvl="0">
                        <a:buNone/>
                      </a:pPr>
                      <a:endParaRPr lang="de-DE" sz="1400"/>
                    </a:p>
                  </a:txBody>
                  <a:tcPr/>
                </a:tc>
                <a:tc>
                  <a:txBody>
                    <a:bodyPr/>
                    <a:lstStyle/>
                    <a:p>
                      <a:pPr marL="0" lvl="0" indent="0" algn="l">
                        <a:lnSpc>
                          <a:spcPct val="100000"/>
                        </a:lnSpc>
                        <a:buNone/>
                      </a:pPr>
                      <a:r>
                        <a:rPr lang="de-DE" sz="1400" b="1" i="0" u="none" strike="noStrike" baseline="0" noProof="0">
                          <a:solidFill>
                            <a:srgbClr val="FFFFFF"/>
                          </a:solidFill>
                          <a:latin typeface="Arial"/>
                          <a:cs typeface="Arial"/>
                        </a:rPr>
                        <a:t>g3_continuous_kWh</a:t>
                      </a:r>
                      <a:endParaRPr lang="de-DE"/>
                    </a:p>
                    <a:p>
                      <a:pPr lvl="0">
                        <a:buNone/>
                      </a:pPr>
                      <a:endParaRPr lang="de-DE" sz="1400"/>
                    </a:p>
                  </a:txBody>
                  <a:tcPr/>
                </a:tc>
                <a:tc>
                  <a:txBody>
                    <a:bodyPr/>
                    <a:lstStyle/>
                    <a:p>
                      <a:pPr marL="0" lvl="0" indent="0" algn="l">
                        <a:lnSpc>
                          <a:spcPct val="100000"/>
                        </a:lnSpc>
                        <a:buNone/>
                      </a:pPr>
                      <a:r>
                        <a:rPr lang="de-DE" sz="1400" b="1" i="0" u="none" strike="noStrike" baseline="0" noProof="0">
                          <a:solidFill>
                            <a:srgbClr val="FFFFFF"/>
                          </a:solidFill>
                          <a:latin typeface="Arial"/>
                          <a:cs typeface="Arial"/>
                        </a:rPr>
                        <a:t>g4_shop_hairdresser_kWh</a:t>
                      </a:r>
                      <a:endParaRPr lang="de-DE"/>
                    </a:p>
                    <a:p>
                      <a:pPr lvl="0">
                        <a:buNone/>
                      </a:pPr>
                      <a:endParaRPr lang="de-DE" sz="1400"/>
                    </a:p>
                  </a:txBody>
                  <a:tcPr/>
                </a:tc>
                <a:tc>
                  <a:txBody>
                    <a:bodyPr/>
                    <a:lstStyle/>
                    <a:p>
                      <a:pPr marL="0" lvl="0" indent="0" algn="l">
                        <a:lnSpc>
                          <a:spcPct val="100000"/>
                        </a:lnSpc>
                        <a:buNone/>
                      </a:pPr>
                      <a:r>
                        <a:rPr lang="de-DE" sz="1400" b="1" i="0" u="none" strike="noStrike" baseline="0" noProof="0">
                          <a:solidFill>
                            <a:srgbClr val="FFFFFF"/>
                          </a:solidFill>
                          <a:latin typeface="Arial"/>
                          <a:cs typeface="Arial"/>
                        </a:rPr>
                        <a:t>g5_bakery_kWh</a:t>
                      </a:r>
                      <a:endParaRPr lang="de-DE"/>
                    </a:p>
                    <a:p>
                      <a:pPr lvl="0">
                        <a:buNone/>
                      </a:pPr>
                      <a:endParaRPr lang="de-DE" sz="1400"/>
                    </a:p>
                  </a:txBody>
                  <a:tcPr/>
                </a:tc>
                <a:tc>
                  <a:txBody>
                    <a:bodyPr/>
                    <a:lstStyle/>
                    <a:p>
                      <a:pPr marL="0" lvl="0" indent="0" algn="l">
                        <a:lnSpc>
                          <a:spcPct val="100000"/>
                        </a:lnSpc>
                        <a:buNone/>
                      </a:pPr>
                      <a:r>
                        <a:rPr lang="de-DE" sz="1400" b="1" i="0" u="none" strike="noStrike" baseline="0" noProof="0">
                          <a:solidFill>
                            <a:srgbClr val="FFFFFF"/>
                          </a:solidFill>
                          <a:latin typeface="Arial"/>
                          <a:cs typeface="Arial"/>
                        </a:rPr>
                        <a:t>g6_weekend_kWh</a:t>
                      </a:r>
                      <a:endParaRPr lang="de-DE"/>
                    </a:p>
                    <a:p>
                      <a:pPr lvl="0">
                        <a:buNone/>
                      </a:pPr>
                      <a:endParaRPr lang="de-DE" sz="1400"/>
                    </a:p>
                  </a:txBody>
                  <a:tcPr/>
                </a:tc>
                <a:extLst>
                  <a:ext uri="{0D108BD9-81ED-4DB2-BD59-A6C34878D82A}">
                    <a16:rowId xmlns:a16="http://schemas.microsoft.com/office/drawing/2014/main" val="4084541425"/>
                  </a:ext>
                </a:extLst>
              </a:tr>
              <a:tr h="370840">
                <a:tc>
                  <a:txBody>
                    <a:bodyPr/>
                    <a:lstStyle/>
                    <a:p>
                      <a:r>
                        <a:rPr lang="de-DE" sz="1400"/>
                        <a:t>0.69</a:t>
                      </a:r>
                    </a:p>
                  </a:txBody>
                  <a:tcPr/>
                </a:tc>
                <a:tc>
                  <a:txBody>
                    <a:bodyPr/>
                    <a:lstStyle/>
                    <a:p>
                      <a:r>
                        <a:rPr lang="de-DE" sz="1400"/>
                        <a:t>0.68</a:t>
                      </a:r>
                    </a:p>
                  </a:txBody>
                  <a:tcPr/>
                </a:tc>
                <a:tc>
                  <a:txBody>
                    <a:bodyPr/>
                    <a:lstStyle/>
                    <a:p>
                      <a:r>
                        <a:rPr lang="de-DE" sz="1400"/>
                        <a:t>0.73</a:t>
                      </a:r>
                    </a:p>
                  </a:txBody>
                  <a:tcPr/>
                </a:tc>
                <a:tc>
                  <a:txBody>
                    <a:bodyPr/>
                    <a:lstStyle/>
                    <a:p>
                      <a:r>
                        <a:rPr lang="de-DE" sz="1400"/>
                        <a:t>0.77</a:t>
                      </a:r>
                    </a:p>
                  </a:txBody>
                  <a:tcPr/>
                </a:tc>
                <a:tc>
                  <a:txBody>
                    <a:bodyPr/>
                    <a:lstStyle/>
                    <a:p>
                      <a:r>
                        <a:rPr lang="de-DE" sz="1400"/>
                        <a:t>0.70</a:t>
                      </a:r>
                    </a:p>
                  </a:txBody>
                  <a:tcPr/>
                </a:tc>
                <a:tc>
                  <a:txBody>
                    <a:bodyPr/>
                    <a:lstStyle/>
                    <a:p>
                      <a:r>
                        <a:rPr lang="de-DE" sz="1400"/>
                        <a:t>0.85</a:t>
                      </a:r>
                    </a:p>
                  </a:txBody>
                  <a:tcPr/>
                </a:tc>
                <a:tc>
                  <a:txBody>
                    <a:bodyPr/>
                    <a:lstStyle/>
                    <a:p>
                      <a:r>
                        <a:rPr lang="de-DE" sz="1400"/>
                        <a:t>0.84</a:t>
                      </a:r>
                    </a:p>
                  </a:txBody>
                  <a:tcPr/>
                </a:tc>
                <a:tc>
                  <a:txBody>
                    <a:bodyPr/>
                    <a:lstStyle/>
                    <a:p>
                      <a:r>
                        <a:rPr lang="de-DE" sz="1400"/>
                        <a:t>0.83</a:t>
                      </a:r>
                    </a:p>
                  </a:txBody>
                  <a:tcPr/>
                </a:tc>
                <a:tc>
                  <a:txBody>
                    <a:bodyPr/>
                    <a:lstStyle/>
                    <a:p>
                      <a:r>
                        <a:rPr lang="de-DE" sz="1400"/>
                        <a:t>0.82</a:t>
                      </a:r>
                    </a:p>
                  </a:txBody>
                  <a:tcPr/>
                </a:tc>
                <a:tc>
                  <a:txBody>
                    <a:bodyPr/>
                    <a:lstStyle/>
                    <a:p>
                      <a:r>
                        <a:rPr lang="de-DE" sz="1400"/>
                        <a:t>0.80</a:t>
                      </a:r>
                    </a:p>
                  </a:txBody>
                  <a:tcPr/>
                </a:tc>
                <a:tc>
                  <a:txBody>
                    <a:bodyPr/>
                    <a:lstStyle/>
                    <a:p>
                      <a:pPr lvl="0">
                        <a:buNone/>
                      </a:pPr>
                      <a:r>
                        <a:rPr lang="de-DE" sz="1400"/>
                        <a:t>0.78</a:t>
                      </a:r>
                    </a:p>
                  </a:txBody>
                  <a:tcPr/>
                </a:tc>
                <a:tc>
                  <a:txBody>
                    <a:bodyPr/>
                    <a:lstStyle/>
                    <a:p>
                      <a:pPr lvl="0">
                        <a:buNone/>
                      </a:pPr>
                      <a:r>
                        <a:rPr lang="de-DE" sz="1400"/>
                        <a:t>0.81</a:t>
                      </a:r>
                    </a:p>
                  </a:txBody>
                  <a:tcPr/>
                </a:tc>
                <a:extLst>
                  <a:ext uri="{0D108BD9-81ED-4DB2-BD59-A6C34878D82A}">
                    <a16:rowId xmlns:a16="http://schemas.microsoft.com/office/drawing/2014/main" val="4198767"/>
                  </a:ext>
                </a:extLst>
              </a:tr>
              <a:tr h="370840">
                <a:tc>
                  <a:txBody>
                    <a:bodyPr/>
                    <a:lstStyle/>
                    <a:p>
                      <a:r>
                        <a:rPr lang="de-DE" sz="1400"/>
                        <a:t>0.60</a:t>
                      </a:r>
                    </a:p>
                  </a:txBody>
                  <a:tcPr/>
                </a:tc>
                <a:tc>
                  <a:txBody>
                    <a:bodyPr/>
                    <a:lstStyle/>
                    <a:p>
                      <a:r>
                        <a:rPr lang="de-DE" sz="1400"/>
                        <a:t>0.60</a:t>
                      </a:r>
                    </a:p>
                  </a:txBody>
                  <a:tcPr/>
                </a:tc>
                <a:tc>
                  <a:txBody>
                    <a:bodyPr/>
                    <a:lstStyle/>
                    <a:p>
                      <a:r>
                        <a:rPr lang="de-DE" sz="1400"/>
                        <a:t>0.70</a:t>
                      </a:r>
                    </a:p>
                  </a:txBody>
                  <a:tcPr/>
                </a:tc>
                <a:tc>
                  <a:txBody>
                    <a:bodyPr/>
                    <a:lstStyle/>
                    <a:p>
                      <a:r>
                        <a:rPr lang="de-DE" sz="1400"/>
                        <a:t>0.70</a:t>
                      </a:r>
                    </a:p>
                  </a:txBody>
                  <a:tcPr/>
                </a:tc>
                <a:tc>
                  <a:txBody>
                    <a:bodyPr/>
                    <a:lstStyle/>
                    <a:p>
                      <a:r>
                        <a:rPr lang="de-DE" sz="1400"/>
                        <a:t>0.60</a:t>
                      </a:r>
                    </a:p>
                  </a:txBody>
                  <a:tcPr/>
                </a:tc>
                <a:tc>
                  <a:txBody>
                    <a:bodyPr/>
                    <a:lstStyle/>
                    <a:p>
                      <a:r>
                        <a:rPr lang="de-DE" sz="1400"/>
                        <a:t>0.90</a:t>
                      </a:r>
                    </a:p>
                  </a:txBody>
                  <a:tcPr/>
                </a:tc>
                <a:tc>
                  <a:txBody>
                    <a:bodyPr/>
                    <a:lstStyle/>
                    <a:p>
                      <a:r>
                        <a:rPr lang="de-DE" sz="1400"/>
                        <a:t>0.90</a:t>
                      </a:r>
                    </a:p>
                  </a:txBody>
                  <a:tcPr/>
                </a:tc>
                <a:tc>
                  <a:txBody>
                    <a:bodyPr/>
                    <a:lstStyle/>
                    <a:p>
                      <a:r>
                        <a:rPr lang="de-DE" sz="1400"/>
                        <a:t>0.90</a:t>
                      </a:r>
                    </a:p>
                  </a:txBody>
                  <a:tcPr/>
                </a:tc>
                <a:tc>
                  <a:txBody>
                    <a:bodyPr/>
                    <a:lstStyle/>
                    <a:p>
                      <a:r>
                        <a:rPr lang="de-DE" sz="1400"/>
                        <a:t>0.90</a:t>
                      </a:r>
                    </a:p>
                  </a:txBody>
                  <a:tcPr/>
                </a:tc>
                <a:tc>
                  <a:txBody>
                    <a:bodyPr/>
                    <a:lstStyle/>
                    <a:p>
                      <a:r>
                        <a:rPr lang="de-DE" sz="1400"/>
                        <a:t>0.80</a:t>
                      </a:r>
                    </a:p>
                  </a:txBody>
                  <a:tcPr/>
                </a:tc>
                <a:tc>
                  <a:txBody>
                    <a:bodyPr/>
                    <a:lstStyle/>
                    <a:p>
                      <a:pPr lvl="0">
                        <a:buNone/>
                      </a:pPr>
                      <a:r>
                        <a:rPr lang="de-DE" sz="1400"/>
                        <a:t>0.80</a:t>
                      </a:r>
                    </a:p>
                  </a:txBody>
                  <a:tcPr/>
                </a:tc>
                <a:tc>
                  <a:txBody>
                    <a:bodyPr/>
                    <a:lstStyle/>
                    <a:p>
                      <a:pPr lvl="0">
                        <a:buNone/>
                      </a:pPr>
                      <a:r>
                        <a:rPr lang="de-DE" sz="1400"/>
                        <a:t>0.80</a:t>
                      </a:r>
                    </a:p>
                  </a:txBody>
                  <a:tcPr/>
                </a:tc>
                <a:extLst>
                  <a:ext uri="{0D108BD9-81ED-4DB2-BD59-A6C34878D82A}">
                    <a16:rowId xmlns:a16="http://schemas.microsoft.com/office/drawing/2014/main" val="2377502259"/>
                  </a:ext>
                </a:extLst>
              </a:tr>
              <a:tr h="370839">
                <a:tc>
                  <a:txBody>
                    <a:bodyPr/>
                    <a:lstStyle/>
                    <a:p>
                      <a:pPr lvl="0">
                        <a:buNone/>
                      </a:pPr>
                      <a:r>
                        <a:rPr lang="de-DE" sz="1400"/>
                        <a:t>0.55</a:t>
                      </a:r>
                    </a:p>
                  </a:txBody>
                  <a:tcPr/>
                </a:tc>
                <a:tc>
                  <a:txBody>
                    <a:bodyPr/>
                    <a:lstStyle/>
                    <a:p>
                      <a:pPr lvl="0">
                        <a:buNone/>
                      </a:pPr>
                      <a:r>
                        <a:rPr lang="de-DE" sz="1400"/>
                        <a:t>0.50</a:t>
                      </a:r>
                    </a:p>
                  </a:txBody>
                  <a:tcPr/>
                </a:tc>
                <a:tc>
                  <a:txBody>
                    <a:bodyPr/>
                    <a:lstStyle/>
                    <a:p>
                      <a:pPr lvl="0">
                        <a:buNone/>
                      </a:pPr>
                      <a:r>
                        <a:rPr lang="de-DE" sz="1400"/>
                        <a:t>0.45</a:t>
                      </a:r>
                    </a:p>
                  </a:txBody>
                  <a:tcPr/>
                </a:tc>
                <a:tc>
                  <a:txBody>
                    <a:bodyPr/>
                    <a:lstStyle/>
                    <a:p>
                      <a:pPr lvl="0">
                        <a:buNone/>
                      </a:pPr>
                      <a:r>
                        <a:rPr lang="de-DE" sz="1400"/>
                        <a:t>0.45</a:t>
                      </a:r>
                    </a:p>
                  </a:txBody>
                  <a:tcPr/>
                </a:tc>
                <a:tc>
                  <a:txBody>
                    <a:bodyPr/>
                    <a:lstStyle/>
                    <a:p>
                      <a:pPr lvl="0">
                        <a:buNone/>
                      </a:pPr>
                      <a:r>
                        <a:rPr lang="de-DE" sz="1400"/>
                        <a:t>0.45</a:t>
                      </a:r>
                    </a:p>
                  </a:txBody>
                  <a:tcPr/>
                </a:tc>
                <a:tc>
                  <a:txBody>
                    <a:bodyPr/>
                    <a:lstStyle/>
                    <a:p>
                      <a:pPr lvl="0">
                        <a:buNone/>
                      </a:pPr>
                      <a:r>
                        <a:rPr lang="de-DE" sz="1400"/>
                        <a:t>0.40</a:t>
                      </a:r>
                    </a:p>
                  </a:txBody>
                  <a:tcPr/>
                </a:tc>
                <a:tc>
                  <a:txBody>
                    <a:bodyPr/>
                    <a:lstStyle/>
                    <a:p>
                      <a:pPr lvl="0">
                        <a:buNone/>
                      </a:pPr>
                      <a:r>
                        <a:rPr lang="de-DE" sz="1400"/>
                        <a:t>0.40</a:t>
                      </a:r>
                    </a:p>
                  </a:txBody>
                  <a:tcPr/>
                </a:tc>
                <a:tc>
                  <a:txBody>
                    <a:bodyPr/>
                    <a:lstStyle/>
                    <a:p>
                      <a:pPr lvl="0">
                        <a:buNone/>
                      </a:pPr>
                      <a:r>
                        <a:rPr lang="de-DE" sz="1400"/>
                        <a:t>0.40</a:t>
                      </a:r>
                    </a:p>
                  </a:txBody>
                  <a:tcPr/>
                </a:tc>
                <a:tc>
                  <a:txBody>
                    <a:bodyPr/>
                    <a:lstStyle/>
                    <a:p>
                      <a:pPr lvl="0">
                        <a:buNone/>
                      </a:pPr>
                      <a:r>
                        <a:rPr lang="de-DE" sz="1400"/>
                        <a:t>0.40</a:t>
                      </a:r>
                    </a:p>
                  </a:txBody>
                  <a:tcPr/>
                </a:tc>
                <a:tc>
                  <a:txBody>
                    <a:bodyPr/>
                    <a:lstStyle/>
                    <a:p>
                      <a:pPr lvl="0">
                        <a:buNone/>
                      </a:pPr>
                      <a:r>
                        <a:rPr lang="de-DE" sz="1400"/>
                        <a:t>0.40</a:t>
                      </a:r>
                    </a:p>
                  </a:txBody>
                  <a:tcPr/>
                </a:tc>
                <a:tc>
                  <a:txBody>
                    <a:bodyPr/>
                    <a:lstStyle/>
                    <a:p>
                      <a:pPr lvl="0">
                        <a:buNone/>
                      </a:pPr>
                      <a:r>
                        <a:rPr lang="de-DE" sz="1400"/>
                        <a:t>0.40</a:t>
                      </a:r>
                    </a:p>
                  </a:txBody>
                  <a:tcPr/>
                </a:tc>
                <a:tc>
                  <a:txBody>
                    <a:bodyPr/>
                    <a:lstStyle/>
                    <a:p>
                      <a:pPr lvl="0">
                        <a:buNone/>
                      </a:pPr>
                      <a:r>
                        <a:rPr lang="de-DE" sz="1400"/>
                        <a:t>0.40</a:t>
                      </a:r>
                    </a:p>
                  </a:txBody>
                  <a:tcPr/>
                </a:tc>
                <a:extLst>
                  <a:ext uri="{0D108BD9-81ED-4DB2-BD59-A6C34878D82A}">
                    <a16:rowId xmlns:a16="http://schemas.microsoft.com/office/drawing/2014/main" val="4180923322"/>
                  </a:ext>
                </a:extLst>
              </a:tr>
              <a:tr h="370838">
                <a:tc>
                  <a:txBody>
                    <a:bodyPr/>
                    <a:lstStyle/>
                    <a:p>
                      <a:pPr lvl="0">
                        <a:buNone/>
                      </a:pPr>
                      <a:r>
                        <a:rPr lang="de-DE" sz="1400"/>
                        <a:t>0.35</a:t>
                      </a:r>
                    </a:p>
                  </a:txBody>
                  <a:tcPr/>
                </a:tc>
                <a:tc>
                  <a:txBody>
                    <a:bodyPr/>
                    <a:lstStyle/>
                    <a:p>
                      <a:pPr lvl="0">
                        <a:buNone/>
                      </a:pPr>
                      <a:r>
                        <a:rPr lang="de-DE" sz="1400"/>
                        <a:t>0.30</a:t>
                      </a:r>
                    </a:p>
                  </a:txBody>
                  <a:tcPr/>
                </a:tc>
                <a:tc>
                  <a:txBody>
                    <a:bodyPr/>
                    <a:lstStyle/>
                    <a:p>
                      <a:pPr lvl="0">
                        <a:buNone/>
                      </a:pPr>
                      <a:r>
                        <a:rPr lang="de-DE" sz="1400"/>
                        <a:t>0.25</a:t>
                      </a:r>
                    </a:p>
                  </a:txBody>
                  <a:tcPr/>
                </a:tc>
                <a:tc>
                  <a:txBody>
                    <a:bodyPr/>
                    <a:lstStyle/>
                    <a:p>
                      <a:pPr lvl="0">
                        <a:buNone/>
                      </a:pPr>
                      <a:r>
                        <a:rPr lang="de-DE" sz="1400"/>
                        <a:t>0.20</a:t>
                      </a:r>
                    </a:p>
                  </a:txBody>
                  <a:tcPr/>
                </a:tc>
                <a:tc>
                  <a:txBody>
                    <a:bodyPr/>
                    <a:lstStyle/>
                    <a:p>
                      <a:pPr lvl="0">
                        <a:buNone/>
                      </a:pPr>
                      <a:r>
                        <a:rPr lang="de-DE" sz="1400"/>
                        <a:t>0.15</a:t>
                      </a:r>
                    </a:p>
                  </a:txBody>
                  <a:tcPr/>
                </a:tc>
                <a:tc>
                  <a:txBody>
                    <a:bodyPr/>
                    <a:lstStyle/>
                    <a:p>
                      <a:pPr lvl="0">
                        <a:buNone/>
                      </a:pPr>
                      <a:r>
                        <a:rPr lang="de-DE" sz="1400"/>
                        <a:t>0.10</a:t>
                      </a:r>
                    </a:p>
                  </a:txBody>
                  <a:tcPr/>
                </a:tc>
                <a:tc>
                  <a:txBody>
                    <a:bodyPr/>
                    <a:lstStyle/>
                    <a:p>
                      <a:pPr lvl="0">
                        <a:buNone/>
                      </a:pPr>
                      <a:r>
                        <a:rPr lang="de-DE" sz="1400"/>
                        <a:t>0.08</a:t>
                      </a:r>
                    </a:p>
                  </a:txBody>
                  <a:tcPr/>
                </a:tc>
                <a:tc>
                  <a:txBody>
                    <a:bodyPr/>
                    <a:lstStyle/>
                    <a:p>
                      <a:pPr lvl="0">
                        <a:buNone/>
                      </a:pPr>
                      <a:r>
                        <a:rPr lang="de-DE" sz="1400"/>
                        <a:t>0.05</a:t>
                      </a:r>
                    </a:p>
                  </a:txBody>
                  <a:tcPr/>
                </a:tc>
                <a:tc>
                  <a:txBody>
                    <a:bodyPr/>
                    <a:lstStyle/>
                    <a:p>
                      <a:pPr lvl="0">
                        <a:buNone/>
                      </a:pPr>
                      <a:r>
                        <a:rPr lang="de-DE" sz="1400"/>
                        <a:t>0.05</a:t>
                      </a:r>
                    </a:p>
                  </a:txBody>
                  <a:tcPr/>
                </a:tc>
                <a:tc>
                  <a:txBody>
                    <a:bodyPr/>
                    <a:lstStyle/>
                    <a:p>
                      <a:pPr lvl="0">
                        <a:buNone/>
                      </a:pPr>
                      <a:r>
                        <a:rPr lang="de-DE" sz="1400"/>
                        <a:t>0.05</a:t>
                      </a:r>
                    </a:p>
                  </a:txBody>
                  <a:tcPr/>
                </a:tc>
                <a:tc>
                  <a:txBody>
                    <a:bodyPr/>
                    <a:lstStyle/>
                    <a:p>
                      <a:pPr lvl="0">
                        <a:buNone/>
                      </a:pPr>
                      <a:r>
                        <a:rPr lang="de-DE" sz="1400"/>
                        <a:t>0.05</a:t>
                      </a:r>
                    </a:p>
                  </a:txBody>
                  <a:tcPr/>
                </a:tc>
                <a:tc>
                  <a:txBody>
                    <a:bodyPr/>
                    <a:lstStyle/>
                    <a:p>
                      <a:pPr lvl="0">
                        <a:buNone/>
                      </a:pPr>
                      <a:r>
                        <a:rPr lang="de-DE" sz="1400"/>
                        <a:t>0.05</a:t>
                      </a:r>
                    </a:p>
                  </a:txBody>
                  <a:tcPr/>
                </a:tc>
                <a:extLst>
                  <a:ext uri="{0D108BD9-81ED-4DB2-BD59-A6C34878D82A}">
                    <a16:rowId xmlns:a16="http://schemas.microsoft.com/office/drawing/2014/main" val="3425758347"/>
                  </a:ext>
                </a:extLst>
              </a:tr>
              <a:tr h="370838">
                <a:tc>
                  <a:txBody>
                    <a:bodyPr/>
                    <a:lstStyle/>
                    <a:p>
                      <a:pPr lvl="0">
                        <a:buNone/>
                      </a:pPr>
                      <a:r>
                        <a:rPr lang="de-DE" sz="1400"/>
                        <a:t>0.10</a:t>
                      </a:r>
                    </a:p>
                  </a:txBody>
                  <a:tcPr/>
                </a:tc>
                <a:tc>
                  <a:txBody>
                    <a:bodyPr/>
                    <a:lstStyle/>
                    <a:p>
                      <a:pPr lvl="0">
                        <a:buNone/>
                      </a:pPr>
                      <a:r>
                        <a:rPr lang="de-DE" sz="1400"/>
                        <a:t>0.30</a:t>
                      </a:r>
                    </a:p>
                  </a:txBody>
                  <a:tcPr/>
                </a:tc>
                <a:tc>
                  <a:txBody>
                    <a:bodyPr/>
                    <a:lstStyle/>
                    <a:p>
                      <a:pPr lvl="0">
                        <a:buNone/>
                      </a:pPr>
                      <a:r>
                        <a:rPr lang="de-DE" sz="1400"/>
                        <a:t>0.30</a:t>
                      </a:r>
                    </a:p>
                  </a:txBody>
                  <a:tcPr/>
                </a:tc>
                <a:tc>
                  <a:txBody>
                    <a:bodyPr/>
                    <a:lstStyle/>
                    <a:p>
                      <a:pPr lvl="0">
                        <a:buNone/>
                      </a:pPr>
                      <a:r>
                        <a:rPr lang="de-DE" sz="1400"/>
                        <a:t>0.30</a:t>
                      </a:r>
                    </a:p>
                  </a:txBody>
                  <a:tcPr/>
                </a:tc>
                <a:tc>
                  <a:txBody>
                    <a:bodyPr/>
                    <a:lstStyle/>
                    <a:p>
                      <a:pPr lvl="0">
                        <a:buNone/>
                      </a:pPr>
                      <a:r>
                        <a:rPr lang="de-DE" sz="1400"/>
                        <a:t>0.30</a:t>
                      </a:r>
                    </a:p>
                  </a:txBody>
                  <a:tcPr/>
                </a:tc>
                <a:tc>
                  <a:txBody>
                    <a:bodyPr/>
                    <a:lstStyle/>
                    <a:p>
                      <a:pPr lvl="0">
                        <a:buNone/>
                      </a:pPr>
                      <a:r>
                        <a:rPr lang="de-DE" sz="1400"/>
                        <a:t>0.35</a:t>
                      </a:r>
                    </a:p>
                  </a:txBody>
                  <a:tcPr/>
                </a:tc>
                <a:tc>
                  <a:txBody>
                    <a:bodyPr/>
                    <a:lstStyle/>
                    <a:p>
                      <a:pPr lvl="0">
                        <a:buNone/>
                      </a:pPr>
                      <a:r>
                        <a:rPr lang="de-DE" sz="1400"/>
                        <a:t>0.35</a:t>
                      </a:r>
                    </a:p>
                  </a:txBody>
                  <a:tcPr/>
                </a:tc>
                <a:tc>
                  <a:txBody>
                    <a:bodyPr/>
                    <a:lstStyle/>
                    <a:p>
                      <a:pPr lvl="0">
                        <a:buNone/>
                      </a:pPr>
                      <a:r>
                        <a:rPr lang="de-DE" sz="1400"/>
                        <a:t>0.35</a:t>
                      </a:r>
                    </a:p>
                  </a:txBody>
                  <a:tcPr/>
                </a:tc>
                <a:tc>
                  <a:txBody>
                    <a:bodyPr/>
                    <a:lstStyle/>
                    <a:p>
                      <a:pPr lvl="0">
                        <a:buNone/>
                      </a:pPr>
                      <a:r>
                        <a:rPr lang="de-DE" sz="1400"/>
                        <a:t>0.35</a:t>
                      </a:r>
                    </a:p>
                  </a:txBody>
                  <a:tcPr/>
                </a:tc>
                <a:tc>
                  <a:txBody>
                    <a:bodyPr/>
                    <a:lstStyle/>
                    <a:p>
                      <a:pPr lvl="0">
                        <a:buNone/>
                      </a:pPr>
                      <a:r>
                        <a:rPr lang="de-DE" sz="1400"/>
                        <a:t>0.50</a:t>
                      </a:r>
                    </a:p>
                  </a:txBody>
                  <a:tcPr/>
                </a:tc>
                <a:tc>
                  <a:txBody>
                    <a:bodyPr/>
                    <a:lstStyle/>
                    <a:p>
                      <a:pPr lvl="0">
                        <a:buNone/>
                      </a:pPr>
                      <a:r>
                        <a:rPr lang="de-DE" sz="1400"/>
                        <a:t>0.50</a:t>
                      </a:r>
                    </a:p>
                  </a:txBody>
                  <a:tcPr/>
                </a:tc>
                <a:tc>
                  <a:txBody>
                    <a:bodyPr/>
                    <a:lstStyle/>
                    <a:p>
                      <a:pPr lvl="0">
                        <a:buNone/>
                      </a:pPr>
                      <a:r>
                        <a:rPr lang="de-DE" sz="1400"/>
                        <a:t>0.35</a:t>
                      </a:r>
                    </a:p>
                  </a:txBody>
                  <a:tcPr/>
                </a:tc>
                <a:extLst>
                  <a:ext uri="{0D108BD9-81ED-4DB2-BD59-A6C34878D82A}">
                    <a16:rowId xmlns:a16="http://schemas.microsoft.com/office/drawing/2014/main" val="3786543771"/>
                  </a:ext>
                </a:extLst>
              </a:tr>
            </a:tbl>
          </a:graphicData>
        </a:graphic>
      </p:graphicFrame>
    </p:spTree>
    <p:extLst>
      <p:ext uri="{BB962C8B-B14F-4D97-AF65-F5344CB8AC3E}">
        <p14:creationId xmlns:p14="http://schemas.microsoft.com/office/powerpoint/2010/main" val="191881239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3C2803-8B04-D0EA-C6A0-ECA6ADD02622}"/>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D38EB42D-1597-AA74-E3BA-4BC403181291}"/>
              </a:ext>
            </a:extLst>
          </p:cNvPr>
          <p:cNvSpPr>
            <a:spLocks noGrp="1"/>
          </p:cNvSpPr>
          <p:nvPr>
            <p:ph type="title"/>
          </p:nvPr>
        </p:nvSpPr>
        <p:spPr/>
        <p:txBody>
          <a:bodyPr/>
          <a:lstStyle/>
          <a:p>
            <a:r>
              <a:rPr lang="en-US" err="1">
                <a:latin typeface="Arial"/>
                <a:cs typeface="Arial"/>
              </a:rPr>
              <a:t>Feeder_metadata</a:t>
            </a:r>
            <a:r>
              <a:rPr lang="en-US">
                <a:latin typeface="Arial"/>
                <a:cs typeface="Arial"/>
              </a:rPr>
              <a:t> (Temperature = 0)  GPT-OSS:120b</a:t>
            </a:r>
            <a:endParaRPr lang="en-US"/>
          </a:p>
        </p:txBody>
      </p:sp>
      <p:graphicFrame>
        <p:nvGraphicFramePr>
          <p:cNvPr id="4" name="Tabelle 3">
            <a:extLst>
              <a:ext uri="{FF2B5EF4-FFF2-40B4-BE49-F238E27FC236}">
                <a16:creationId xmlns:a16="http://schemas.microsoft.com/office/drawing/2014/main" id="{05B74278-434E-9B17-FD0D-52E8E0A83499}"/>
              </a:ext>
            </a:extLst>
          </p:cNvPr>
          <p:cNvGraphicFramePr>
            <a:graphicFrameLocks noGrp="1"/>
          </p:cNvGraphicFramePr>
          <p:nvPr>
            <p:extLst>
              <p:ext uri="{D42A27DB-BD31-4B8C-83A1-F6EECF244321}">
                <p14:modId xmlns:p14="http://schemas.microsoft.com/office/powerpoint/2010/main" val="124949630"/>
              </p:ext>
            </p:extLst>
          </p:nvPr>
        </p:nvGraphicFramePr>
        <p:xfrm>
          <a:off x="284480" y="976376"/>
          <a:ext cx="8628575" cy="4089167"/>
        </p:xfrm>
        <a:graphic>
          <a:graphicData uri="http://schemas.openxmlformats.org/drawingml/2006/table">
            <a:tbl>
              <a:tblPr firstRow="1" bandRow="1">
                <a:tableStyleId>{5C22544A-7EE6-4342-B048-85BDC9FD1C3A}</a:tableStyleId>
              </a:tblPr>
              <a:tblGrid>
                <a:gridCol w="713417">
                  <a:extLst>
                    <a:ext uri="{9D8B030D-6E8A-4147-A177-3AD203B41FA5}">
                      <a16:colId xmlns:a16="http://schemas.microsoft.com/office/drawing/2014/main" val="928571187"/>
                    </a:ext>
                  </a:extLst>
                </a:gridCol>
                <a:gridCol w="713417">
                  <a:extLst>
                    <a:ext uri="{9D8B030D-6E8A-4147-A177-3AD203B41FA5}">
                      <a16:colId xmlns:a16="http://schemas.microsoft.com/office/drawing/2014/main" val="3482727297"/>
                    </a:ext>
                  </a:extLst>
                </a:gridCol>
                <a:gridCol w="713417">
                  <a:extLst>
                    <a:ext uri="{9D8B030D-6E8A-4147-A177-3AD203B41FA5}">
                      <a16:colId xmlns:a16="http://schemas.microsoft.com/office/drawing/2014/main" val="2681182858"/>
                    </a:ext>
                  </a:extLst>
                </a:gridCol>
                <a:gridCol w="713417">
                  <a:extLst>
                    <a:ext uri="{9D8B030D-6E8A-4147-A177-3AD203B41FA5}">
                      <a16:colId xmlns:a16="http://schemas.microsoft.com/office/drawing/2014/main" val="149693097"/>
                    </a:ext>
                  </a:extLst>
                </a:gridCol>
                <a:gridCol w="713417">
                  <a:extLst>
                    <a:ext uri="{9D8B030D-6E8A-4147-A177-3AD203B41FA5}">
                      <a16:colId xmlns:a16="http://schemas.microsoft.com/office/drawing/2014/main" val="3124726241"/>
                    </a:ext>
                  </a:extLst>
                </a:gridCol>
                <a:gridCol w="713417">
                  <a:extLst>
                    <a:ext uri="{9D8B030D-6E8A-4147-A177-3AD203B41FA5}">
                      <a16:colId xmlns:a16="http://schemas.microsoft.com/office/drawing/2014/main" val="2154533912"/>
                    </a:ext>
                  </a:extLst>
                </a:gridCol>
                <a:gridCol w="713417">
                  <a:extLst>
                    <a:ext uri="{9D8B030D-6E8A-4147-A177-3AD203B41FA5}">
                      <a16:colId xmlns:a16="http://schemas.microsoft.com/office/drawing/2014/main" val="2092475998"/>
                    </a:ext>
                  </a:extLst>
                </a:gridCol>
                <a:gridCol w="713417">
                  <a:extLst>
                    <a:ext uri="{9D8B030D-6E8A-4147-A177-3AD203B41FA5}">
                      <a16:colId xmlns:a16="http://schemas.microsoft.com/office/drawing/2014/main" val="3910534623"/>
                    </a:ext>
                  </a:extLst>
                </a:gridCol>
                <a:gridCol w="713417">
                  <a:extLst>
                    <a:ext uri="{9D8B030D-6E8A-4147-A177-3AD203B41FA5}">
                      <a16:colId xmlns:a16="http://schemas.microsoft.com/office/drawing/2014/main" val="1805982607"/>
                    </a:ext>
                  </a:extLst>
                </a:gridCol>
                <a:gridCol w="713417">
                  <a:extLst>
                    <a:ext uri="{9D8B030D-6E8A-4147-A177-3AD203B41FA5}">
                      <a16:colId xmlns:a16="http://schemas.microsoft.com/office/drawing/2014/main" val="3967829655"/>
                    </a:ext>
                  </a:extLst>
                </a:gridCol>
                <a:gridCol w="713417">
                  <a:extLst>
                    <a:ext uri="{9D8B030D-6E8A-4147-A177-3AD203B41FA5}">
                      <a16:colId xmlns:a16="http://schemas.microsoft.com/office/drawing/2014/main" val="169780462"/>
                    </a:ext>
                  </a:extLst>
                </a:gridCol>
                <a:gridCol w="780988">
                  <a:extLst>
                    <a:ext uri="{9D8B030D-6E8A-4147-A177-3AD203B41FA5}">
                      <a16:colId xmlns:a16="http://schemas.microsoft.com/office/drawing/2014/main" val="683431738"/>
                    </a:ext>
                  </a:extLst>
                </a:gridCol>
              </a:tblGrid>
              <a:tr h="578470">
                <a:tc>
                  <a:txBody>
                    <a:bodyPr/>
                    <a:lstStyle/>
                    <a:p>
                      <a:endParaRPr lang="de-DE" sz="1400"/>
                    </a:p>
                  </a:txBody>
                  <a:tcPr/>
                </a:tc>
                <a:tc>
                  <a:txBody>
                    <a:bodyPr/>
                    <a:lstStyle/>
                    <a:p>
                      <a:pPr lvl="0">
                        <a:buNone/>
                      </a:pPr>
                      <a:r>
                        <a:rPr lang="de-DE" sz="1400" err="1"/>
                        <a:t>feeder</a:t>
                      </a:r>
                    </a:p>
                  </a:txBody>
                  <a:tcPr/>
                </a:tc>
                <a:tc>
                  <a:txBody>
                    <a:bodyPr/>
                    <a:lstStyle/>
                    <a:p>
                      <a:pPr marL="0" lvl="0" indent="0" algn="l">
                        <a:lnSpc>
                          <a:spcPct val="100000"/>
                        </a:lnSpc>
                        <a:buNone/>
                      </a:pPr>
                      <a:r>
                        <a:rPr lang="de-DE" sz="1400" b="1" i="0" u="none" strike="noStrike" baseline="0" noProof="0" err="1">
                          <a:solidFill>
                            <a:srgbClr val="FFFFFF"/>
                          </a:solidFill>
                          <a:latin typeface="Arial"/>
                          <a:cs typeface="Arial"/>
                        </a:rPr>
                        <a:t>substation</a:t>
                      </a:r>
                      <a:endParaRPr lang="de-DE" err="1"/>
                    </a:p>
                    <a:p>
                      <a:pPr lvl="0">
                        <a:buNone/>
                      </a:pPr>
                      <a:endParaRPr lang="de-DE" sz="1400"/>
                    </a:p>
                  </a:txBody>
                  <a:tcPr/>
                </a:tc>
                <a:tc>
                  <a:txBody>
                    <a:bodyPr/>
                    <a:lstStyle/>
                    <a:p>
                      <a:r>
                        <a:rPr lang="de-DE" sz="1400"/>
                        <a:t>date</a:t>
                      </a:r>
                    </a:p>
                  </a:txBody>
                  <a:tcPr/>
                </a:tc>
                <a:tc>
                  <a:txBody>
                    <a:bodyPr/>
                    <a:lstStyle/>
                    <a:p>
                      <a:r>
                        <a:rPr lang="de-DE" sz="1400" err="1"/>
                        <a:t>Housing_unit_count</a:t>
                      </a:r>
                    </a:p>
                  </a:txBody>
                  <a:tcPr/>
                </a:tc>
                <a:tc>
                  <a:txBody>
                    <a:bodyPr/>
                    <a:lstStyle/>
                    <a:p>
                      <a:pPr marL="0" lvl="0" indent="0" algn="l">
                        <a:lnSpc>
                          <a:spcPct val="100000"/>
                        </a:lnSpc>
                        <a:buNone/>
                      </a:pPr>
                      <a:r>
                        <a:rPr lang="de-DE" sz="1400" b="1" i="0" u="none" strike="noStrike" baseline="0" noProof="0" err="1">
                          <a:solidFill>
                            <a:srgbClr val="FFFFFF"/>
                          </a:solidFill>
                          <a:latin typeface="Arial"/>
                          <a:cs typeface="Arial"/>
                        </a:rPr>
                        <a:t>industry_and_commerce_count</a:t>
                      </a:r>
                      <a:endParaRPr lang="de-DE" err="1"/>
                    </a:p>
                    <a:p>
                      <a:pPr lvl="0">
                        <a:buNone/>
                      </a:pPr>
                      <a:endParaRPr lang="de-DE" sz="1400"/>
                    </a:p>
                  </a:txBody>
                  <a:tcPr/>
                </a:tc>
                <a:tc>
                  <a:txBody>
                    <a:bodyPr/>
                    <a:lstStyle/>
                    <a:p>
                      <a:pPr marL="0" lvl="0" indent="0" algn="l">
                        <a:lnSpc>
                          <a:spcPct val="100000"/>
                        </a:lnSpc>
                        <a:buNone/>
                      </a:pPr>
                      <a:r>
                        <a:rPr lang="de-DE" sz="1400" b="1" i="0" u="none" strike="noStrike" baseline="0" noProof="0" err="1">
                          <a:solidFill>
                            <a:srgbClr val="FFFFFF"/>
                          </a:solidFill>
                          <a:latin typeface="Arial"/>
                          <a:cs typeface="Arial"/>
                        </a:rPr>
                        <a:t>storage_heaters_kW</a:t>
                      </a:r>
                      <a:endParaRPr lang="de-DE" err="1"/>
                    </a:p>
                    <a:p>
                      <a:pPr lvl="0">
                        <a:buNone/>
                      </a:pPr>
                      <a:endParaRPr lang="de-DE" sz="1400"/>
                    </a:p>
                  </a:txBody>
                  <a:tcPr/>
                </a:tc>
                <a:tc>
                  <a:txBody>
                    <a:bodyPr/>
                    <a:lstStyle/>
                    <a:p>
                      <a:pPr marL="0" lvl="0" indent="0" algn="l">
                        <a:lnSpc>
                          <a:spcPct val="100000"/>
                        </a:lnSpc>
                        <a:buNone/>
                      </a:pPr>
                      <a:r>
                        <a:rPr lang="de-DE" sz="1400" b="1" i="0" u="none" strike="noStrike" baseline="0" noProof="0" err="1">
                          <a:solidFill>
                            <a:srgbClr val="FFFFFF"/>
                          </a:solidFill>
                          <a:latin typeface="Arial"/>
                          <a:cs typeface="Arial"/>
                        </a:rPr>
                        <a:t>heat_pumps_kW</a:t>
                      </a:r>
                      <a:endParaRPr lang="de-DE" err="1"/>
                    </a:p>
                    <a:p>
                      <a:pPr lvl="0">
                        <a:buNone/>
                      </a:pPr>
                      <a:endParaRPr lang="de-DE" sz="1400"/>
                    </a:p>
                  </a:txBody>
                  <a:tcPr/>
                </a:tc>
                <a:tc>
                  <a:txBody>
                    <a:bodyPr/>
                    <a:lstStyle/>
                    <a:p>
                      <a:pPr marL="0" lvl="0" indent="0" algn="l">
                        <a:lnSpc>
                          <a:spcPct val="100000"/>
                        </a:lnSpc>
                        <a:buNone/>
                      </a:pPr>
                      <a:r>
                        <a:rPr lang="de-DE" sz="1400" b="1" i="0" u="none" strike="noStrike" baseline="0" noProof="0" err="1">
                          <a:solidFill>
                            <a:srgbClr val="FFFFFF"/>
                          </a:solidFill>
                          <a:latin typeface="Arial"/>
                          <a:cs typeface="Arial"/>
                        </a:rPr>
                        <a:t>electric_heaters_kW</a:t>
                      </a:r>
                      <a:endParaRPr lang="de-DE" err="1"/>
                    </a:p>
                    <a:p>
                      <a:pPr lvl="0">
                        <a:buNone/>
                      </a:pPr>
                      <a:endParaRPr lang="de-DE" sz="1400"/>
                    </a:p>
                  </a:txBody>
                  <a:tcPr/>
                </a:tc>
                <a:tc>
                  <a:txBody>
                    <a:bodyPr/>
                    <a:lstStyle/>
                    <a:p>
                      <a:pPr marL="0" lvl="0" indent="0" algn="l">
                        <a:lnSpc>
                          <a:spcPct val="100000"/>
                        </a:lnSpc>
                        <a:buNone/>
                      </a:pPr>
                      <a:r>
                        <a:rPr lang="de-DE" sz="1400" b="1" i="0" u="none" strike="noStrike" baseline="0" noProof="0" err="1">
                          <a:solidFill>
                            <a:srgbClr val="FFFFFF"/>
                          </a:solidFill>
                          <a:latin typeface="Arial"/>
                          <a:cs typeface="Arial"/>
                        </a:rPr>
                        <a:t>hot_water_tanks_kW</a:t>
                      </a:r>
                      <a:endParaRPr lang="de-DE" err="1"/>
                    </a:p>
                    <a:p>
                      <a:pPr lvl="0">
                        <a:buNone/>
                      </a:pPr>
                      <a:endParaRPr lang="de-DE" sz="1400"/>
                    </a:p>
                  </a:txBody>
                  <a:tcPr/>
                </a:tc>
                <a:tc>
                  <a:txBody>
                    <a:bodyPr/>
                    <a:lstStyle/>
                    <a:p>
                      <a:pPr marL="0" lvl="0" indent="0" algn="l">
                        <a:lnSpc>
                          <a:spcPct val="100000"/>
                        </a:lnSpc>
                        <a:buNone/>
                      </a:pPr>
                      <a:r>
                        <a:rPr lang="de-DE" sz="1400" b="1" i="0" u="none" strike="noStrike" baseline="0" noProof="0" err="1">
                          <a:solidFill>
                            <a:srgbClr val="FFFFFF"/>
                          </a:solidFill>
                          <a:latin typeface="Arial"/>
                          <a:cs typeface="Arial"/>
                        </a:rPr>
                        <a:t>flow-type_heaters_kW</a:t>
                      </a:r>
                      <a:endParaRPr lang="de-DE" err="1"/>
                    </a:p>
                    <a:p>
                      <a:pPr lvl="0">
                        <a:buNone/>
                      </a:pPr>
                      <a:endParaRPr lang="de-DE" sz="1400"/>
                    </a:p>
                  </a:txBody>
                  <a:tcPr/>
                </a:tc>
                <a:tc>
                  <a:txBody>
                    <a:bodyPr/>
                    <a:lstStyle/>
                    <a:p>
                      <a:pPr marL="0" lvl="0" indent="0" algn="l">
                        <a:lnSpc>
                          <a:spcPct val="100000"/>
                        </a:lnSpc>
                        <a:buNone/>
                      </a:pPr>
                      <a:r>
                        <a:rPr lang="de-DE" sz="1400" b="1" i="0" u="none" strike="noStrike" baseline="0" noProof="0" err="1">
                          <a:solidFill>
                            <a:srgbClr val="FFFFFF"/>
                          </a:solidFill>
                          <a:latin typeface="Arial"/>
                          <a:cs typeface="Arial"/>
                        </a:rPr>
                        <a:t>EV_chargers_kW</a:t>
                      </a:r>
                      <a:endParaRPr lang="de-DE" err="1"/>
                    </a:p>
                    <a:p>
                      <a:pPr lvl="0">
                        <a:buNone/>
                      </a:pPr>
                      <a:endParaRPr lang="de-DE" sz="1400"/>
                    </a:p>
                  </a:txBody>
                  <a:tcPr/>
                </a:tc>
                <a:extLst>
                  <a:ext uri="{0D108BD9-81ED-4DB2-BD59-A6C34878D82A}">
                    <a16:rowId xmlns:a16="http://schemas.microsoft.com/office/drawing/2014/main" val="2441269539"/>
                  </a:ext>
                </a:extLst>
              </a:tr>
              <a:tr h="426027">
                <a:tc>
                  <a:txBody>
                    <a:bodyPr/>
                    <a:lstStyle/>
                    <a:p>
                      <a:r>
                        <a:rPr lang="de-DE" sz="1400"/>
                        <a:t>1</a:t>
                      </a:r>
                    </a:p>
                  </a:txBody>
                  <a:tcPr/>
                </a:tc>
                <a:tc>
                  <a:txBody>
                    <a:bodyPr/>
                    <a:lstStyle/>
                    <a:p>
                      <a:r>
                        <a:rPr lang="de-DE" sz="1400"/>
                        <a:t>0.95</a:t>
                      </a:r>
                    </a:p>
                  </a:txBody>
                  <a:tcPr/>
                </a:tc>
                <a:tc>
                  <a:txBody>
                    <a:bodyPr/>
                    <a:lstStyle/>
                    <a:p>
                      <a:r>
                        <a:rPr lang="de-DE" sz="1400"/>
                        <a:t>0.95</a:t>
                      </a:r>
                    </a:p>
                  </a:txBody>
                  <a:tcPr/>
                </a:tc>
                <a:tc>
                  <a:txBody>
                    <a:bodyPr/>
                    <a:lstStyle/>
                    <a:p>
                      <a:r>
                        <a:rPr lang="de-DE" sz="1400"/>
                        <a:t>0.80</a:t>
                      </a:r>
                    </a:p>
                  </a:txBody>
                  <a:tcPr/>
                </a:tc>
                <a:tc>
                  <a:txBody>
                    <a:bodyPr/>
                    <a:lstStyle/>
                    <a:p>
                      <a:r>
                        <a:rPr lang="de-DE" sz="1400"/>
                        <a:t>0.30</a:t>
                      </a:r>
                    </a:p>
                  </a:txBody>
                  <a:tcPr/>
                </a:tc>
                <a:tc>
                  <a:txBody>
                    <a:bodyPr/>
                    <a:lstStyle/>
                    <a:p>
                      <a:r>
                        <a:rPr lang="de-DE" sz="1400"/>
                        <a:t>0.20</a:t>
                      </a:r>
                    </a:p>
                  </a:txBody>
                  <a:tcPr/>
                </a:tc>
                <a:tc>
                  <a:txBody>
                    <a:bodyPr/>
                    <a:lstStyle/>
                    <a:p>
                      <a:r>
                        <a:rPr lang="de-DE" sz="1400"/>
                        <a:t>0.10</a:t>
                      </a:r>
                    </a:p>
                  </a:txBody>
                  <a:tcPr/>
                </a:tc>
                <a:tc>
                  <a:txBody>
                    <a:bodyPr/>
                    <a:lstStyle/>
                    <a:p>
                      <a:r>
                        <a:rPr lang="de-DE" sz="1400"/>
                        <a:t>0.10</a:t>
                      </a:r>
                    </a:p>
                  </a:txBody>
                  <a:tcPr/>
                </a:tc>
                <a:tc>
                  <a:txBody>
                    <a:bodyPr/>
                    <a:lstStyle/>
                    <a:p>
                      <a:r>
                        <a:rPr lang="de-DE" sz="1400"/>
                        <a:t>0.10</a:t>
                      </a:r>
                    </a:p>
                  </a:txBody>
                  <a:tcPr/>
                </a:tc>
                <a:tc>
                  <a:txBody>
                    <a:bodyPr/>
                    <a:lstStyle/>
                    <a:p>
                      <a:r>
                        <a:rPr lang="de-DE" sz="1400"/>
                        <a:t>0.10</a:t>
                      </a:r>
                    </a:p>
                  </a:txBody>
                  <a:tcPr/>
                </a:tc>
                <a:tc>
                  <a:txBody>
                    <a:bodyPr/>
                    <a:lstStyle/>
                    <a:p>
                      <a:pPr lvl="0">
                        <a:buNone/>
                      </a:pPr>
                      <a:r>
                        <a:rPr lang="de-DE" sz="1400"/>
                        <a:t>0.10</a:t>
                      </a:r>
                    </a:p>
                  </a:txBody>
                  <a:tcPr/>
                </a:tc>
                <a:tc>
                  <a:txBody>
                    <a:bodyPr/>
                    <a:lstStyle/>
                    <a:p>
                      <a:pPr lvl="0">
                        <a:buNone/>
                      </a:pPr>
                      <a:r>
                        <a:rPr lang="de-DE" sz="1400"/>
                        <a:t>0.25</a:t>
                      </a:r>
                    </a:p>
                  </a:txBody>
                  <a:tcPr/>
                </a:tc>
                <a:extLst>
                  <a:ext uri="{0D108BD9-81ED-4DB2-BD59-A6C34878D82A}">
                    <a16:rowId xmlns:a16="http://schemas.microsoft.com/office/drawing/2014/main" val="43103680"/>
                  </a:ext>
                </a:extLst>
              </a:tr>
              <a:tr h="457200">
                <a:tc>
                  <a:txBody>
                    <a:bodyPr/>
                    <a:lstStyle/>
                    <a:p>
                      <a:r>
                        <a:rPr lang="de-DE" sz="1400"/>
                        <a:t>2</a:t>
                      </a:r>
                    </a:p>
                  </a:txBody>
                  <a:tcPr/>
                </a:tc>
                <a:tc>
                  <a:txBody>
                    <a:bodyPr/>
                    <a:lstStyle/>
                    <a:p>
                      <a:r>
                        <a:rPr lang="de-DE" sz="1400"/>
                        <a:t>0.88</a:t>
                      </a:r>
                    </a:p>
                  </a:txBody>
                  <a:tcPr/>
                </a:tc>
                <a:tc>
                  <a:txBody>
                    <a:bodyPr/>
                    <a:lstStyle/>
                    <a:p>
                      <a:r>
                        <a:rPr lang="de-DE" sz="1400"/>
                        <a:t>0.85</a:t>
                      </a:r>
                    </a:p>
                  </a:txBody>
                  <a:tcPr/>
                </a:tc>
                <a:tc>
                  <a:txBody>
                    <a:bodyPr/>
                    <a:lstStyle/>
                    <a:p>
                      <a:r>
                        <a:rPr lang="de-DE" sz="1400"/>
                        <a:t>0.80</a:t>
                      </a:r>
                    </a:p>
                  </a:txBody>
                  <a:tcPr/>
                </a:tc>
                <a:tc>
                  <a:txBody>
                    <a:bodyPr/>
                    <a:lstStyle/>
                    <a:p>
                      <a:r>
                        <a:rPr lang="de-DE" sz="1400"/>
                        <a:t>0.45</a:t>
                      </a:r>
                    </a:p>
                  </a:txBody>
                  <a:tcPr/>
                </a:tc>
                <a:tc>
                  <a:txBody>
                    <a:bodyPr/>
                    <a:lstStyle/>
                    <a:p>
                      <a:r>
                        <a:rPr lang="de-DE" sz="1400"/>
                        <a:t>0.40</a:t>
                      </a:r>
                    </a:p>
                  </a:txBody>
                  <a:tcPr/>
                </a:tc>
                <a:tc>
                  <a:txBody>
                    <a:bodyPr/>
                    <a:lstStyle/>
                    <a:p>
                      <a:r>
                        <a:rPr lang="de-DE" sz="1400"/>
                        <a:t>0.10</a:t>
                      </a:r>
                    </a:p>
                  </a:txBody>
                  <a:tcPr/>
                </a:tc>
                <a:tc>
                  <a:txBody>
                    <a:bodyPr/>
                    <a:lstStyle/>
                    <a:p>
                      <a:r>
                        <a:rPr lang="de-DE" sz="1400"/>
                        <a:t>0.10</a:t>
                      </a:r>
                    </a:p>
                  </a:txBody>
                  <a:tcPr/>
                </a:tc>
                <a:tc>
                  <a:txBody>
                    <a:bodyPr/>
                    <a:lstStyle/>
                    <a:p>
                      <a:r>
                        <a:rPr lang="de-DE" sz="1400"/>
                        <a:t>0.10</a:t>
                      </a:r>
                    </a:p>
                  </a:txBody>
                  <a:tcPr/>
                </a:tc>
                <a:tc>
                  <a:txBody>
                    <a:bodyPr/>
                    <a:lstStyle/>
                    <a:p>
                      <a:r>
                        <a:rPr lang="de-DE" sz="1400"/>
                        <a:t>0.10</a:t>
                      </a:r>
                    </a:p>
                  </a:txBody>
                  <a:tcPr/>
                </a:tc>
                <a:tc>
                  <a:txBody>
                    <a:bodyPr/>
                    <a:lstStyle/>
                    <a:p>
                      <a:pPr lvl="0">
                        <a:buNone/>
                      </a:pPr>
                      <a:r>
                        <a:rPr lang="de-DE" sz="1400"/>
                        <a:t>0.10</a:t>
                      </a:r>
                    </a:p>
                  </a:txBody>
                  <a:tcPr/>
                </a:tc>
                <a:tc>
                  <a:txBody>
                    <a:bodyPr/>
                    <a:lstStyle/>
                    <a:p>
                      <a:pPr lvl="0">
                        <a:buNone/>
                      </a:pPr>
                      <a:r>
                        <a:rPr lang="de-DE" sz="1400"/>
                        <a:t>0.30</a:t>
                      </a:r>
                    </a:p>
                  </a:txBody>
                  <a:tcPr/>
                </a:tc>
                <a:extLst>
                  <a:ext uri="{0D108BD9-81ED-4DB2-BD59-A6C34878D82A}">
                    <a16:rowId xmlns:a16="http://schemas.microsoft.com/office/drawing/2014/main" val="3187255955"/>
                  </a:ext>
                </a:extLst>
              </a:tr>
              <a:tr h="405245">
                <a:tc>
                  <a:txBody>
                    <a:bodyPr/>
                    <a:lstStyle/>
                    <a:p>
                      <a:pPr lvl="0">
                        <a:buNone/>
                      </a:pPr>
                      <a:r>
                        <a:rPr lang="de-DE" sz="1400"/>
                        <a:t>3</a:t>
                      </a:r>
                    </a:p>
                  </a:txBody>
                  <a:tcPr/>
                </a:tc>
                <a:tc>
                  <a:txBody>
                    <a:bodyPr/>
                    <a:lstStyle/>
                    <a:p>
                      <a:pPr lvl="0">
                        <a:buNone/>
                      </a:pPr>
                      <a:r>
                        <a:rPr lang="de-DE" sz="1400"/>
                        <a:t>0.85</a:t>
                      </a:r>
                    </a:p>
                  </a:txBody>
                  <a:tcPr/>
                </a:tc>
                <a:tc>
                  <a:txBody>
                    <a:bodyPr/>
                    <a:lstStyle/>
                    <a:p>
                      <a:pPr lvl="0">
                        <a:buNone/>
                      </a:pPr>
                      <a:r>
                        <a:rPr lang="de-DE" sz="1400"/>
                        <a:t>0.78</a:t>
                      </a:r>
                    </a:p>
                  </a:txBody>
                  <a:tcPr/>
                </a:tc>
                <a:tc>
                  <a:txBody>
                    <a:bodyPr/>
                    <a:lstStyle/>
                    <a:p>
                      <a:pPr lvl="0">
                        <a:buNone/>
                      </a:pPr>
                      <a:r>
                        <a:rPr lang="de-DE" sz="1400"/>
                        <a:t>0.62</a:t>
                      </a:r>
                    </a:p>
                  </a:txBody>
                  <a:tcPr/>
                </a:tc>
                <a:tc>
                  <a:txBody>
                    <a:bodyPr/>
                    <a:lstStyle/>
                    <a:p>
                      <a:pPr lvl="0">
                        <a:buNone/>
                      </a:pPr>
                      <a:r>
                        <a:rPr lang="de-DE" sz="1400"/>
                        <a:t>0.30</a:t>
                      </a:r>
                    </a:p>
                  </a:txBody>
                  <a:tcPr/>
                </a:tc>
                <a:tc>
                  <a:txBody>
                    <a:bodyPr/>
                    <a:lstStyle/>
                    <a:p>
                      <a:pPr lvl="0">
                        <a:buNone/>
                      </a:pPr>
                      <a:r>
                        <a:rPr lang="de-DE" sz="1400"/>
                        <a:t>0.28</a:t>
                      </a:r>
                    </a:p>
                  </a:txBody>
                  <a:tcPr/>
                </a:tc>
                <a:tc>
                  <a:txBody>
                    <a:bodyPr/>
                    <a:lstStyle/>
                    <a:p>
                      <a:pPr lvl="0">
                        <a:buNone/>
                      </a:pPr>
                      <a:r>
                        <a:rPr lang="de-DE" sz="1400"/>
                        <a:t>0.12</a:t>
                      </a:r>
                    </a:p>
                  </a:txBody>
                  <a:tcPr/>
                </a:tc>
                <a:tc>
                  <a:txBody>
                    <a:bodyPr/>
                    <a:lstStyle/>
                    <a:p>
                      <a:pPr lvl="0">
                        <a:buNone/>
                      </a:pPr>
                      <a:r>
                        <a:rPr lang="de-DE" sz="1400"/>
                        <a:t>0.10</a:t>
                      </a:r>
                    </a:p>
                  </a:txBody>
                  <a:tcPr/>
                </a:tc>
                <a:tc>
                  <a:txBody>
                    <a:bodyPr/>
                    <a:lstStyle/>
                    <a:p>
                      <a:pPr lvl="0">
                        <a:buNone/>
                      </a:pPr>
                      <a:r>
                        <a:rPr lang="de-DE" sz="1400"/>
                        <a:t>0.08</a:t>
                      </a:r>
                    </a:p>
                  </a:txBody>
                  <a:tcPr/>
                </a:tc>
                <a:tc>
                  <a:txBody>
                    <a:bodyPr/>
                    <a:lstStyle/>
                    <a:p>
                      <a:pPr lvl="0">
                        <a:buNone/>
                      </a:pPr>
                      <a:r>
                        <a:rPr lang="de-DE" sz="1400"/>
                        <a:t>0.08</a:t>
                      </a:r>
                    </a:p>
                  </a:txBody>
                  <a:tcPr/>
                </a:tc>
                <a:tc>
                  <a:txBody>
                    <a:bodyPr/>
                    <a:lstStyle/>
                    <a:p>
                      <a:pPr lvl="0">
                        <a:buNone/>
                      </a:pPr>
                      <a:r>
                        <a:rPr lang="de-DE" sz="1400"/>
                        <a:t>0.06</a:t>
                      </a:r>
                    </a:p>
                  </a:txBody>
                  <a:tcPr/>
                </a:tc>
                <a:tc>
                  <a:txBody>
                    <a:bodyPr/>
                    <a:lstStyle/>
                    <a:p>
                      <a:pPr lvl="0">
                        <a:buNone/>
                      </a:pPr>
                      <a:r>
                        <a:rPr lang="de-DE" sz="1400"/>
                        <a:t>0.10</a:t>
                      </a:r>
                    </a:p>
                  </a:txBody>
                  <a:tcPr/>
                </a:tc>
                <a:extLst>
                  <a:ext uri="{0D108BD9-81ED-4DB2-BD59-A6C34878D82A}">
                    <a16:rowId xmlns:a16="http://schemas.microsoft.com/office/drawing/2014/main" val="3901482368"/>
                  </a:ext>
                </a:extLst>
              </a:tr>
              <a:tr h="405245">
                <a:tc>
                  <a:txBody>
                    <a:bodyPr/>
                    <a:lstStyle/>
                    <a:p>
                      <a:pPr lvl="0">
                        <a:buNone/>
                      </a:pPr>
                      <a:r>
                        <a:rPr lang="de-DE" sz="1400"/>
                        <a:t>7</a:t>
                      </a:r>
                    </a:p>
                  </a:txBody>
                  <a:tcPr/>
                </a:tc>
                <a:tc>
                  <a:txBody>
                    <a:bodyPr/>
                    <a:lstStyle/>
                    <a:p>
                      <a:pPr lvl="0">
                        <a:buNone/>
                      </a:pPr>
                      <a:r>
                        <a:rPr lang="de-DE" sz="1400"/>
                        <a:t>0.95</a:t>
                      </a:r>
                    </a:p>
                  </a:txBody>
                  <a:tcPr/>
                </a:tc>
                <a:tc>
                  <a:txBody>
                    <a:bodyPr/>
                    <a:lstStyle/>
                    <a:p>
                      <a:pPr lvl="0">
                        <a:buNone/>
                      </a:pPr>
                      <a:r>
                        <a:rPr lang="de-DE" sz="1400"/>
                        <a:t>0.94</a:t>
                      </a:r>
                    </a:p>
                  </a:txBody>
                  <a:tcPr/>
                </a:tc>
                <a:tc>
                  <a:txBody>
                    <a:bodyPr/>
                    <a:lstStyle/>
                    <a:p>
                      <a:pPr lvl="0">
                        <a:buNone/>
                      </a:pPr>
                      <a:r>
                        <a:rPr lang="de-DE" sz="1400"/>
                        <a:t>0.90</a:t>
                      </a:r>
                    </a:p>
                  </a:txBody>
                  <a:tcPr/>
                </a:tc>
                <a:tc>
                  <a:txBody>
                    <a:bodyPr/>
                    <a:lstStyle/>
                    <a:p>
                      <a:pPr lvl="0">
                        <a:buNone/>
                      </a:pPr>
                      <a:r>
                        <a:rPr lang="de-DE" sz="1400"/>
                        <a:t>0.60</a:t>
                      </a:r>
                    </a:p>
                  </a:txBody>
                  <a:tcPr/>
                </a:tc>
                <a:tc>
                  <a:txBody>
                    <a:bodyPr/>
                    <a:lstStyle/>
                    <a:p>
                      <a:pPr lvl="0">
                        <a:buNone/>
                      </a:pPr>
                      <a:r>
                        <a:rPr lang="de-DE" sz="1400"/>
                        <a:t>0.55</a:t>
                      </a:r>
                    </a:p>
                  </a:txBody>
                  <a:tcPr/>
                </a:tc>
                <a:tc>
                  <a:txBody>
                    <a:bodyPr/>
                    <a:lstStyle/>
                    <a:p>
                      <a:pPr lvl="0">
                        <a:buNone/>
                      </a:pPr>
                      <a:r>
                        <a:rPr lang="de-DE" sz="1400"/>
                        <a:t>0.30</a:t>
                      </a:r>
                    </a:p>
                  </a:txBody>
                  <a:tcPr/>
                </a:tc>
                <a:tc>
                  <a:txBody>
                    <a:bodyPr/>
                    <a:lstStyle/>
                    <a:p>
                      <a:pPr lvl="0">
                        <a:buNone/>
                      </a:pPr>
                      <a:r>
                        <a:rPr lang="de-DE" sz="1400"/>
                        <a:t>0.30</a:t>
                      </a:r>
                    </a:p>
                  </a:txBody>
                  <a:tcPr/>
                </a:tc>
                <a:tc>
                  <a:txBody>
                    <a:bodyPr/>
                    <a:lstStyle/>
                    <a:p>
                      <a:pPr lvl="0">
                        <a:buNone/>
                      </a:pPr>
                      <a:r>
                        <a:rPr lang="de-DE" sz="1400"/>
                        <a:t>0.30</a:t>
                      </a:r>
                    </a:p>
                  </a:txBody>
                  <a:tcPr/>
                </a:tc>
                <a:tc>
                  <a:txBody>
                    <a:bodyPr/>
                    <a:lstStyle/>
                    <a:p>
                      <a:pPr lvl="0">
                        <a:buNone/>
                      </a:pPr>
                      <a:r>
                        <a:rPr lang="de-DE" sz="1400"/>
                        <a:t>0.30</a:t>
                      </a:r>
                    </a:p>
                  </a:txBody>
                  <a:tcPr/>
                </a:tc>
                <a:tc>
                  <a:txBody>
                    <a:bodyPr/>
                    <a:lstStyle/>
                    <a:p>
                      <a:pPr lvl="0">
                        <a:buNone/>
                      </a:pPr>
                      <a:r>
                        <a:rPr lang="de-DE" sz="1400"/>
                        <a:t>0.30</a:t>
                      </a:r>
                    </a:p>
                  </a:txBody>
                  <a:tcPr/>
                </a:tc>
                <a:tc>
                  <a:txBody>
                    <a:bodyPr/>
                    <a:lstStyle/>
                    <a:p>
                      <a:pPr lvl="0">
                        <a:buNone/>
                      </a:pPr>
                      <a:r>
                        <a:rPr lang="de-DE" sz="1400"/>
                        <a:t>0.70</a:t>
                      </a:r>
                    </a:p>
                  </a:txBody>
                  <a:tcPr/>
                </a:tc>
                <a:extLst>
                  <a:ext uri="{0D108BD9-81ED-4DB2-BD59-A6C34878D82A}">
                    <a16:rowId xmlns:a16="http://schemas.microsoft.com/office/drawing/2014/main" val="1382547422"/>
                  </a:ext>
                </a:extLst>
              </a:tr>
              <a:tr h="405245">
                <a:tc>
                  <a:txBody>
                    <a:bodyPr/>
                    <a:lstStyle/>
                    <a:p>
                      <a:pPr lvl="0">
                        <a:buNone/>
                      </a:pPr>
                      <a:r>
                        <a:rPr lang="de-DE" sz="1400"/>
                        <a:t>8</a:t>
                      </a:r>
                    </a:p>
                  </a:txBody>
                  <a:tcPr/>
                </a:tc>
                <a:tc>
                  <a:txBody>
                    <a:bodyPr/>
                    <a:lstStyle/>
                    <a:p>
                      <a:pPr lvl="0">
                        <a:buNone/>
                      </a:pPr>
                      <a:r>
                        <a:rPr lang="de-DE" sz="1400"/>
                        <a:t>0.85</a:t>
                      </a:r>
                    </a:p>
                  </a:txBody>
                  <a:tcPr/>
                </a:tc>
                <a:tc>
                  <a:txBody>
                    <a:bodyPr/>
                    <a:lstStyle/>
                    <a:p>
                      <a:pPr lvl="0">
                        <a:buNone/>
                      </a:pPr>
                      <a:r>
                        <a:rPr lang="de-DE" sz="1400"/>
                        <a:t>0.90</a:t>
                      </a:r>
                    </a:p>
                  </a:txBody>
                  <a:tcPr/>
                </a:tc>
                <a:tc>
                  <a:txBody>
                    <a:bodyPr/>
                    <a:lstStyle/>
                    <a:p>
                      <a:pPr lvl="0">
                        <a:buNone/>
                      </a:pPr>
                      <a:r>
                        <a:rPr lang="de-DE" sz="1400"/>
                        <a:t>0.70</a:t>
                      </a:r>
                    </a:p>
                  </a:txBody>
                  <a:tcPr/>
                </a:tc>
                <a:tc>
                  <a:txBody>
                    <a:bodyPr/>
                    <a:lstStyle/>
                    <a:p>
                      <a:pPr lvl="0">
                        <a:buNone/>
                      </a:pPr>
                      <a:r>
                        <a:rPr lang="de-DE" sz="1400"/>
                        <a:t>0.20</a:t>
                      </a:r>
                    </a:p>
                  </a:txBody>
                  <a:tcPr/>
                </a:tc>
                <a:tc>
                  <a:txBody>
                    <a:bodyPr/>
                    <a:lstStyle/>
                    <a:p>
                      <a:pPr lvl="0">
                        <a:buNone/>
                      </a:pPr>
                      <a:r>
                        <a:rPr lang="de-DE" sz="1400"/>
                        <a:t>0.20</a:t>
                      </a:r>
                    </a:p>
                  </a:txBody>
                  <a:tcPr/>
                </a:tc>
                <a:tc>
                  <a:txBody>
                    <a:bodyPr/>
                    <a:lstStyle/>
                    <a:p>
                      <a:pPr lvl="0">
                        <a:buNone/>
                      </a:pPr>
                      <a:r>
                        <a:rPr lang="de-DE" sz="1400"/>
                        <a:t>0.15</a:t>
                      </a:r>
                    </a:p>
                  </a:txBody>
                  <a:tcPr/>
                </a:tc>
                <a:tc>
                  <a:txBody>
                    <a:bodyPr/>
                    <a:lstStyle/>
                    <a:p>
                      <a:pPr lvl="0">
                        <a:buNone/>
                      </a:pPr>
                      <a:r>
                        <a:rPr lang="de-DE" sz="1400"/>
                        <a:t>0.15</a:t>
                      </a:r>
                    </a:p>
                  </a:txBody>
                  <a:tcPr/>
                </a:tc>
                <a:tc>
                  <a:txBody>
                    <a:bodyPr/>
                    <a:lstStyle/>
                    <a:p>
                      <a:pPr lvl="0">
                        <a:buNone/>
                      </a:pPr>
                      <a:r>
                        <a:rPr lang="de-DE" sz="1400"/>
                        <a:t>0.15</a:t>
                      </a:r>
                    </a:p>
                  </a:txBody>
                  <a:tcPr/>
                </a:tc>
                <a:tc>
                  <a:txBody>
                    <a:bodyPr/>
                    <a:lstStyle/>
                    <a:p>
                      <a:pPr lvl="0">
                        <a:buNone/>
                      </a:pPr>
                      <a:r>
                        <a:rPr lang="de-DE" sz="1400"/>
                        <a:t>0.15</a:t>
                      </a:r>
                    </a:p>
                  </a:txBody>
                  <a:tcPr/>
                </a:tc>
                <a:tc>
                  <a:txBody>
                    <a:bodyPr/>
                    <a:lstStyle/>
                    <a:p>
                      <a:pPr lvl="0">
                        <a:buNone/>
                      </a:pPr>
                      <a:r>
                        <a:rPr lang="de-DE" sz="1400"/>
                        <a:t>0.15</a:t>
                      </a:r>
                    </a:p>
                  </a:txBody>
                  <a:tcPr/>
                </a:tc>
                <a:tc>
                  <a:txBody>
                    <a:bodyPr/>
                    <a:lstStyle/>
                    <a:p>
                      <a:pPr lvl="0">
                        <a:buNone/>
                      </a:pPr>
                      <a:r>
                        <a:rPr lang="de-DE" sz="1400"/>
                        <a:t>0.15</a:t>
                      </a:r>
                    </a:p>
                  </a:txBody>
                  <a:tcPr/>
                </a:tc>
                <a:extLst>
                  <a:ext uri="{0D108BD9-81ED-4DB2-BD59-A6C34878D82A}">
                    <a16:rowId xmlns:a16="http://schemas.microsoft.com/office/drawing/2014/main" val="1599548848"/>
                  </a:ext>
                </a:extLst>
              </a:tr>
              <a:tr h="405245">
                <a:tc>
                  <a:txBody>
                    <a:bodyPr/>
                    <a:lstStyle/>
                    <a:p>
                      <a:pPr lvl="0">
                        <a:buNone/>
                      </a:pPr>
                      <a:r>
                        <a:rPr lang="de-DE" sz="1400"/>
                        <a:t>11</a:t>
                      </a:r>
                    </a:p>
                  </a:txBody>
                  <a:tcPr/>
                </a:tc>
                <a:tc>
                  <a:txBody>
                    <a:bodyPr/>
                    <a:lstStyle/>
                    <a:p>
                      <a:pPr lvl="0">
                        <a:buNone/>
                      </a:pPr>
                      <a:r>
                        <a:rPr lang="de-DE" sz="1400"/>
                        <a:t>0.85</a:t>
                      </a:r>
                    </a:p>
                  </a:txBody>
                  <a:tcPr/>
                </a:tc>
                <a:tc>
                  <a:txBody>
                    <a:bodyPr/>
                    <a:lstStyle/>
                    <a:p>
                      <a:pPr lvl="0">
                        <a:buNone/>
                      </a:pPr>
                      <a:r>
                        <a:rPr lang="de-DE" sz="1400"/>
                        <a:t>0.80</a:t>
                      </a:r>
                    </a:p>
                  </a:txBody>
                  <a:tcPr/>
                </a:tc>
                <a:tc>
                  <a:txBody>
                    <a:bodyPr/>
                    <a:lstStyle/>
                    <a:p>
                      <a:pPr lvl="0">
                        <a:buNone/>
                      </a:pPr>
                      <a:r>
                        <a:rPr lang="de-DE" sz="1400"/>
                        <a:t>0.45</a:t>
                      </a:r>
                    </a:p>
                  </a:txBody>
                  <a:tcPr/>
                </a:tc>
                <a:tc>
                  <a:txBody>
                    <a:bodyPr/>
                    <a:lstStyle/>
                    <a:p>
                      <a:pPr lvl="0">
                        <a:buNone/>
                      </a:pPr>
                      <a:r>
                        <a:rPr lang="de-DE" sz="1400"/>
                        <a:t>0.70</a:t>
                      </a:r>
                    </a:p>
                  </a:txBody>
                  <a:tcPr/>
                </a:tc>
                <a:tc>
                  <a:txBody>
                    <a:bodyPr/>
                    <a:lstStyle/>
                    <a:p>
                      <a:pPr lvl="0">
                        <a:buNone/>
                      </a:pPr>
                      <a:r>
                        <a:rPr lang="de-DE" sz="1400"/>
                        <a:t>0.55</a:t>
                      </a:r>
                    </a:p>
                  </a:txBody>
                  <a:tcPr/>
                </a:tc>
                <a:tc>
                  <a:txBody>
                    <a:bodyPr/>
                    <a:lstStyle/>
                    <a:p>
                      <a:pPr lvl="0">
                        <a:buNone/>
                      </a:pPr>
                      <a:r>
                        <a:rPr lang="de-DE" sz="1400"/>
                        <a:t>0.25</a:t>
                      </a:r>
                    </a:p>
                  </a:txBody>
                  <a:tcPr/>
                </a:tc>
                <a:tc>
                  <a:txBody>
                    <a:bodyPr/>
                    <a:lstStyle/>
                    <a:p>
                      <a:pPr lvl="0">
                        <a:buNone/>
                      </a:pPr>
                      <a:r>
                        <a:rPr lang="de-DE" sz="1400"/>
                        <a:t>0.25</a:t>
                      </a:r>
                    </a:p>
                  </a:txBody>
                  <a:tcPr/>
                </a:tc>
                <a:tc>
                  <a:txBody>
                    <a:bodyPr/>
                    <a:lstStyle/>
                    <a:p>
                      <a:pPr lvl="0">
                        <a:buNone/>
                      </a:pPr>
                      <a:r>
                        <a:rPr lang="de-DE" sz="1400"/>
                        <a:t>0.25</a:t>
                      </a:r>
                    </a:p>
                  </a:txBody>
                  <a:tcPr/>
                </a:tc>
                <a:tc>
                  <a:txBody>
                    <a:bodyPr/>
                    <a:lstStyle/>
                    <a:p>
                      <a:pPr lvl="0">
                        <a:buNone/>
                      </a:pPr>
                      <a:r>
                        <a:rPr lang="de-DE" sz="1400"/>
                        <a:t>0.25</a:t>
                      </a:r>
                    </a:p>
                  </a:txBody>
                  <a:tcPr/>
                </a:tc>
                <a:tc>
                  <a:txBody>
                    <a:bodyPr/>
                    <a:lstStyle/>
                    <a:p>
                      <a:pPr lvl="0">
                        <a:buNone/>
                      </a:pPr>
                      <a:r>
                        <a:rPr lang="de-DE" sz="1400"/>
                        <a:t>0.25</a:t>
                      </a:r>
                    </a:p>
                  </a:txBody>
                  <a:tcPr/>
                </a:tc>
                <a:tc>
                  <a:txBody>
                    <a:bodyPr/>
                    <a:lstStyle/>
                    <a:p>
                      <a:pPr lvl="0">
                        <a:buNone/>
                      </a:pPr>
                      <a:r>
                        <a:rPr lang="de-DE" sz="1400"/>
                        <a:t>0.25</a:t>
                      </a:r>
                    </a:p>
                  </a:txBody>
                  <a:tcPr/>
                </a:tc>
                <a:extLst>
                  <a:ext uri="{0D108BD9-81ED-4DB2-BD59-A6C34878D82A}">
                    <a16:rowId xmlns:a16="http://schemas.microsoft.com/office/drawing/2014/main" val="2701468708"/>
                  </a:ext>
                </a:extLst>
              </a:tr>
            </a:tbl>
          </a:graphicData>
        </a:graphic>
      </p:graphicFrame>
      <p:graphicFrame>
        <p:nvGraphicFramePr>
          <p:cNvPr id="6" name="Tabelle 5">
            <a:extLst>
              <a:ext uri="{FF2B5EF4-FFF2-40B4-BE49-F238E27FC236}">
                <a16:creationId xmlns:a16="http://schemas.microsoft.com/office/drawing/2014/main" id="{BBA6A69A-ACCD-3ECA-F50B-D348BF39B82A}"/>
              </a:ext>
            </a:extLst>
          </p:cNvPr>
          <p:cNvGraphicFramePr>
            <a:graphicFrameLocks noGrp="1"/>
          </p:cNvGraphicFramePr>
          <p:nvPr>
            <p:extLst>
              <p:ext uri="{D42A27DB-BD31-4B8C-83A1-F6EECF244321}">
                <p14:modId xmlns:p14="http://schemas.microsoft.com/office/powerpoint/2010/main" val="3639393204"/>
              </p:ext>
            </p:extLst>
          </p:nvPr>
        </p:nvGraphicFramePr>
        <p:xfrm>
          <a:off x="288607" y="5105550"/>
          <a:ext cx="8553444" cy="3596633"/>
        </p:xfrm>
        <a:graphic>
          <a:graphicData uri="http://schemas.openxmlformats.org/drawingml/2006/table">
            <a:tbl>
              <a:tblPr firstRow="1" bandRow="1">
                <a:tableStyleId>{5C22544A-7EE6-4342-B048-85BDC9FD1C3A}</a:tableStyleId>
              </a:tblPr>
              <a:tblGrid>
                <a:gridCol w="712787">
                  <a:extLst>
                    <a:ext uri="{9D8B030D-6E8A-4147-A177-3AD203B41FA5}">
                      <a16:colId xmlns:a16="http://schemas.microsoft.com/office/drawing/2014/main" val="894150566"/>
                    </a:ext>
                  </a:extLst>
                </a:gridCol>
                <a:gridCol w="712787">
                  <a:extLst>
                    <a:ext uri="{9D8B030D-6E8A-4147-A177-3AD203B41FA5}">
                      <a16:colId xmlns:a16="http://schemas.microsoft.com/office/drawing/2014/main" val="4010572092"/>
                    </a:ext>
                  </a:extLst>
                </a:gridCol>
                <a:gridCol w="712787">
                  <a:extLst>
                    <a:ext uri="{9D8B030D-6E8A-4147-A177-3AD203B41FA5}">
                      <a16:colId xmlns:a16="http://schemas.microsoft.com/office/drawing/2014/main" val="3271437378"/>
                    </a:ext>
                  </a:extLst>
                </a:gridCol>
                <a:gridCol w="712787">
                  <a:extLst>
                    <a:ext uri="{9D8B030D-6E8A-4147-A177-3AD203B41FA5}">
                      <a16:colId xmlns:a16="http://schemas.microsoft.com/office/drawing/2014/main" val="3580078458"/>
                    </a:ext>
                  </a:extLst>
                </a:gridCol>
                <a:gridCol w="712787">
                  <a:extLst>
                    <a:ext uri="{9D8B030D-6E8A-4147-A177-3AD203B41FA5}">
                      <a16:colId xmlns:a16="http://schemas.microsoft.com/office/drawing/2014/main" val="2224828075"/>
                    </a:ext>
                  </a:extLst>
                </a:gridCol>
                <a:gridCol w="712787">
                  <a:extLst>
                    <a:ext uri="{9D8B030D-6E8A-4147-A177-3AD203B41FA5}">
                      <a16:colId xmlns:a16="http://schemas.microsoft.com/office/drawing/2014/main" val="3053313761"/>
                    </a:ext>
                  </a:extLst>
                </a:gridCol>
                <a:gridCol w="712787">
                  <a:extLst>
                    <a:ext uri="{9D8B030D-6E8A-4147-A177-3AD203B41FA5}">
                      <a16:colId xmlns:a16="http://schemas.microsoft.com/office/drawing/2014/main" val="2014364257"/>
                    </a:ext>
                  </a:extLst>
                </a:gridCol>
                <a:gridCol w="712787">
                  <a:extLst>
                    <a:ext uri="{9D8B030D-6E8A-4147-A177-3AD203B41FA5}">
                      <a16:colId xmlns:a16="http://schemas.microsoft.com/office/drawing/2014/main" val="1831583623"/>
                    </a:ext>
                  </a:extLst>
                </a:gridCol>
                <a:gridCol w="712787">
                  <a:extLst>
                    <a:ext uri="{9D8B030D-6E8A-4147-A177-3AD203B41FA5}">
                      <a16:colId xmlns:a16="http://schemas.microsoft.com/office/drawing/2014/main" val="3705079698"/>
                    </a:ext>
                  </a:extLst>
                </a:gridCol>
                <a:gridCol w="712787">
                  <a:extLst>
                    <a:ext uri="{9D8B030D-6E8A-4147-A177-3AD203B41FA5}">
                      <a16:colId xmlns:a16="http://schemas.microsoft.com/office/drawing/2014/main" val="2293653269"/>
                    </a:ext>
                  </a:extLst>
                </a:gridCol>
                <a:gridCol w="712787">
                  <a:extLst>
                    <a:ext uri="{9D8B030D-6E8A-4147-A177-3AD203B41FA5}">
                      <a16:colId xmlns:a16="http://schemas.microsoft.com/office/drawing/2014/main" val="511868558"/>
                    </a:ext>
                  </a:extLst>
                </a:gridCol>
                <a:gridCol w="712787">
                  <a:extLst>
                    <a:ext uri="{9D8B030D-6E8A-4147-A177-3AD203B41FA5}">
                      <a16:colId xmlns:a16="http://schemas.microsoft.com/office/drawing/2014/main" val="549178337"/>
                    </a:ext>
                  </a:extLst>
                </a:gridCol>
              </a:tblGrid>
              <a:tr h="370840">
                <a:tc>
                  <a:txBody>
                    <a:bodyPr/>
                    <a:lstStyle/>
                    <a:p>
                      <a:pPr marL="0" lvl="0" indent="0" algn="l">
                        <a:lnSpc>
                          <a:spcPct val="100000"/>
                        </a:lnSpc>
                        <a:buNone/>
                      </a:pPr>
                      <a:r>
                        <a:rPr lang="de-DE" sz="1400" b="1" i="0" u="none" strike="noStrike" baseline="0" noProof="0" err="1">
                          <a:solidFill>
                            <a:srgbClr val="FFFFFF"/>
                          </a:solidFill>
                          <a:latin typeface="Arial"/>
                          <a:cs typeface="Arial"/>
                        </a:rPr>
                        <a:t>public_lighting_kW</a:t>
                      </a:r>
                      <a:endParaRPr lang="de-DE" sz="1400" err="1"/>
                    </a:p>
                    <a:p>
                      <a:pPr lvl="0">
                        <a:buNone/>
                      </a:pPr>
                      <a:endParaRPr lang="de-DE" sz="1400"/>
                    </a:p>
                  </a:txBody>
                  <a:tcPr/>
                </a:tc>
                <a:tc>
                  <a:txBody>
                    <a:bodyPr/>
                    <a:lstStyle/>
                    <a:p>
                      <a:pPr marL="0" lvl="0" indent="0" algn="l">
                        <a:lnSpc>
                          <a:spcPct val="100000"/>
                        </a:lnSpc>
                        <a:buNone/>
                      </a:pPr>
                      <a:r>
                        <a:rPr lang="de-DE" sz="1400" b="1" i="0" u="none" strike="noStrike" baseline="0" noProof="0" err="1">
                          <a:solidFill>
                            <a:srgbClr val="FFFFFF"/>
                          </a:solidFill>
                          <a:latin typeface="Arial"/>
                          <a:cs typeface="Arial"/>
                        </a:rPr>
                        <a:t>other_consumers_kW</a:t>
                      </a:r>
                      <a:endParaRPr lang="de-DE" err="1"/>
                    </a:p>
                    <a:p>
                      <a:pPr lvl="0">
                        <a:buNone/>
                      </a:pPr>
                      <a:endParaRPr lang="de-DE" sz="1400"/>
                    </a:p>
                  </a:txBody>
                  <a:tcPr/>
                </a:tc>
                <a:tc>
                  <a:txBody>
                    <a:bodyPr/>
                    <a:lstStyle/>
                    <a:p>
                      <a:pPr marL="0" lvl="0" indent="0" algn="l">
                        <a:lnSpc>
                          <a:spcPct val="100000"/>
                        </a:lnSpc>
                        <a:buNone/>
                      </a:pPr>
                      <a:r>
                        <a:rPr lang="de-DE" sz="1400" b="1" i="0" u="none" strike="noStrike" baseline="0" noProof="0" err="1">
                          <a:solidFill>
                            <a:srgbClr val="FFFFFF"/>
                          </a:solidFill>
                          <a:latin typeface="Arial"/>
                          <a:cs typeface="Arial"/>
                        </a:rPr>
                        <a:t>batteries_kW</a:t>
                      </a:r>
                      <a:endParaRPr lang="de-DE" err="1"/>
                    </a:p>
                    <a:p>
                      <a:pPr lvl="0">
                        <a:buNone/>
                      </a:pPr>
                      <a:endParaRPr lang="de-DE" sz="1400"/>
                    </a:p>
                  </a:txBody>
                  <a:tcPr/>
                </a:tc>
                <a:tc>
                  <a:txBody>
                    <a:bodyPr/>
                    <a:lstStyle/>
                    <a:p>
                      <a:pPr marL="0" lvl="0" indent="0" algn="l">
                        <a:lnSpc>
                          <a:spcPct val="100000"/>
                        </a:lnSpc>
                        <a:buNone/>
                      </a:pPr>
                      <a:r>
                        <a:rPr lang="de-DE" sz="1400" b="1" i="0" u="none" strike="noStrike" baseline="0" noProof="0" err="1">
                          <a:solidFill>
                            <a:srgbClr val="FFFFFF"/>
                          </a:solidFill>
                          <a:latin typeface="Arial"/>
                          <a:cs typeface="Arial"/>
                        </a:rPr>
                        <a:t>PV_systems_kW</a:t>
                      </a:r>
                      <a:endParaRPr lang="de-DE" err="1"/>
                    </a:p>
                    <a:p>
                      <a:pPr lvl="0">
                        <a:buNone/>
                      </a:pPr>
                      <a:endParaRPr lang="de-DE" sz="1400"/>
                    </a:p>
                  </a:txBody>
                  <a:tcPr/>
                </a:tc>
                <a:tc>
                  <a:txBody>
                    <a:bodyPr/>
                    <a:lstStyle/>
                    <a:p>
                      <a:pPr marL="0" lvl="0" indent="0" algn="l">
                        <a:lnSpc>
                          <a:spcPct val="100000"/>
                        </a:lnSpc>
                        <a:buNone/>
                      </a:pPr>
                      <a:r>
                        <a:rPr lang="de-DE" sz="1400" b="1" i="0" u="none" strike="noStrike" baseline="0" noProof="0" err="1">
                          <a:solidFill>
                            <a:srgbClr val="FFFFFF"/>
                          </a:solidFill>
                          <a:latin typeface="Arial"/>
                          <a:cs typeface="Arial"/>
                        </a:rPr>
                        <a:t>chp_kW</a:t>
                      </a:r>
                      <a:endParaRPr lang="de-DE" err="1"/>
                    </a:p>
                    <a:p>
                      <a:pPr lvl="0">
                        <a:buNone/>
                      </a:pPr>
                      <a:endParaRPr lang="de-DE" sz="1400"/>
                    </a:p>
                  </a:txBody>
                  <a:tcPr/>
                </a:tc>
                <a:tc>
                  <a:txBody>
                    <a:bodyPr/>
                    <a:lstStyle/>
                    <a:p>
                      <a:pPr marL="0" lvl="0" indent="0" algn="l">
                        <a:lnSpc>
                          <a:spcPct val="100000"/>
                        </a:lnSpc>
                        <a:buNone/>
                      </a:pPr>
                      <a:r>
                        <a:rPr lang="de-DE" sz="1400" b="1" i="0" u="none" strike="noStrike" baseline="0" noProof="0">
                          <a:solidFill>
                            <a:srgbClr val="FFFFFF"/>
                          </a:solidFill>
                          <a:latin typeface="Arial"/>
                          <a:cs typeface="Arial"/>
                        </a:rPr>
                        <a:t>g0_general_kWh</a:t>
                      </a:r>
                      <a:endParaRPr lang="de-DE"/>
                    </a:p>
                    <a:p>
                      <a:pPr lvl="0">
                        <a:buNone/>
                      </a:pPr>
                      <a:endParaRPr lang="de-DE" sz="1400"/>
                    </a:p>
                  </a:txBody>
                  <a:tcPr/>
                </a:tc>
                <a:tc>
                  <a:txBody>
                    <a:bodyPr/>
                    <a:lstStyle/>
                    <a:p>
                      <a:pPr marL="0" lvl="0" indent="0" algn="l">
                        <a:lnSpc>
                          <a:spcPct val="100000"/>
                        </a:lnSpc>
                        <a:buNone/>
                      </a:pPr>
                      <a:r>
                        <a:rPr lang="de-DE" sz="1400" b="1" i="0" u="none" strike="noStrike" baseline="0" noProof="0">
                          <a:solidFill>
                            <a:srgbClr val="FFFFFF"/>
                          </a:solidFill>
                          <a:latin typeface="Arial"/>
                          <a:cs typeface="Arial"/>
                        </a:rPr>
                        <a:t>g1_workdays_kWh</a:t>
                      </a:r>
                      <a:endParaRPr lang="de-DE"/>
                    </a:p>
                    <a:p>
                      <a:pPr lvl="0">
                        <a:buNone/>
                      </a:pPr>
                      <a:endParaRPr lang="de-DE" sz="1400"/>
                    </a:p>
                  </a:txBody>
                  <a:tcPr/>
                </a:tc>
                <a:tc>
                  <a:txBody>
                    <a:bodyPr/>
                    <a:lstStyle/>
                    <a:p>
                      <a:pPr marL="0" lvl="0" indent="0" algn="l">
                        <a:lnSpc>
                          <a:spcPct val="100000"/>
                        </a:lnSpc>
                        <a:buNone/>
                      </a:pPr>
                      <a:r>
                        <a:rPr lang="de-DE" sz="1400" b="1" i="0" u="none" strike="noStrike" baseline="0" noProof="0">
                          <a:solidFill>
                            <a:srgbClr val="FFFFFF"/>
                          </a:solidFill>
                          <a:latin typeface="Arial"/>
                          <a:cs typeface="Arial"/>
                        </a:rPr>
                        <a:t>g2_evening_kWh</a:t>
                      </a:r>
                      <a:endParaRPr lang="de-DE"/>
                    </a:p>
                    <a:p>
                      <a:pPr lvl="0">
                        <a:buNone/>
                      </a:pPr>
                      <a:endParaRPr lang="de-DE" sz="1400"/>
                    </a:p>
                  </a:txBody>
                  <a:tcPr/>
                </a:tc>
                <a:tc>
                  <a:txBody>
                    <a:bodyPr/>
                    <a:lstStyle/>
                    <a:p>
                      <a:pPr marL="0" lvl="0" indent="0" algn="l">
                        <a:lnSpc>
                          <a:spcPct val="100000"/>
                        </a:lnSpc>
                        <a:buNone/>
                      </a:pPr>
                      <a:r>
                        <a:rPr lang="de-DE" sz="1400" b="1" i="0" u="none" strike="noStrike" baseline="0" noProof="0">
                          <a:solidFill>
                            <a:srgbClr val="FFFFFF"/>
                          </a:solidFill>
                          <a:latin typeface="Arial"/>
                          <a:cs typeface="Arial"/>
                        </a:rPr>
                        <a:t>g3_gontinuous_kWh</a:t>
                      </a:r>
                      <a:endParaRPr lang="de-DE"/>
                    </a:p>
                    <a:p>
                      <a:pPr lvl="0">
                        <a:buNone/>
                      </a:pPr>
                      <a:endParaRPr lang="de-DE" sz="1400"/>
                    </a:p>
                  </a:txBody>
                  <a:tcPr/>
                </a:tc>
                <a:tc>
                  <a:txBody>
                    <a:bodyPr/>
                    <a:lstStyle/>
                    <a:p>
                      <a:pPr marL="0" lvl="0" indent="0" algn="l">
                        <a:lnSpc>
                          <a:spcPct val="100000"/>
                        </a:lnSpc>
                        <a:buNone/>
                      </a:pPr>
                      <a:r>
                        <a:rPr lang="de-DE" sz="1400" b="1" i="0" u="none" strike="noStrike" baseline="0" noProof="0">
                          <a:solidFill>
                            <a:srgbClr val="FFFFFF"/>
                          </a:solidFill>
                          <a:latin typeface="Arial"/>
                          <a:cs typeface="Arial"/>
                        </a:rPr>
                        <a:t>g4_shop_hairdresser_kWh</a:t>
                      </a:r>
                      <a:endParaRPr lang="de-DE"/>
                    </a:p>
                    <a:p>
                      <a:pPr lvl="0">
                        <a:buNone/>
                      </a:pPr>
                      <a:endParaRPr lang="de-DE" sz="1400"/>
                    </a:p>
                  </a:txBody>
                  <a:tcPr/>
                </a:tc>
                <a:tc>
                  <a:txBody>
                    <a:bodyPr/>
                    <a:lstStyle/>
                    <a:p>
                      <a:pPr marL="0" lvl="0" indent="0" algn="l">
                        <a:lnSpc>
                          <a:spcPct val="100000"/>
                        </a:lnSpc>
                        <a:buNone/>
                      </a:pPr>
                      <a:r>
                        <a:rPr lang="de-DE" sz="1400" b="1" i="0" u="none" strike="noStrike" baseline="0" noProof="0">
                          <a:solidFill>
                            <a:srgbClr val="FFFFFF"/>
                          </a:solidFill>
                          <a:latin typeface="Arial"/>
                          <a:cs typeface="Arial"/>
                        </a:rPr>
                        <a:t>g5_bakery_kWh</a:t>
                      </a:r>
                      <a:endParaRPr lang="de-DE"/>
                    </a:p>
                    <a:p>
                      <a:pPr lvl="0">
                        <a:buNone/>
                      </a:pPr>
                      <a:endParaRPr lang="de-DE" sz="1400"/>
                    </a:p>
                  </a:txBody>
                  <a:tcPr/>
                </a:tc>
                <a:tc>
                  <a:txBody>
                    <a:bodyPr/>
                    <a:lstStyle/>
                    <a:p>
                      <a:pPr marL="0" lvl="0" indent="0" algn="l">
                        <a:lnSpc>
                          <a:spcPct val="100000"/>
                        </a:lnSpc>
                        <a:buNone/>
                      </a:pPr>
                      <a:r>
                        <a:rPr lang="de-DE" sz="1400" b="1" i="0" u="none" strike="noStrike" baseline="0" noProof="0">
                          <a:solidFill>
                            <a:srgbClr val="FFFFFF"/>
                          </a:solidFill>
                          <a:latin typeface="Arial"/>
                          <a:cs typeface="Arial"/>
                        </a:rPr>
                        <a:t>g6_weekend_kWh</a:t>
                      </a:r>
                      <a:endParaRPr lang="de-DE"/>
                    </a:p>
                    <a:p>
                      <a:pPr lvl="0">
                        <a:buNone/>
                      </a:pPr>
                      <a:endParaRPr lang="de-DE" sz="1400"/>
                    </a:p>
                  </a:txBody>
                  <a:tcPr/>
                </a:tc>
                <a:extLst>
                  <a:ext uri="{0D108BD9-81ED-4DB2-BD59-A6C34878D82A}">
                    <a16:rowId xmlns:a16="http://schemas.microsoft.com/office/drawing/2014/main" val="4084541425"/>
                  </a:ext>
                </a:extLst>
              </a:tr>
              <a:tr h="370840">
                <a:tc>
                  <a:txBody>
                    <a:bodyPr/>
                    <a:lstStyle/>
                    <a:p>
                      <a:r>
                        <a:rPr lang="de-DE" sz="1400"/>
                        <a:t>0.05</a:t>
                      </a:r>
                    </a:p>
                  </a:txBody>
                  <a:tcPr/>
                </a:tc>
                <a:tc>
                  <a:txBody>
                    <a:bodyPr/>
                    <a:lstStyle/>
                    <a:p>
                      <a:r>
                        <a:rPr lang="de-DE" sz="1400"/>
                        <a:t>0.05</a:t>
                      </a:r>
                    </a:p>
                  </a:txBody>
                  <a:tcPr/>
                </a:tc>
                <a:tc>
                  <a:txBody>
                    <a:bodyPr/>
                    <a:lstStyle/>
                    <a:p>
                      <a:r>
                        <a:rPr lang="de-DE" sz="1400"/>
                        <a:t>0.25</a:t>
                      </a:r>
                    </a:p>
                  </a:txBody>
                  <a:tcPr/>
                </a:tc>
                <a:tc>
                  <a:txBody>
                    <a:bodyPr/>
                    <a:lstStyle/>
                    <a:p>
                      <a:r>
                        <a:rPr lang="de-DE" sz="1400"/>
                        <a:t>0.20</a:t>
                      </a:r>
                    </a:p>
                  </a:txBody>
                  <a:tcPr/>
                </a:tc>
                <a:tc>
                  <a:txBody>
                    <a:bodyPr/>
                    <a:lstStyle/>
                    <a:p>
                      <a:r>
                        <a:rPr lang="de-DE" sz="1400"/>
                        <a:t>0.05</a:t>
                      </a:r>
                    </a:p>
                  </a:txBody>
                  <a:tcPr/>
                </a:tc>
                <a:tc>
                  <a:txBody>
                    <a:bodyPr/>
                    <a:lstStyle/>
                    <a:p>
                      <a:r>
                        <a:rPr lang="de-DE" sz="1400"/>
                        <a:t>&lt;0.05</a:t>
                      </a:r>
                    </a:p>
                  </a:txBody>
                  <a:tcPr/>
                </a:tc>
                <a:tc>
                  <a:txBody>
                    <a:bodyPr/>
                    <a:lstStyle/>
                    <a:p>
                      <a:r>
                        <a:rPr lang="de-DE" sz="1400"/>
                        <a:t>&lt;0.05</a:t>
                      </a:r>
                    </a:p>
                  </a:txBody>
                  <a:tcPr/>
                </a:tc>
                <a:tc>
                  <a:txBody>
                    <a:bodyPr/>
                    <a:lstStyle/>
                    <a:p>
                      <a:r>
                        <a:rPr lang="de-DE" sz="1400"/>
                        <a:t>&lt;0.05</a:t>
                      </a:r>
                    </a:p>
                  </a:txBody>
                  <a:tcPr/>
                </a:tc>
                <a:tc>
                  <a:txBody>
                    <a:bodyPr/>
                    <a:lstStyle/>
                    <a:p>
                      <a:pPr lvl="0">
                        <a:buNone/>
                      </a:pPr>
                      <a:r>
                        <a:rPr lang="de-DE" sz="1400"/>
                        <a:t>&lt;0.05</a:t>
                      </a:r>
                    </a:p>
                  </a:txBody>
                  <a:tcPr/>
                </a:tc>
                <a:tc>
                  <a:txBody>
                    <a:bodyPr/>
                    <a:lstStyle/>
                    <a:p>
                      <a:r>
                        <a:rPr lang="de-DE" sz="1400"/>
                        <a:t>&lt;0.05</a:t>
                      </a:r>
                    </a:p>
                  </a:txBody>
                  <a:tcPr/>
                </a:tc>
                <a:tc>
                  <a:txBody>
                    <a:bodyPr/>
                    <a:lstStyle/>
                    <a:p>
                      <a:pPr lvl="0">
                        <a:buNone/>
                      </a:pPr>
                      <a:r>
                        <a:rPr lang="de-DE" sz="1400"/>
                        <a:t>&lt;0.05</a:t>
                      </a:r>
                    </a:p>
                  </a:txBody>
                  <a:tcPr/>
                </a:tc>
                <a:tc>
                  <a:txBody>
                    <a:bodyPr/>
                    <a:lstStyle/>
                    <a:p>
                      <a:pPr lvl="0">
                        <a:buNone/>
                      </a:pPr>
                      <a:r>
                        <a:rPr lang="de-DE" sz="1400"/>
                        <a:t>&lt;0.05</a:t>
                      </a:r>
                    </a:p>
                  </a:txBody>
                  <a:tcPr/>
                </a:tc>
                <a:extLst>
                  <a:ext uri="{0D108BD9-81ED-4DB2-BD59-A6C34878D82A}">
                    <a16:rowId xmlns:a16="http://schemas.microsoft.com/office/drawing/2014/main" val="4198767"/>
                  </a:ext>
                </a:extLst>
              </a:tr>
              <a:tr h="370840">
                <a:tc>
                  <a:txBody>
                    <a:bodyPr/>
                    <a:lstStyle/>
                    <a:p>
                      <a:r>
                        <a:rPr lang="de-DE" sz="1400"/>
                        <a:t>0.10</a:t>
                      </a:r>
                    </a:p>
                  </a:txBody>
                  <a:tcPr/>
                </a:tc>
                <a:tc>
                  <a:txBody>
                    <a:bodyPr/>
                    <a:lstStyle/>
                    <a:p>
                      <a:r>
                        <a:rPr lang="de-DE" sz="1400"/>
                        <a:t>0.10</a:t>
                      </a:r>
                    </a:p>
                  </a:txBody>
                  <a:tcPr/>
                </a:tc>
                <a:tc>
                  <a:txBody>
                    <a:bodyPr/>
                    <a:lstStyle/>
                    <a:p>
                      <a:r>
                        <a:rPr lang="de-DE" sz="1400"/>
                        <a:t>0.25</a:t>
                      </a:r>
                    </a:p>
                  </a:txBody>
                  <a:tcPr/>
                </a:tc>
                <a:tc>
                  <a:txBody>
                    <a:bodyPr/>
                    <a:lstStyle/>
                    <a:p>
                      <a:r>
                        <a:rPr lang="de-DE" sz="1400"/>
                        <a:t>0.20</a:t>
                      </a:r>
                    </a:p>
                  </a:txBody>
                  <a:tcPr/>
                </a:tc>
                <a:tc>
                  <a:txBody>
                    <a:bodyPr/>
                    <a:lstStyle/>
                    <a:p>
                      <a:r>
                        <a:rPr lang="de-DE" sz="1400"/>
                        <a:t>0.10</a:t>
                      </a:r>
                    </a:p>
                  </a:txBody>
                  <a:tcPr/>
                </a:tc>
                <a:tc>
                  <a:txBody>
                    <a:bodyPr/>
                    <a:lstStyle/>
                    <a:p>
                      <a:r>
                        <a:rPr lang="de-DE" sz="1400"/>
                        <a:t>0.10</a:t>
                      </a:r>
                    </a:p>
                  </a:txBody>
                  <a:tcPr/>
                </a:tc>
                <a:tc>
                  <a:txBody>
                    <a:bodyPr/>
                    <a:lstStyle/>
                    <a:p>
                      <a:r>
                        <a:rPr lang="de-DE" sz="1400"/>
                        <a:t>0.10</a:t>
                      </a:r>
                    </a:p>
                  </a:txBody>
                  <a:tcPr/>
                </a:tc>
                <a:tc>
                  <a:txBody>
                    <a:bodyPr/>
                    <a:lstStyle/>
                    <a:p>
                      <a:r>
                        <a:rPr lang="de-DE" sz="1400"/>
                        <a:t>0.10</a:t>
                      </a:r>
                    </a:p>
                  </a:txBody>
                  <a:tcPr/>
                </a:tc>
                <a:tc>
                  <a:txBody>
                    <a:bodyPr/>
                    <a:lstStyle/>
                    <a:p>
                      <a:pPr lvl="0">
                        <a:buNone/>
                      </a:pPr>
                      <a:r>
                        <a:rPr lang="de-DE" sz="1400"/>
                        <a:t>0.10</a:t>
                      </a:r>
                    </a:p>
                  </a:txBody>
                  <a:tcPr/>
                </a:tc>
                <a:tc>
                  <a:txBody>
                    <a:bodyPr/>
                    <a:lstStyle/>
                    <a:p>
                      <a:r>
                        <a:rPr lang="de-DE" sz="1400"/>
                        <a:t>0.10</a:t>
                      </a:r>
                    </a:p>
                  </a:txBody>
                  <a:tcPr/>
                </a:tc>
                <a:tc>
                  <a:txBody>
                    <a:bodyPr/>
                    <a:lstStyle/>
                    <a:p>
                      <a:pPr lvl="0">
                        <a:buNone/>
                      </a:pPr>
                      <a:r>
                        <a:rPr lang="de-DE" sz="1400"/>
                        <a:t>0.10</a:t>
                      </a:r>
                    </a:p>
                  </a:txBody>
                  <a:tcPr/>
                </a:tc>
                <a:tc>
                  <a:txBody>
                    <a:bodyPr/>
                    <a:lstStyle/>
                    <a:p>
                      <a:pPr lvl="0">
                        <a:buNone/>
                      </a:pPr>
                      <a:r>
                        <a:rPr lang="de-DE" sz="1400"/>
                        <a:t>0.10</a:t>
                      </a:r>
                    </a:p>
                  </a:txBody>
                  <a:tcPr/>
                </a:tc>
                <a:extLst>
                  <a:ext uri="{0D108BD9-81ED-4DB2-BD59-A6C34878D82A}">
                    <a16:rowId xmlns:a16="http://schemas.microsoft.com/office/drawing/2014/main" val="2377502259"/>
                  </a:ext>
                </a:extLst>
              </a:tr>
              <a:tr h="370839">
                <a:tc>
                  <a:txBody>
                    <a:bodyPr/>
                    <a:lstStyle/>
                    <a:p>
                      <a:pPr lvl="0">
                        <a:buNone/>
                      </a:pPr>
                      <a:r>
                        <a:rPr lang="de-DE" sz="1400"/>
                        <a:t>0.05</a:t>
                      </a:r>
                    </a:p>
                  </a:txBody>
                  <a:tcPr/>
                </a:tc>
                <a:tc>
                  <a:txBody>
                    <a:bodyPr/>
                    <a:lstStyle/>
                    <a:p>
                      <a:pPr lvl="0">
                        <a:buNone/>
                      </a:pPr>
                      <a:r>
                        <a:rPr lang="de-DE" sz="1400"/>
                        <a:t>0.05</a:t>
                      </a:r>
                    </a:p>
                  </a:txBody>
                  <a:tcPr/>
                </a:tc>
                <a:tc>
                  <a:txBody>
                    <a:bodyPr/>
                    <a:lstStyle/>
                    <a:p>
                      <a:pPr lvl="0">
                        <a:buNone/>
                      </a:pPr>
                      <a:r>
                        <a:rPr lang="de-DE" sz="1400"/>
                        <a:t>0.12</a:t>
                      </a:r>
                    </a:p>
                  </a:txBody>
                  <a:tcPr/>
                </a:tc>
                <a:tc>
                  <a:txBody>
                    <a:bodyPr/>
                    <a:lstStyle/>
                    <a:p>
                      <a:pPr lvl="0">
                        <a:buNone/>
                      </a:pPr>
                      <a:r>
                        <a:rPr lang="de-DE" sz="1400"/>
                        <a:t>0.10</a:t>
                      </a:r>
                    </a:p>
                  </a:txBody>
                  <a:tcPr/>
                </a:tc>
                <a:tc>
                  <a:txBody>
                    <a:bodyPr/>
                    <a:lstStyle/>
                    <a:p>
                      <a:pPr lvl="0">
                        <a:buNone/>
                      </a:pPr>
                      <a:r>
                        <a:rPr lang="de-DE" sz="1400"/>
                        <a:t>0.05</a:t>
                      </a:r>
                    </a:p>
                  </a:txBody>
                  <a:tcPr/>
                </a:tc>
                <a:tc>
                  <a:txBody>
                    <a:bodyPr/>
                    <a:lstStyle/>
                    <a:p>
                      <a:pPr lvl="0">
                        <a:buNone/>
                      </a:pPr>
                      <a:r>
                        <a:rPr lang="de-DE" sz="1400"/>
                        <a:t>0.15</a:t>
                      </a:r>
                    </a:p>
                  </a:txBody>
                  <a:tcPr/>
                </a:tc>
                <a:tc>
                  <a:txBody>
                    <a:bodyPr/>
                    <a:lstStyle/>
                    <a:p>
                      <a:pPr lvl="0">
                        <a:buNone/>
                      </a:pPr>
                      <a:r>
                        <a:rPr lang="de-DE" sz="1400"/>
                        <a:t>0.15</a:t>
                      </a:r>
                    </a:p>
                  </a:txBody>
                  <a:tcPr/>
                </a:tc>
                <a:tc>
                  <a:txBody>
                    <a:bodyPr/>
                    <a:lstStyle/>
                    <a:p>
                      <a:pPr lvl="0">
                        <a:buNone/>
                      </a:pPr>
                      <a:r>
                        <a:rPr lang="de-DE" sz="1400"/>
                        <a:t>0.12</a:t>
                      </a:r>
                    </a:p>
                  </a:txBody>
                  <a:tcPr/>
                </a:tc>
                <a:tc>
                  <a:txBody>
                    <a:bodyPr/>
                    <a:lstStyle/>
                    <a:p>
                      <a:pPr lvl="0">
                        <a:buNone/>
                      </a:pPr>
                      <a:r>
                        <a:rPr lang="de-DE" sz="1400"/>
                        <a:t>0.12</a:t>
                      </a:r>
                    </a:p>
                  </a:txBody>
                  <a:tcPr/>
                </a:tc>
                <a:tc>
                  <a:txBody>
                    <a:bodyPr/>
                    <a:lstStyle/>
                    <a:p>
                      <a:pPr lvl="0">
                        <a:buNone/>
                      </a:pPr>
                      <a:r>
                        <a:rPr lang="de-DE" sz="1400"/>
                        <a:t>0.12</a:t>
                      </a:r>
                    </a:p>
                  </a:txBody>
                  <a:tcPr/>
                </a:tc>
                <a:tc>
                  <a:txBody>
                    <a:bodyPr/>
                    <a:lstStyle/>
                    <a:p>
                      <a:pPr lvl="0">
                        <a:buNone/>
                      </a:pPr>
                      <a:r>
                        <a:rPr lang="de-DE" sz="1400"/>
                        <a:t>0.10</a:t>
                      </a:r>
                    </a:p>
                  </a:txBody>
                  <a:tcPr/>
                </a:tc>
                <a:tc>
                  <a:txBody>
                    <a:bodyPr/>
                    <a:lstStyle/>
                    <a:p>
                      <a:pPr lvl="0">
                        <a:buNone/>
                      </a:pPr>
                      <a:r>
                        <a:rPr lang="de-DE" sz="1400"/>
                        <a:t>0.10</a:t>
                      </a:r>
                    </a:p>
                  </a:txBody>
                  <a:tcPr/>
                </a:tc>
                <a:extLst>
                  <a:ext uri="{0D108BD9-81ED-4DB2-BD59-A6C34878D82A}">
                    <a16:rowId xmlns:a16="http://schemas.microsoft.com/office/drawing/2014/main" val="4180923322"/>
                  </a:ext>
                </a:extLst>
              </a:tr>
              <a:tr h="370838">
                <a:tc>
                  <a:txBody>
                    <a:bodyPr/>
                    <a:lstStyle/>
                    <a:p>
                      <a:pPr lvl="0">
                        <a:buNone/>
                      </a:pPr>
                      <a:r>
                        <a:rPr lang="de-DE" sz="1400"/>
                        <a:t>0.30</a:t>
                      </a:r>
                    </a:p>
                  </a:txBody>
                  <a:tcPr/>
                </a:tc>
                <a:tc>
                  <a:txBody>
                    <a:bodyPr/>
                    <a:lstStyle/>
                    <a:p>
                      <a:pPr lvl="0">
                        <a:buNone/>
                      </a:pPr>
                      <a:r>
                        <a:rPr lang="de-DE" sz="1400"/>
                        <a:t>0.50</a:t>
                      </a:r>
                    </a:p>
                  </a:txBody>
                  <a:tcPr/>
                </a:tc>
                <a:tc>
                  <a:txBody>
                    <a:bodyPr/>
                    <a:lstStyle/>
                    <a:p>
                      <a:pPr lvl="0">
                        <a:buNone/>
                      </a:pPr>
                      <a:r>
                        <a:rPr lang="de-DE" sz="1400"/>
                        <a:t>0.65</a:t>
                      </a:r>
                    </a:p>
                  </a:txBody>
                  <a:tcPr/>
                </a:tc>
                <a:tc>
                  <a:txBody>
                    <a:bodyPr/>
                    <a:lstStyle/>
                    <a:p>
                      <a:pPr lvl="0">
                        <a:buNone/>
                      </a:pPr>
                      <a:r>
                        <a:rPr lang="de-DE" sz="1400"/>
                        <a:t>0.70</a:t>
                      </a:r>
                    </a:p>
                  </a:txBody>
                  <a:tcPr/>
                </a:tc>
                <a:tc>
                  <a:txBody>
                    <a:bodyPr/>
                    <a:lstStyle/>
                    <a:p>
                      <a:pPr lvl="0">
                        <a:buNone/>
                      </a:pPr>
                      <a:r>
                        <a:rPr lang="de-DE" sz="1400"/>
                        <a:t>0.30</a:t>
                      </a:r>
                    </a:p>
                  </a:txBody>
                  <a:tcPr/>
                </a:tc>
                <a:tc>
                  <a:txBody>
                    <a:bodyPr/>
                    <a:lstStyle/>
                    <a:p>
                      <a:pPr lvl="0">
                        <a:buNone/>
                      </a:pPr>
                      <a:r>
                        <a:rPr lang="de-DE" sz="1400"/>
                        <a:t>0.35</a:t>
                      </a:r>
                    </a:p>
                  </a:txBody>
                  <a:tcPr/>
                </a:tc>
                <a:tc>
                  <a:txBody>
                    <a:bodyPr/>
                    <a:lstStyle/>
                    <a:p>
                      <a:pPr lvl="0">
                        <a:buNone/>
                      </a:pPr>
                      <a:r>
                        <a:rPr lang="de-DE" sz="1400"/>
                        <a:t>0.35</a:t>
                      </a:r>
                    </a:p>
                  </a:txBody>
                  <a:tcPr/>
                </a:tc>
                <a:tc>
                  <a:txBody>
                    <a:bodyPr/>
                    <a:lstStyle/>
                    <a:p>
                      <a:pPr lvl="0">
                        <a:buNone/>
                      </a:pPr>
                      <a:r>
                        <a:rPr lang="de-DE" sz="1400"/>
                        <a:t>0.35</a:t>
                      </a:r>
                    </a:p>
                  </a:txBody>
                  <a:tcPr/>
                </a:tc>
                <a:tc>
                  <a:txBody>
                    <a:bodyPr/>
                    <a:lstStyle/>
                    <a:p>
                      <a:pPr lvl="0">
                        <a:buNone/>
                      </a:pPr>
                      <a:r>
                        <a:rPr lang="de-DE" sz="1400"/>
                        <a:t>0.35</a:t>
                      </a:r>
                    </a:p>
                  </a:txBody>
                  <a:tcPr/>
                </a:tc>
                <a:tc>
                  <a:txBody>
                    <a:bodyPr/>
                    <a:lstStyle/>
                    <a:p>
                      <a:pPr lvl="0">
                        <a:buNone/>
                      </a:pPr>
                      <a:r>
                        <a:rPr lang="de-DE" sz="1400"/>
                        <a:t>0.45</a:t>
                      </a:r>
                    </a:p>
                  </a:txBody>
                  <a:tcPr/>
                </a:tc>
                <a:tc>
                  <a:txBody>
                    <a:bodyPr/>
                    <a:lstStyle/>
                    <a:p>
                      <a:pPr lvl="0">
                        <a:buNone/>
                      </a:pPr>
                      <a:r>
                        <a:rPr lang="de-DE" sz="1400"/>
                        <a:t>0.45</a:t>
                      </a:r>
                    </a:p>
                  </a:txBody>
                  <a:tcPr/>
                </a:tc>
                <a:tc>
                  <a:txBody>
                    <a:bodyPr/>
                    <a:lstStyle/>
                    <a:p>
                      <a:pPr lvl="0">
                        <a:buNone/>
                      </a:pPr>
                      <a:r>
                        <a:rPr lang="de-DE" sz="1400"/>
                        <a:t>0.35</a:t>
                      </a:r>
                    </a:p>
                  </a:txBody>
                  <a:tcPr/>
                </a:tc>
                <a:extLst>
                  <a:ext uri="{0D108BD9-81ED-4DB2-BD59-A6C34878D82A}">
                    <a16:rowId xmlns:a16="http://schemas.microsoft.com/office/drawing/2014/main" val="3425758347"/>
                  </a:ext>
                </a:extLst>
              </a:tr>
              <a:tr h="370838">
                <a:tc>
                  <a:txBody>
                    <a:bodyPr/>
                    <a:lstStyle/>
                    <a:p>
                      <a:pPr lvl="0">
                        <a:buNone/>
                      </a:pPr>
                      <a:r>
                        <a:rPr lang="de-DE" sz="1400"/>
                        <a:t>0.15</a:t>
                      </a:r>
                    </a:p>
                  </a:txBody>
                  <a:tcPr/>
                </a:tc>
                <a:tc>
                  <a:txBody>
                    <a:bodyPr/>
                    <a:lstStyle/>
                    <a:p>
                      <a:pPr lvl="0">
                        <a:buNone/>
                      </a:pPr>
                      <a:r>
                        <a:rPr lang="de-DE" sz="1400"/>
                        <a:t>0.15</a:t>
                      </a:r>
                    </a:p>
                  </a:txBody>
                  <a:tcPr/>
                </a:tc>
                <a:tc>
                  <a:txBody>
                    <a:bodyPr/>
                    <a:lstStyle/>
                    <a:p>
                      <a:pPr lvl="0">
                        <a:buNone/>
                      </a:pPr>
                      <a:r>
                        <a:rPr lang="de-DE" sz="1400"/>
                        <a:t>0.15</a:t>
                      </a:r>
                    </a:p>
                  </a:txBody>
                  <a:tcPr/>
                </a:tc>
                <a:tc>
                  <a:txBody>
                    <a:bodyPr/>
                    <a:lstStyle/>
                    <a:p>
                      <a:pPr lvl="0">
                        <a:buNone/>
                      </a:pPr>
                      <a:r>
                        <a:rPr lang="de-DE" sz="1400"/>
                        <a:t>0.15</a:t>
                      </a:r>
                    </a:p>
                  </a:txBody>
                  <a:tcPr/>
                </a:tc>
                <a:tc>
                  <a:txBody>
                    <a:bodyPr/>
                    <a:lstStyle/>
                    <a:p>
                      <a:pPr lvl="0">
                        <a:buNone/>
                      </a:pPr>
                      <a:r>
                        <a:rPr lang="de-DE" sz="1400"/>
                        <a:t>0.15</a:t>
                      </a:r>
                    </a:p>
                  </a:txBody>
                  <a:tcPr/>
                </a:tc>
                <a:tc>
                  <a:txBody>
                    <a:bodyPr/>
                    <a:lstStyle/>
                    <a:p>
                      <a:pPr lvl="0">
                        <a:buNone/>
                      </a:pPr>
                      <a:r>
                        <a:rPr lang="de-DE" sz="1400"/>
                        <a:t>0.15</a:t>
                      </a:r>
                    </a:p>
                  </a:txBody>
                  <a:tcPr/>
                </a:tc>
                <a:tc>
                  <a:txBody>
                    <a:bodyPr/>
                    <a:lstStyle/>
                    <a:p>
                      <a:pPr lvl="0">
                        <a:buNone/>
                      </a:pPr>
                      <a:r>
                        <a:rPr lang="de-DE" sz="1400"/>
                        <a:t>0.15</a:t>
                      </a:r>
                    </a:p>
                  </a:txBody>
                  <a:tcPr/>
                </a:tc>
                <a:tc>
                  <a:txBody>
                    <a:bodyPr/>
                    <a:lstStyle/>
                    <a:p>
                      <a:pPr lvl="0">
                        <a:buNone/>
                      </a:pPr>
                      <a:r>
                        <a:rPr lang="de-DE" sz="1400"/>
                        <a:t>0.15</a:t>
                      </a:r>
                    </a:p>
                  </a:txBody>
                  <a:tcPr/>
                </a:tc>
                <a:tc>
                  <a:txBody>
                    <a:bodyPr/>
                    <a:lstStyle/>
                    <a:p>
                      <a:pPr lvl="0">
                        <a:buNone/>
                      </a:pPr>
                      <a:r>
                        <a:rPr lang="de-DE" sz="1400"/>
                        <a:t>0.15</a:t>
                      </a:r>
                    </a:p>
                  </a:txBody>
                  <a:tcPr/>
                </a:tc>
                <a:tc>
                  <a:txBody>
                    <a:bodyPr/>
                    <a:lstStyle/>
                    <a:p>
                      <a:pPr lvl="0">
                        <a:buNone/>
                      </a:pPr>
                      <a:r>
                        <a:rPr lang="de-DE" sz="1400"/>
                        <a:t>0.15</a:t>
                      </a:r>
                    </a:p>
                  </a:txBody>
                  <a:tcPr/>
                </a:tc>
                <a:tc>
                  <a:txBody>
                    <a:bodyPr/>
                    <a:lstStyle/>
                    <a:p>
                      <a:pPr lvl="0">
                        <a:buNone/>
                      </a:pPr>
                      <a:r>
                        <a:rPr lang="de-DE" sz="1400"/>
                        <a:t>0.15</a:t>
                      </a:r>
                    </a:p>
                  </a:txBody>
                  <a:tcPr/>
                </a:tc>
                <a:tc>
                  <a:txBody>
                    <a:bodyPr/>
                    <a:lstStyle/>
                    <a:p>
                      <a:pPr lvl="0">
                        <a:buNone/>
                      </a:pPr>
                      <a:r>
                        <a:rPr lang="de-DE" sz="1400"/>
                        <a:t>0.15</a:t>
                      </a:r>
                    </a:p>
                  </a:txBody>
                  <a:tcPr/>
                </a:tc>
                <a:extLst>
                  <a:ext uri="{0D108BD9-81ED-4DB2-BD59-A6C34878D82A}">
                    <a16:rowId xmlns:a16="http://schemas.microsoft.com/office/drawing/2014/main" val="3786543771"/>
                  </a:ext>
                </a:extLst>
              </a:tr>
              <a:tr h="370838">
                <a:tc>
                  <a:txBody>
                    <a:bodyPr/>
                    <a:lstStyle/>
                    <a:p>
                      <a:pPr lvl="0">
                        <a:buNone/>
                      </a:pPr>
                      <a:r>
                        <a:rPr lang="de-DE" sz="1400"/>
                        <a:t>0.25</a:t>
                      </a:r>
                    </a:p>
                  </a:txBody>
                  <a:tcPr/>
                </a:tc>
                <a:tc>
                  <a:txBody>
                    <a:bodyPr/>
                    <a:lstStyle/>
                    <a:p>
                      <a:pPr lvl="0">
                        <a:buNone/>
                      </a:pPr>
                      <a:r>
                        <a:rPr lang="de-DE" sz="1400"/>
                        <a:t>0.25</a:t>
                      </a:r>
                    </a:p>
                  </a:txBody>
                  <a:tcPr/>
                </a:tc>
                <a:tc>
                  <a:txBody>
                    <a:bodyPr/>
                    <a:lstStyle/>
                    <a:p>
                      <a:pPr lvl="0">
                        <a:buNone/>
                      </a:pPr>
                      <a:r>
                        <a:rPr lang="de-DE" sz="1400"/>
                        <a:t>0.30</a:t>
                      </a:r>
                    </a:p>
                  </a:txBody>
                  <a:tcPr/>
                </a:tc>
                <a:tc>
                  <a:txBody>
                    <a:bodyPr/>
                    <a:lstStyle/>
                    <a:p>
                      <a:pPr lvl="0">
                        <a:buNone/>
                      </a:pPr>
                      <a:r>
                        <a:rPr lang="de-DE" sz="1400"/>
                        <a:t>0.30</a:t>
                      </a:r>
                    </a:p>
                  </a:txBody>
                  <a:tcPr/>
                </a:tc>
                <a:tc>
                  <a:txBody>
                    <a:bodyPr/>
                    <a:lstStyle/>
                    <a:p>
                      <a:pPr lvl="0">
                        <a:buNone/>
                      </a:pPr>
                      <a:r>
                        <a:rPr lang="de-DE" sz="1400"/>
                        <a:t>0.30</a:t>
                      </a:r>
                    </a:p>
                  </a:txBody>
                  <a:tcPr/>
                </a:tc>
                <a:tc>
                  <a:txBody>
                    <a:bodyPr/>
                    <a:lstStyle/>
                    <a:p>
                      <a:pPr lvl="0">
                        <a:buNone/>
                      </a:pPr>
                      <a:r>
                        <a:rPr lang="de-DE" sz="1400"/>
                        <a:t>0.40</a:t>
                      </a:r>
                    </a:p>
                  </a:txBody>
                  <a:tcPr/>
                </a:tc>
                <a:tc>
                  <a:txBody>
                    <a:bodyPr/>
                    <a:lstStyle/>
                    <a:p>
                      <a:pPr lvl="0">
                        <a:buNone/>
                      </a:pPr>
                      <a:r>
                        <a:rPr lang="de-DE" sz="1400"/>
                        <a:t>0.40</a:t>
                      </a:r>
                    </a:p>
                  </a:txBody>
                  <a:tcPr/>
                </a:tc>
                <a:tc>
                  <a:txBody>
                    <a:bodyPr/>
                    <a:lstStyle/>
                    <a:p>
                      <a:pPr lvl="0">
                        <a:buNone/>
                      </a:pPr>
                      <a:r>
                        <a:rPr lang="de-DE" sz="1400"/>
                        <a:t>0.40</a:t>
                      </a:r>
                    </a:p>
                  </a:txBody>
                  <a:tcPr/>
                </a:tc>
                <a:tc>
                  <a:txBody>
                    <a:bodyPr/>
                    <a:lstStyle/>
                    <a:p>
                      <a:pPr lvl="0">
                        <a:buNone/>
                      </a:pPr>
                      <a:r>
                        <a:rPr lang="de-DE" sz="1400"/>
                        <a:t>0.40</a:t>
                      </a:r>
                    </a:p>
                  </a:txBody>
                  <a:tcPr/>
                </a:tc>
                <a:tc>
                  <a:txBody>
                    <a:bodyPr/>
                    <a:lstStyle/>
                    <a:p>
                      <a:pPr lvl="0">
                        <a:buNone/>
                      </a:pPr>
                      <a:r>
                        <a:rPr lang="de-DE" sz="1400"/>
                        <a:t>0.40</a:t>
                      </a:r>
                    </a:p>
                  </a:txBody>
                  <a:tcPr/>
                </a:tc>
                <a:tc>
                  <a:txBody>
                    <a:bodyPr/>
                    <a:lstStyle/>
                    <a:p>
                      <a:pPr lvl="0">
                        <a:buNone/>
                      </a:pPr>
                      <a:r>
                        <a:rPr lang="de-DE" sz="1400"/>
                        <a:t>0.40</a:t>
                      </a:r>
                    </a:p>
                  </a:txBody>
                  <a:tcPr/>
                </a:tc>
                <a:tc>
                  <a:txBody>
                    <a:bodyPr/>
                    <a:lstStyle/>
                    <a:p>
                      <a:pPr lvl="0">
                        <a:buNone/>
                      </a:pPr>
                      <a:r>
                        <a:rPr lang="de-DE" sz="1400"/>
                        <a:t>0.40</a:t>
                      </a:r>
                    </a:p>
                  </a:txBody>
                  <a:tcPr/>
                </a:tc>
                <a:extLst>
                  <a:ext uri="{0D108BD9-81ED-4DB2-BD59-A6C34878D82A}">
                    <a16:rowId xmlns:a16="http://schemas.microsoft.com/office/drawing/2014/main" val="3117144072"/>
                  </a:ext>
                </a:extLst>
              </a:tr>
            </a:tbl>
          </a:graphicData>
        </a:graphic>
      </p:graphicFrame>
    </p:spTree>
    <p:extLst>
      <p:ext uri="{BB962C8B-B14F-4D97-AF65-F5344CB8AC3E}">
        <p14:creationId xmlns:p14="http://schemas.microsoft.com/office/powerpoint/2010/main" val="114863143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FD6BA4-E2E0-6484-9E71-3663A6C3D6AF}"/>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47690D71-5EB8-D813-ACEF-44C0C22CE5D6}"/>
              </a:ext>
            </a:extLst>
          </p:cNvPr>
          <p:cNvSpPr>
            <a:spLocks noGrp="1"/>
          </p:cNvSpPr>
          <p:nvPr>
            <p:ph type="title"/>
          </p:nvPr>
        </p:nvSpPr>
        <p:spPr/>
        <p:txBody>
          <a:bodyPr/>
          <a:lstStyle/>
          <a:p>
            <a:r>
              <a:rPr lang="en-US" err="1">
                <a:latin typeface="Arial"/>
                <a:cs typeface="Arial"/>
              </a:rPr>
              <a:t>Feeder_metadata</a:t>
            </a:r>
            <a:r>
              <a:rPr lang="en-US">
                <a:latin typeface="Arial"/>
                <a:cs typeface="Arial"/>
              </a:rPr>
              <a:t> (Temperature = 0)  GPT-OSS:120b</a:t>
            </a:r>
            <a:endParaRPr lang="en-US"/>
          </a:p>
        </p:txBody>
      </p:sp>
      <p:graphicFrame>
        <p:nvGraphicFramePr>
          <p:cNvPr id="4" name="Tabelle 3">
            <a:extLst>
              <a:ext uri="{FF2B5EF4-FFF2-40B4-BE49-F238E27FC236}">
                <a16:creationId xmlns:a16="http://schemas.microsoft.com/office/drawing/2014/main" id="{52856B79-2C1D-A1EC-3F6B-50EE13A1B30F}"/>
              </a:ext>
            </a:extLst>
          </p:cNvPr>
          <p:cNvGraphicFramePr>
            <a:graphicFrameLocks noGrp="1"/>
          </p:cNvGraphicFramePr>
          <p:nvPr>
            <p:extLst>
              <p:ext uri="{D42A27DB-BD31-4B8C-83A1-F6EECF244321}">
                <p14:modId xmlns:p14="http://schemas.microsoft.com/office/powerpoint/2010/main" val="2847075255"/>
              </p:ext>
            </p:extLst>
          </p:nvPr>
        </p:nvGraphicFramePr>
        <p:xfrm>
          <a:off x="284480" y="976376"/>
          <a:ext cx="8561016" cy="2468187"/>
        </p:xfrm>
        <a:graphic>
          <a:graphicData uri="http://schemas.openxmlformats.org/drawingml/2006/table">
            <a:tbl>
              <a:tblPr firstRow="1" bandRow="1">
                <a:tableStyleId>{5C22544A-7EE6-4342-B048-85BDC9FD1C3A}</a:tableStyleId>
              </a:tblPr>
              <a:tblGrid>
                <a:gridCol w="713418">
                  <a:extLst>
                    <a:ext uri="{9D8B030D-6E8A-4147-A177-3AD203B41FA5}">
                      <a16:colId xmlns:a16="http://schemas.microsoft.com/office/drawing/2014/main" val="928571187"/>
                    </a:ext>
                  </a:extLst>
                </a:gridCol>
                <a:gridCol w="713418">
                  <a:extLst>
                    <a:ext uri="{9D8B030D-6E8A-4147-A177-3AD203B41FA5}">
                      <a16:colId xmlns:a16="http://schemas.microsoft.com/office/drawing/2014/main" val="3482727297"/>
                    </a:ext>
                  </a:extLst>
                </a:gridCol>
                <a:gridCol w="713418">
                  <a:extLst>
                    <a:ext uri="{9D8B030D-6E8A-4147-A177-3AD203B41FA5}">
                      <a16:colId xmlns:a16="http://schemas.microsoft.com/office/drawing/2014/main" val="2681182858"/>
                    </a:ext>
                  </a:extLst>
                </a:gridCol>
                <a:gridCol w="713418">
                  <a:extLst>
                    <a:ext uri="{9D8B030D-6E8A-4147-A177-3AD203B41FA5}">
                      <a16:colId xmlns:a16="http://schemas.microsoft.com/office/drawing/2014/main" val="149693097"/>
                    </a:ext>
                  </a:extLst>
                </a:gridCol>
                <a:gridCol w="713418">
                  <a:extLst>
                    <a:ext uri="{9D8B030D-6E8A-4147-A177-3AD203B41FA5}">
                      <a16:colId xmlns:a16="http://schemas.microsoft.com/office/drawing/2014/main" val="3124726241"/>
                    </a:ext>
                  </a:extLst>
                </a:gridCol>
                <a:gridCol w="713418">
                  <a:extLst>
                    <a:ext uri="{9D8B030D-6E8A-4147-A177-3AD203B41FA5}">
                      <a16:colId xmlns:a16="http://schemas.microsoft.com/office/drawing/2014/main" val="2154533912"/>
                    </a:ext>
                  </a:extLst>
                </a:gridCol>
                <a:gridCol w="713418">
                  <a:extLst>
                    <a:ext uri="{9D8B030D-6E8A-4147-A177-3AD203B41FA5}">
                      <a16:colId xmlns:a16="http://schemas.microsoft.com/office/drawing/2014/main" val="2092475998"/>
                    </a:ext>
                  </a:extLst>
                </a:gridCol>
                <a:gridCol w="713418">
                  <a:extLst>
                    <a:ext uri="{9D8B030D-6E8A-4147-A177-3AD203B41FA5}">
                      <a16:colId xmlns:a16="http://schemas.microsoft.com/office/drawing/2014/main" val="3910534623"/>
                    </a:ext>
                  </a:extLst>
                </a:gridCol>
                <a:gridCol w="713418">
                  <a:extLst>
                    <a:ext uri="{9D8B030D-6E8A-4147-A177-3AD203B41FA5}">
                      <a16:colId xmlns:a16="http://schemas.microsoft.com/office/drawing/2014/main" val="1805982607"/>
                    </a:ext>
                  </a:extLst>
                </a:gridCol>
                <a:gridCol w="713418">
                  <a:extLst>
                    <a:ext uri="{9D8B030D-6E8A-4147-A177-3AD203B41FA5}">
                      <a16:colId xmlns:a16="http://schemas.microsoft.com/office/drawing/2014/main" val="3967829655"/>
                    </a:ext>
                  </a:extLst>
                </a:gridCol>
                <a:gridCol w="713418">
                  <a:extLst>
                    <a:ext uri="{9D8B030D-6E8A-4147-A177-3AD203B41FA5}">
                      <a16:colId xmlns:a16="http://schemas.microsoft.com/office/drawing/2014/main" val="169780462"/>
                    </a:ext>
                  </a:extLst>
                </a:gridCol>
                <a:gridCol w="713418">
                  <a:extLst>
                    <a:ext uri="{9D8B030D-6E8A-4147-A177-3AD203B41FA5}">
                      <a16:colId xmlns:a16="http://schemas.microsoft.com/office/drawing/2014/main" val="683431738"/>
                    </a:ext>
                  </a:extLst>
                </a:gridCol>
              </a:tblGrid>
              <a:tr h="578470">
                <a:tc>
                  <a:txBody>
                    <a:bodyPr/>
                    <a:lstStyle/>
                    <a:p>
                      <a:endParaRPr lang="de-DE" sz="1400"/>
                    </a:p>
                  </a:txBody>
                  <a:tcPr/>
                </a:tc>
                <a:tc>
                  <a:txBody>
                    <a:bodyPr/>
                    <a:lstStyle/>
                    <a:p>
                      <a:pPr lvl="0">
                        <a:buNone/>
                      </a:pPr>
                      <a:r>
                        <a:rPr lang="de-DE" sz="1400" err="1"/>
                        <a:t>feeder</a:t>
                      </a:r>
                    </a:p>
                  </a:txBody>
                  <a:tcPr/>
                </a:tc>
                <a:tc>
                  <a:txBody>
                    <a:bodyPr/>
                    <a:lstStyle/>
                    <a:p>
                      <a:pPr marL="0" lvl="0" indent="0" algn="l">
                        <a:lnSpc>
                          <a:spcPct val="100000"/>
                        </a:lnSpc>
                        <a:buNone/>
                      </a:pPr>
                      <a:r>
                        <a:rPr lang="de-DE" sz="1400" b="1" i="0" u="none" strike="noStrike" baseline="0" noProof="0" err="1">
                          <a:solidFill>
                            <a:srgbClr val="FFFFFF"/>
                          </a:solidFill>
                          <a:latin typeface="Arial"/>
                          <a:cs typeface="Arial"/>
                        </a:rPr>
                        <a:t>substation</a:t>
                      </a:r>
                      <a:endParaRPr lang="de-DE" err="1"/>
                    </a:p>
                    <a:p>
                      <a:pPr lvl="0">
                        <a:buNone/>
                      </a:pPr>
                      <a:endParaRPr lang="de-DE" sz="1400"/>
                    </a:p>
                  </a:txBody>
                  <a:tcPr/>
                </a:tc>
                <a:tc>
                  <a:txBody>
                    <a:bodyPr/>
                    <a:lstStyle/>
                    <a:p>
                      <a:r>
                        <a:rPr lang="de-DE" sz="1400"/>
                        <a:t>date</a:t>
                      </a:r>
                    </a:p>
                  </a:txBody>
                  <a:tcPr/>
                </a:tc>
                <a:tc>
                  <a:txBody>
                    <a:bodyPr/>
                    <a:lstStyle/>
                    <a:p>
                      <a:r>
                        <a:rPr lang="de-DE" sz="1400" err="1"/>
                        <a:t>Housing_unit_count</a:t>
                      </a:r>
                    </a:p>
                  </a:txBody>
                  <a:tcPr/>
                </a:tc>
                <a:tc>
                  <a:txBody>
                    <a:bodyPr/>
                    <a:lstStyle/>
                    <a:p>
                      <a:pPr marL="0" lvl="0" indent="0" algn="l">
                        <a:lnSpc>
                          <a:spcPct val="100000"/>
                        </a:lnSpc>
                        <a:buNone/>
                      </a:pPr>
                      <a:r>
                        <a:rPr lang="de-DE" sz="1400" b="1" i="0" u="none" strike="noStrike" baseline="0" noProof="0" err="1">
                          <a:solidFill>
                            <a:srgbClr val="FFFFFF"/>
                          </a:solidFill>
                          <a:latin typeface="Arial"/>
                          <a:cs typeface="Arial"/>
                        </a:rPr>
                        <a:t>industry_and_commerce_count</a:t>
                      </a:r>
                      <a:endParaRPr lang="de-DE" err="1"/>
                    </a:p>
                    <a:p>
                      <a:pPr lvl="0">
                        <a:buNone/>
                      </a:pPr>
                      <a:endParaRPr lang="de-DE" sz="1400"/>
                    </a:p>
                  </a:txBody>
                  <a:tcPr/>
                </a:tc>
                <a:tc>
                  <a:txBody>
                    <a:bodyPr/>
                    <a:lstStyle/>
                    <a:p>
                      <a:pPr marL="0" lvl="0" indent="0" algn="l">
                        <a:lnSpc>
                          <a:spcPct val="100000"/>
                        </a:lnSpc>
                        <a:buNone/>
                      </a:pPr>
                      <a:r>
                        <a:rPr lang="de-DE" sz="1400" b="1" i="0" u="none" strike="noStrike" baseline="0" noProof="0" err="1">
                          <a:solidFill>
                            <a:srgbClr val="FFFFFF"/>
                          </a:solidFill>
                          <a:latin typeface="Arial"/>
                          <a:cs typeface="Arial"/>
                        </a:rPr>
                        <a:t>storage_heaters_kW</a:t>
                      </a:r>
                      <a:endParaRPr lang="de-DE" err="1"/>
                    </a:p>
                    <a:p>
                      <a:pPr lvl="0">
                        <a:buNone/>
                      </a:pPr>
                      <a:endParaRPr lang="de-DE" sz="1400"/>
                    </a:p>
                  </a:txBody>
                  <a:tcPr/>
                </a:tc>
                <a:tc>
                  <a:txBody>
                    <a:bodyPr/>
                    <a:lstStyle/>
                    <a:p>
                      <a:pPr marL="0" lvl="0" indent="0" algn="l">
                        <a:lnSpc>
                          <a:spcPct val="100000"/>
                        </a:lnSpc>
                        <a:buNone/>
                      </a:pPr>
                      <a:r>
                        <a:rPr lang="de-DE" sz="1400" b="1" i="0" u="none" strike="noStrike" baseline="0" noProof="0" err="1">
                          <a:solidFill>
                            <a:srgbClr val="FFFFFF"/>
                          </a:solidFill>
                          <a:latin typeface="Arial"/>
                          <a:cs typeface="Arial"/>
                        </a:rPr>
                        <a:t>heat_pumps_kW</a:t>
                      </a:r>
                      <a:endParaRPr lang="de-DE" err="1"/>
                    </a:p>
                    <a:p>
                      <a:pPr lvl="0">
                        <a:buNone/>
                      </a:pPr>
                      <a:endParaRPr lang="de-DE" sz="1400"/>
                    </a:p>
                  </a:txBody>
                  <a:tcPr/>
                </a:tc>
                <a:tc>
                  <a:txBody>
                    <a:bodyPr/>
                    <a:lstStyle/>
                    <a:p>
                      <a:pPr marL="0" lvl="0" indent="0" algn="l">
                        <a:lnSpc>
                          <a:spcPct val="100000"/>
                        </a:lnSpc>
                        <a:buNone/>
                      </a:pPr>
                      <a:r>
                        <a:rPr lang="de-DE" sz="1400" b="1" i="0" u="none" strike="noStrike" baseline="0" noProof="0" err="1">
                          <a:solidFill>
                            <a:srgbClr val="FFFFFF"/>
                          </a:solidFill>
                          <a:latin typeface="Arial"/>
                          <a:cs typeface="Arial"/>
                        </a:rPr>
                        <a:t>electric_heaters_kW</a:t>
                      </a:r>
                      <a:endParaRPr lang="de-DE" err="1"/>
                    </a:p>
                    <a:p>
                      <a:pPr lvl="0">
                        <a:buNone/>
                      </a:pPr>
                      <a:endParaRPr lang="de-DE" sz="1400"/>
                    </a:p>
                  </a:txBody>
                  <a:tcPr/>
                </a:tc>
                <a:tc>
                  <a:txBody>
                    <a:bodyPr/>
                    <a:lstStyle/>
                    <a:p>
                      <a:pPr marL="0" lvl="0" indent="0" algn="l">
                        <a:lnSpc>
                          <a:spcPct val="100000"/>
                        </a:lnSpc>
                        <a:buNone/>
                      </a:pPr>
                      <a:r>
                        <a:rPr lang="de-DE" sz="1400" b="1" i="0" u="none" strike="noStrike" baseline="0" noProof="0" err="1">
                          <a:solidFill>
                            <a:srgbClr val="FFFFFF"/>
                          </a:solidFill>
                          <a:latin typeface="Arial"/>
                          <a:cs typeface="Arial"/>
                        </a:rPr>
                        <a:t>hot_water_tanks_kW</a:t>
                      </a:r>
                      <a:endParaRPr lang="de-DE" err="1"/>
                    </a:p>
                    <a:p>
                      <a:pPr lvl="0">
                        <a:buNone/>
                      </a:pPr>
                      <a:endParaRPr lang="de-DE" sz="1400"/>
                    </a:p>
                  </a:txBody>
                  <a:tcPr/>
                </a:tc>
                <a:tc>
                  <a:txBody>
                    <a:bodyPr/>
                    <a:lstStyle/>
                    <a:p>
                      <a:pPr marL="0" lvl="0" indent="0" algn="l">
                        <a:lnSpc>
                          <a:spcPct val="100000"/>
                        </a:lnSpc>
                        <a:buNone/>
                      </a:pPr>
                      <a:r>
                        <a:rPr lang="de-DE" sz="1400" b="1" i="0" u="none" strike="noStrike" baseline="0" noProof="0" err="1">
                          <a:solidFill>
                            <a:srgbClr val="FFFFFF"/>
                          </a:solidFill>
                          <a:latin typeface="Arial"/>
                          <a:cs typeface="Arial"/>
                        </a:rPr>
                        <a:t>flow-type_heaters_kW</a:t>
                      </a:r>
                      <a:endParaRPr lang="de-DE" err="1"/>
                    </a:p>
                    <a:p>
                      <a:pPr lvl="0">
                        <a:buNone/>
                      </a:pPr>
                      <a:endParaRPr lang="de-DE" sz="1400"/>
                    </a:p>
                  </a:txBody>
                  <a:tcPr/>
                </a:tc>
                <a:tc>
                  <a:txBody>
                    <a:bodyPr/>
                    <a:lstStyle/>
                    <a:p>
                      <a:pPr marL="0" lvl="0" indent="0" algn="l">
                        <a:lnSpc>
                          <a:spcPct val="100000"/>
                        </a:lnSpc>
                        <a:buNone/>
                      </a:pPr>
                      <a:r>
                        <a:rPr lang="de-DE" sz="1400" b="1" i="0" u="none" strike="noStrike" baseline="0" noProof="0" err="1">
                          <a:solidFill>
                            <a:srgbClr val="FFFFFF"/>
                          </a:solidFill>
                          <a:latin typeface="Arial"/>
                          <a:cs typeface="Arial"/>
                        </a:rPr>
                        <a:t>EV_chargers_kW</a:t>
                      </a:r>
                      <a:endParaRPr lang="de-DE" err="1"/>
                    </a:p>
                    <a:p>
                      <a:pPr lvl="0">
                        <a:buNone/>
                      </a:pPr>
                      <a:endParaRPr lang="de-DE" sz="1400"/>
                    </a:p>
                  </a:txBody>
                  <a:tcPr/>
                </a:tc>
                <a:extLst>
                  <a:ext uri="{0D108BD9-81ED-4DB2-BD59-A6C34878D82A}">
                    <a16:rowId xmlns:a16="http://schemas.microsoft.com/office/drawing/2014/main" val="2441269539"/>
                  </a:ext>
                </a:extLst>
              </a:tr>
              <a:tr h="426027">
                <a:tc>
                  <a:txBody>
                    <a:bodyPr/>
                    <a:lstStyle/>
                    <a:p>
                      <a:r>
                        <a:rPr lang="de-DE" sz="1400"/>
                        <a:t>13</a:t>
                      </a:r>
                    </a:p>
                  </a:txBody>
                  <a:tcPr/>
                </a:tc>
                <a:tc>
                  <a:txBody>
                    <a:bodyPr/>
                    <a:lstStyle/>
                    <a:p>
                      <a:r>
                        <a:rPr lang="de-DE" sz="1400"/>
                        <a:t>0.95</a:t>
                      </a:r>
                    </a:p>
                  </a:txBody>
                  <a:tcPr/>
                </a:tc>
                <a:tc>
                  <a:txBody>
                    <a:bodyPr/>
                    <a:lstStyle/>
                    <a:p>
                      <a:r>
                        <a:rPr lang="de-DE" sz="1400"/>
                        <a:t>0.95</a:t>
                      </a:r>
                    </a:p>
                  </a:txBody>
                  <a:tcPr/>
                </a:tc>
                <a:tc>
                  <a:txBody>
                    <a:bodyPr/>
                    <a:lstStyle/>
                    <a:p>
                      <a:r>
                        <a:rPr lang="de-DE" sz="1400"/>
                        <a:t>0.80</a:t>
                      </a:r>
                    </a:p>
                  </a:txBody>
                  <a:tcPr/>
                </a:tc>
                <a:tc>
                  <a:txBody>
                    <a:bodyPr/>
                    <a:lstStyle/>
                    <a:p>
                      <a:r>
                        <a:rPr lang="de-DE" sz="1400"/>
                        <a:t>0.60</a:t>
                      </a:r>
                    </a:p>
                  </a:txBody>
                  <a:tcPr/>
                </a:tc>
                <a:tc>
                  <a:txBody>
                    <a:bodyPr/>
                    <a:lstStyle/>
                    <a:p>
                      <a:r>
                        <a:rPr lang="de-DE" sz="1400"/>
                        <a:t>0.55</a:t>
                      </a:r>
                    </a:p>
                  </a:txBody>
                  <a:tcPr/>
                </a:tc>
                <a:tc>
                  <a:txBody>
                    <a:bodyPr/>
                    <a:lstStyle/>
                    <a:p>
                      <a:r>
                        <a:rPr lang="de-DE" sz="1400"/>
                        <a:t>0.40</a:t>
                      </a:r>
                    </a:p>
                  </a:txBody>
                  <a:tcPr/>
                </a:tc>
                <a:tc>
                  <a:txBody>
                    <a:bodyPr/>
                    <a:lstStyle/>
                    <a:p>
                      <a:r>
                        <a:rPr lang="de-DE" sz="1400"/>
                        <a:t>0.40</a:t>
                      </a:r>
                    </a:p>
                  </a:txBody>
                  <a:tcPr/>
                </a:tc>
                <a:tc>
                  <a:txBody>
                    <a:bodyPr/>
                    <a:lstStyle/>
                    <a:p>
                      <a:r>
                        <a:rPr lang="de-DE" sz="1400"/>
                        <a:t>0.40</a:t>
                      </a:r>
                    </a:p>
                  </a:txBody>
                  <a:tcPr/>
                </a:tc>
                <a:tc>
                  <a:txBody>
                    <a:bodyPr/>
                    <a:lstStyle/>
                    <a:p>
                      <a:r>
                        <a:rPr lang="de-DE" sz="1400"/>
                        <a:t>0.40</a:t>
                      </a:r>
                    </a:p>
                  </a:txBody>
                  <a:tcPr/>
                </a:tc>
                <a:tc>
                  <a:txBody>
                    <a:bodyPr/>
                    <a:lstStyle/>
                    <a:p>
                      <a:pPr lvl="0">
                        <a:buNone/>
                      </a:pPr>
                      <a:r>
                        <a:rPr lang="de-DE" sz="1400"/>
                        <a:t>0.40</a:t>
                      </a:r>
                    </a:p>
                  </a:txBody>
                  <a:tcPr/>
                </a:tc>
                <a:tc>
                  <a:txBody>
                    <a:bodyPr/>
                    <a:lstStyle/>
                    <a:p>
                      <a:pPr lvl="0">
                        <a:buNone/>
                      </a:pPr>
                      <a:r>
                        <a:rPr lang="de-DE" sz="1400"/>
                        <a:t>0.40</a:t>
                      </a:r>
                    </a:p>
                  </a:txBody>
                  <a:tcPr/>
                </a:tc>
                <a:extLst>
                  <a:ext uri="{0D108BD9-81ED-4DB2-BD59-A6C34878D82A}">
                    <a16:rowId xmlns:a16="http://schemas.microsoft.com/office/drawing/2014/main" val="43103680"/>
                  </a:ext>
                </a:extLst>
              </a:tr>
              <a:tr h="457200">
                <a:tc>
                  <a:txBody>
                    <a:bodyPr/>
                    <a:lstStyle/>
                    <a:p>
                      <a:r>
                        <a:rPr lang="de-DE" sz="1400"/>
                        <a:t>15</a:t>
                      </a:r>
                    </a:p>
                  </a:txBody>
                  <a:tcPr/>
                </a:tc>
                <a:tc>
                  <a:txBody>
                    <a:bodyPr/>
                    <a:lstStyle/>
                    <a:p>
                      <a:r>
                        <a:rPr lang="de-DE" sz="1400"/>
                        <a:t>0.96</a:t>
                      </a:r>
                    </a:p>
                  </a:txBody>
                  <a:tcPr/>
                </a:tc>
                <a:tc>
                  <a:txBody>
                    <a:bodyPr/>
                    <a:lstStyle/>
                    <a:p>
                      <a:r>
                        <a:rPr lang="de-DE" sz="1400"/>
                        <a:t>0.94</a:t>
                      </a:r>
                    </a:p>
                  </a:txBody>
                  <a:tcPr/>
                </a:tc>
                <a:tc>
                  <a:txBody>
                    <a:bodyPr/>
                    <a:lstStyle/>
                    <a:p>
                      <a:r>
                        <a:rPr lang="de-DE" sz="1400"/>
                        <a:t>0.72</a:t>
                      </a:r>
                    </a:p>
                  </a:txBody>
                  <a:tcPr/>
                </a:tc>
                <a:tc>
                  <a:txBody>
                    <a:bodyPr/>
                    <a:lstStyle/>
                    <a:p>
                      <a:r>
                        <a:rPr lang="de-DE" sz="1400"/>
                        <a:t>0.58</a:t>
                      </a:r>
                    </a:p>
                  </a:txBody>
                  <a:tcPr/>
                </a:tc>
                <a:tc>
                  <a:txBody>
                    <a:bodyPr/>
                    <a:lstStyle/>
                    <a:p>
                      <a:r>
                        <a:rPr lang="de-DE" sz="1400"/>
                        <a:t>0.55</a:t>
                      </a:r>
                    </a:p>
                  </a:txBody>
                  <a:tcPr/>
                </a:tc>
                <a:tc>
                  <a:txBody>
                    <a:bodyPr/>
                    <a:lstStyle/>
                    <a:p>
                      <a:r>
                        <a:rPr lang="de-DE" sz="1400"/>
                        <a:t>0.45</a:t>
                      </a:r>
                    </a:p>
                  </a:txBody>
                  <a:tcPr/>
                </a:tc>
                <a:tc>
                  <a:txBody>
                    <a:bodyPr/>
                    <a:lstStyle/>
                    <a:p>
                      <a:r>
                        <a:rPr lang="de-DE" sz="1400"/>
                        <a:t>0.50</a:t>
                      </a:r>
                    </a:p>
                  </a:txBody>
                  <a:tcPr/>
                </a:tc>
                <a:tc>
                  <a:txBody>
                    <a:bodyPr/>
                    <a:lstStyle/>
                    <a:p>
                      <a:r>
                        <a:rPr lang="de-DE" sz="1400"/>
                        <a:t>0.40</a:t>
                      </a:r>
                    </a:p>
                  </a:txBody>
                  <a:tcPr/>
                </a:tc>
                <a:tc>
                  <a:txBody>
                    <a:bodyPr/>
                    <a:lstStyle/>
                    <a:p>
                      <a:r>
                        <a:rPr lang="de-DE" sz="1400"/>
                        <a:t>0.40</a:t>
                      </a:r>
                    </a:p>
                  </a:txBody>
                  <a:tcPr/>
                </a:tc>
                <a:tc>
                  <a:txBody>
                    <a:bodyPr/>
                    <a:lstStyle/>
                    <a:p>
                      <a:pPr lvl="0">
                        <a:buNone/>
                      </a:pPr>
                      <a:r>
                        <a:rPr lang="de-DE" sz="1400"/>
                        <a:t>0.40</a:t>
                      </a:r>
                    </a:p>
                  </a:txBody>
                  <a:tcPr/>
                </a:tc>
                <a:tc>
                  <a:txBody>
                    <a:bodyPr/>
                    <a:lstStyle/>
                    <a:p>
                      <a:pPr lvl="0">
                        <a:buNone/>
                      </a:pPr>
                      <a:r>
                        <a:rPr lang="de-DE" sz="1400"/>
                        <a:t>0.40</a:t>
                      </a:r>
                    </a:p>
                  </a:txBody>
                  <a:tcPr/>
                </a:tc>
                <a:extLst>
                  <a:ext uri="{0D108BD9-81ED-4DB2-BD59-A6C34878D82A}">
                    <a16:rowId xmlns:a16="http://schemas.microsoft.com/office/drawing/2014/main" val="3187255955"/>
                  </a:ext>
                </a:extLst>
              </a:tr>
            </a:tbl>
          </a:graphicData>
        </a:graphic>
      </p:graphicFrame>
      <p:graphicFrame>
        <p:nvGraphicFramePr>
          <p:cNvPr id="6" name="Tabelle 5">
            <a:extLst>
              <a:ext uri="{FF2B5EF4-FFF2-40B4-BE49-F238E27FC236}">
                <a16:creationId xmlns:a16="http://schemas.microsoft.com/office/drawing/2014/main" id="{289053E4-60EE-77EF-2D95-9BC6687F7993}"/>
              </a:ext>
            </a:extLst>
          </p:cNvPr>
          <p:cNvGraphicFramePr>
            <a:graphicFrameLocks noGrp="1"/>
          </p:cNvGraphicFramePr>
          <p:nvPr>
            <p:extLst>
              <p:ext uri="{D42A27DB-BD31-4B8C-83A1-F6EECF244321}">
                <p14:modId xmlns:p14="http://schemas.microsoft.com/office/powerpoint/2010/main" val="1656645009"/>
              </p:ext>
            </p:extLst>
          </p:nvPr>
        </p:nvGraphicFramePr>
        <p:xfrm>
          <a:off x="288607" y="4180758"/>
          <a:ext cx="8553444" cy="2113280"/>
        </p:xfrm>
        <a:graphic>
          <a:graphicData uri="http://schemas.openxmlformats.org/drawingml/2006/table">
            <a:tbl>
              <a:tblPr firstRow="1" bandRow="1">
                <a:tableStyleId>{5C22544A-7EE6-4342-B048-85BDC9FD1C3A}</a:tableStyleId>
              </a:tblPr>
              <a:tblGrid>
                <a:gridCol w="712787">
                  <a:extLst>
                    <a:ext uri="{9D8B030D-6E8A-4147-A177-3AD203B41FA5}">
                      <a16:colId xmlns:a16="http://schemas.microsoft.com/office/drawing/2014/main" val="894150566"/>
                    </a:ext>
                  </a:extLst>
                </a:gridCol>
                <a:gridCol w="712787">
                  <a:extLst>
                    <a:ext uri="{9D8B030D-6E8A-4147-A177-3AD203B41FA5}">
                      <a16:colId xmlns:a16="http://schemas.microsoft.com/office/drawing/2014/main" val="4010572092"/>
                    </a:ext>
                  </a:extLst>
                </a:gridCol>
                <a:gridCol w="712787">
                  <a:extLst>
                    <a:ext uri="{9D8B030D-6E8A-4147-A177-3AD203B41FA5}">
                      <a16:colId xmlns:a16="http://schemas.microsoft.com/office/drawing/2014/main" val="3271437378"/>
                    </a:ext>
                  </a:extLst>
                </a:gridCol>
                <a:gridCol w="712787">
                  <a:extLst>
                    <a:ext uri="{9D8B030D-6E8A-4147-A177-3AD203B41FA5}">
                      <a16:colId xmlns:a16="http://schemas.microsoft.com/office/drawing/2014/main" val="3580078458"/>
                    </a:ext>
                  </a:extLst>
                </a:gridCol>
                <a:gridCol w="712787">
                  <a:extLst>
                    <a:ext uri="{9D8B030D-6E8A-4147-A177-3AD203B41FA5}">
                      <a16:colId xmlns:a16="http://schemas.microsoft.com/office/drawing/2014/main" val="2224828075"/>
                    </a:ext>
                  </a:extLst>
                </a:gridCol>
                <a:gridCol w="712787">
                  <a:extLst>
                    <a:ext uri="{9D8B030D-6E8A-4147-A177-3AD203B41FA5}">
                      <a16:colId xmlns:a16="http://schemas.microsoft.com/office/drawing/2014/main" val="3053313761"/>
                    </a:ext>
                  </a:extLst>
                </a:gridCol>
                <a:gridCol w="712787">
                  <a:extLst>
                    <a:ext uri="{9D8B030D-6E8A-4147-A177-3AD203B41FA5}">
                      <a16:colId xmlns:a16="http://schemas.microsoft.com/office/drawing/2014/main" val="2014364257"/>
                    </a:ext>
                  </a:extLst>
                </a:gridCol>
                <a:gridCol w="712787">
                  <a:extLst>
                    <a:ext uri="{9D8B030D-6E8A-4147-A177-3AD203B41FA5}">
                      <a16:colId xmlns:a16="http://schemas.microsoft.com/office/drawing/2014/main" val="1831583623"/>
                    </a:ext>
                  </a:extLst>
                </a:gridCol>
                <a:gridCol w="712787">
                  <a:extLst>
                    <a:ext uri="{9D8B030D-6E8A-4147-A177-3AD203B41FA5}">
                      <a16:colId xmlns:a16="http://schemas.microsoft.com/office/drawing/2014/main" val="3705079698"/>
                    </a:ext>
                  </a:extLst>
                </a:gridCol>
                <a:gridCol w="712787">
                  <a:extLst>
                    <a:ext uri="{9D8B030D-6E8A-4147-A177-3AD203B41FA5}">
                      <a16:colId xmlns:a16="http://schemas.microsoft.com/office/drawing/2014/main" val="2293653269"/>
                    </a:ext>
                  </a:extLst>
                </a:gridCol>
                <a:gridCol w="712787">
                  <a:extLst>
                    <a:ext uri="{9D8B030D-6E8A-4147-A177-3AD203B41FA5}">
                      <a16:colId xmlns:a16="http://schemas.microsoft.com/office/drawing/2014/main" val="511868558"/>
                    </a:ext>
                  </a:extLst>
                </a:gridCol>
                <a:gridCol w="712787">
                  <a:extLst>
                    <a:ext uri="{9D8B030D-6E8A-4147-A177-3AD203B41FA5}">
                      <a16:colId xmlns:a16="http://schemas.microsoft.com/office/drawing/2014/main" val="549178337"/>
                    </a:ext>
                  </a:extLst>
                </a:gridCol>
              </a:tblGrid>
              <a:tr h="370840">
                <a:tc>
                  <a:txBody>
                    <a:bodyPr/>
                    <a:lstStyle/>
                    <a:p>
                      <a:pPr marL="0" lvl="0" indent="0" algn="l">
                        <a:lnSpc>
                          <a:spcPct val="100000"/>
                        </a:lnSpc>
                        <a:buNone/>
                      </a:pPr>
                      <a:r>
                        <a:rPr lang="de-DE" sz="1400" b="1" i="0" u="none" strike="noStrike" baseline="0" noProof="0" err="1">
                          <a:solidFill>
                            <a:srgbClr val="FFFFFF"/>
                          </a:solidFill>
                          <a:latin typeface="Arial"/>
                          <a:cs typeface="Arial"/>
                        </a:rPr>
                        <a:t>public_lighting_kW</a:t>
                      </a:r>
                      <a:endParaRPr lang="de-DE" sz="1400" err="1"/>
                    </a:p>
                    <a:p>
                      <a:pPr lvl="0">
                        <a:buNone/>
                      </a:pPr>
                      <a:endParaRPr lang="de-DE" sz="1400"/>
                    </a:p>
                  </a:txBody>
                  <a:tcPr/>
                </a:tc>
                <a:tc>
                  <a:txBody>
                    <a:bodyPr/>
                    <a:lstStyle/>
                    <a:p>
                      <a:pPr marL="0" lvl="0" indent="0" algn="l">
                        <a:lnSpc>
                          <a:spcPct val="100000"/>
                        </a:lnSpc>
                        <a:buNone/>
                      </a:pPr>
                      <a:r>
                        <a:rPr lang="de-DE" sz="1400" b="1" i="0" u="none" strike="noStrike" baseline="0" noProof="0" err="1">
                          <a:solidFill>
                            <a:srgbClr val="FFFFFF"/>
                          </a:solidFill>
                          <a:latin typeface="Arial"/>
                          <a:cs typeface="Arial"/>
                        </a:rPr>
                        <a:t>other_consumers_kW</a:t>
                      </a:r>
                      <a:endParaRPr lang="de-DE" err="1"/>
                    </a:p>
                    <a:p>
                      <a:pPr lvl="0">
                        <a:buNone/>
                      </a:pPr>
                      <a:endParaRPr lang="de-DE" sz="1400"/>
                    </a:p>
                  </a:txBody>
                  <a:tcPr/>
                </a:tc>
                <a:tc>
                  <a:txBody>
                    <a:bodyPr/>
                    <a:lstStyle/>
                    <a:p>
                      <a:pPr marL="0" lvl="0" indent="0" algn="l">
                        <a:lnSpc>
                          <a:spcPct val="100000"/>
                        </a:lnSpc>
                        <a:buNone/>
                      </a:pPr>
                      <a:r>
                        <a:rPr lang="de-DE" sz="1400" b="1" i="0" u="none" strike="noStrike" baseline="0" noProof="0" err="1">
                          <a:solidFill>
                            <a:srgbClr val="FFFFFF"/>
                          </a:solidFill>
                          <a:latin typeface="Arial"/>
                          <a:cs typeface="Arial"/>
                        </a:rPr>
                        <a:t>batteries_kW</a:t>
                      </a:r>
                      <a:endParaRPr lang="de-DE" err="1"/>
                    </a:p>
                    <a:p>
                      <a:pPr lvl="0">
                        <a:buNone/>
                      </a:pPr>
                      <a:endParaRPr lang="de-DE" sz="1400"/>
                    </a:p>
                  </a:txBody>
                  <a:tcPr/>
                </a:tc>
                <a:tc>
                  <a:txBody>
                    <a:bodyPr/>
                    <a:lstStyle/>
                    <a:p>
                      <a:pPr marL="0" lvl="0" indent="0" algn="l">
                        <a:lnSpc>
                          <a:spcPct val="100000"/>
                        </a:lnSpc>
                        <a:buNone/>
                      </a:pPr>
                      <a:r>
                        <a:rPr lang="de-DE" sz="1400" b="1" i="0" u="none" strike="noStrike" baseline="0" noProof="0" err="1">
                          <a:solidFill>
                            <a:srgbClr val="FFFFFF"/>
                          </a:solidFill>
                          <a:latin typeface="Arial"/>
                          <a:cs typeface="Arial"/>
                        </a:rPr>
                        <a:t>PV_systems_kW</a:t>
                      </a:r>
                      <a:endParaRPr lang="de-DE" err="1"/>
                    </a:p>
                    <a:p>
                      <a:pPr lvl="0">
                        <a:buNone/>
                      </a:pPr>
                      <a:endParaRPr lang="de-DE" sz="1400"/>
                    </a:p>
                  </a:txBody>
                  <a:tcPr/>
                </a:tc>
                <a:tc>
                  <a:txBody>
                    <a:bodyPr/>
                    <a:lstStyle/>
                    <a:p>
                      <a:pPr marL="0" lvl="0" indent="0" algn="l">
                        <a:lnSpc>
                          <a:spcPct val="100000"/>
                        </a:lnSpc>
                        <a:buNone/>
                      </a:pPr>
                      <a:r>
                        <a:rPr lang="de-DE" sz="1400" b="1" i="0" u="none" strike="noStrike" baseline="0" noProof="0" err="1">
                          <a:solidFill>
                            <a:srgbClr val="FFFFFF"/>
                          </a:solidFill>
                          <a:latin typeface="Arial"/>
                          <a:cs typeface="Arial"/>
                        </a:rPr>
                        <a:t>chp_kW</a:t>
                      </a:r>
                      <a:endParaRPr lang="de-DE" err="1"/>
                    </a:p>
                    <a:p>
                      <a:pPr lvl="0">
                        <a:buNone/>
                      </a:pPr>
                      <a:endParaRPr lang="de-DE" sz="1400"/>
                    </a:p>
                  </a:txBody>
                  <a:tcPr/>
                </a:tc>
                <a:tc>
                  <a:txBody>
                    <a:bodyPr/>
                    <a:lstStyle/>
                    <a:p>
                      <a:pPr marL="0" lvl="0" indent="0" algn="l">
                        <a:lnSpc>
                          <a:spcPct val="100000"/>
                        </a:lnSpc>
                        <a:buNone/>
                      </a:pPr>
                      <a:r>
                        <a:rPr lang="de-DE" sz="1400" b="1" i="0" u="none" strike="noStrike" baseline="0" noProof="0">
                          <a:solidFill>
                            <a:srgbClr val="FFFFFF"/>
                          </a:solidFill>
                          <a:latin typeface="Arial"/>
                          <a:cs typeface="Arial"/>
                        </a:rPr>
                        <a:t>g0_general_kWh</a:t>
                      </a:r>
                      <a:endParaRPr lang="de-DE"/>
                    </a:p>
                    <a:p>
                      <a:pPr lvl="0">
                        <a:buNone/>
                      </a:pPr>
                      <a:endParaRPr lang="de-DE" sz="1400"/>
                    </a:p>
                  </a:txBody>
                  <a:tcPr/>
                </a:tc>
                <a:tc>
                  <a:txBody>
                    <a:bodyPr/>
                    <a:lstStyle/>
                    <a:p>
                      <a:pPr marL="0" lvl="0" indent="0" algn="l">
                        <a:lnSpc>
                          <a:spcPct val="100000"/>
                        </a:lnSpc>
                        <a:buNone/>
                      </a:pPr>
                      <a:r>
                        <a:rPr lang="de-DE" sz="1400" b="1" i="0" u="none" strike="noStrike" baseline="0" noProof="0">
                          <a:solidFill>
                            <a:srgbClr val="FFFFFF"/>
                          </a:solidFill>
                          <a:latin typeface="Arial"/>
                          <a:cs typeface="Arial"/>
                        </a:rPr>
                        <a:t>g1_workdays_kWh</a:t>
                      </a:r>
                      <a:endParaRPr lang="de-DE"/>
                    </a:p>
                    <a:p>
                      <a:pPr lvl="0">
                        <a:buNone/>
                      </a:pPr>
                      <a:endParaRPr lang="de-DE" sz="1400"/>
                    </a:p>
                  </a:txBody>
                  <a:tcPr/>
                </a:tc>
                <a:tc>
                  <a:txBody>
                    <a:bodyPr/>
                    <a:lstStyle/>
                    <a:p>
                      <a:pPr marL="0" lvl="0" indent="0" algn="l">
                        <a:lnSpc>
                          <a:spcPct val="100000"/>
                        </a:lnSpc>
                        <a:buNone/>
                      </a:pPr>
                      <a:r>
                        <a:rPr lang="de-DE" sz="1400" b="1" i="0" u="none" strike="noStrike" baseline="0" noProof="0">
                          <a:solidFill>
                            <a:srgbClr val="FFFFFF"/>
                          </a:solidFill>
                          <a:latin typeface="Arial"/>
                          <a:cs typeface="Arial"/>
                        </a:rPr>
                        <a:t>g2_evening_kWh</a:t>
                      </a:r>
                      <a:endParaRPr lang="de-DE"/>
                    </a:p>
                    <a:p>
                      <a:pPr lvl="0">
                        <a:buNone/>
                      </a:pPr>
                      <a:endParaRPr lang="de-DE" sz="1400"/>
                    </a:p>
                  </a:txBody>
                  <a:tcPr/>
                </a:tc>
                <a:tc>
                  <a:txBody>
                    <a:bodyPr/>
                    <a:lstStyle/>
                    <a:p>
                      <a:pPr marL="0" lvl="0" indent="0" algn="l">
                        <a:lnSpc>
                          <a:spcPct val="100000"/>
                        </a:lnSpc>
                        <a:buNone/>
                      </a:pPr>
                      <a:r>
                        <a:rPr lang="de-DE" sz="1400" b="1" i="0" u="none" strike="noStrike" baseline="0" noProof="0">
                          <a:solidFill>
                            <a:srgbClr val="FFFFFF"/>
                          </a:solidFill>
                          <a:latin typeface="Arial"/>
                          <a:cs typeface="Arial"/>
                        </a:rPr>
                        <a:t>g3_gontinuous_kWh</a:t>
                      </a:r>
                      <a:endParaRPr lang="de-DE"/>
                    </a:p>
                    <a:p>
                      <a:pPr lvl="0">
                        <a:buNone/>
                      </a:pPr>
                      <a:endParaRPr lang="de-DE" sz="1400"/>
                    </a:p>
                  </a:txBody>
                  <a:tcPr/>
                </a:tc>
                <a:tc>
                  <a:txBody>
                    <a:bodyPr/>
                    <a:lstStyle/>
                    <a:p>
                      <a:pPr marL="0" lvl="0" indent="0" algn="l">
                        <a:lnSpc>
                          <a:spcPct val="100000"/>
                        </a:lnSpc>
                        <a:buNone/>
                      </a:pPr>
                      <a:r>
                        <a:rPr lang="de-DE" sz="1400" b="1" i="0" u="none" strike="noStrike" baseline="0" noProof="0">
                          <a:solidFill>
                            <a:srgbClr val="FFFFFF"/>
                          </a:solidFill>
                          <a:latin typeface="Arial"/>
                          <a:cs typeface="Arial"/>
                        </a:rPr>
                        <a:t>g4_shop_hairdresser_kWh</a:t>
                      </a:r>
                      <a:endParaRPr lang="de-DE"/>
                    </a:p>
                    <a:p>
                      <a:pPr lvl="0">
                        <a:buNone/>
                      </a:pPr>
                      <a:endParaRPr lang="de-DE" sz="1400"/>
                    </a:p>
                  </a:txBody>
                  <a:tcPr/>
                </a:tc>
                <a:tc>
                  <a:txBody>
                    <a:bodyPr/>
                    <a:lstStyle/>
                    <a:p>
                      <a:pPr marL="0" lvl="0" indent="0" algn="l">
                        <a:lnSpc>
                          <a:spcPct val="100000"/>
                        </a:lnSpc>
                        <a:buNone/>
                      </a:pPr>
                      <a:r>
                        <a:rPr lang="de-DE" sz="1400" b="1" i="0" u="none" strike="noStrike" baseline="0" noProof="0">
                          <a:solidFill>
                            <a:srgbClr val="FFFFFF"/>
                          </a:solidFill>
                          <a:latin typeface="Arial"/>
                          <a:cs typeface="Arial"/>
                        </a:rPr>
                        <a:t>g5_bakery_kWh</a:t>
                      </a:r>
                      <a:endParaRPr lang="de-DE"/>
                    </a:p>
                    <a:p>
                      <a:pPr lvl="0">
                        <a:buNone/>
                      </a:pPr>
                      <a:endParaRPr lang="de-DE" sz="1400"/>
                    </a:p>
                  </a:txBody>
                  <a:tcPr/>
                </a:tc>
                <a:tc>
                  <a:txBody>
                    <a:bodyPr/>
                    <a:lstStyle/>
                    <a:p>
                      <a:pPr marL="0" lvl="0" indent="0" algn="l">
                        <a:lnSpc>
                          <a:spcPct val="100000"/>
                        </a:lnSpc>
                        <a:buNone/>
                      </a:pPr>
                      <a:r>
                        <a:rPr lang="de-DE" sz="1400" b="1" i="0" u="none" strike="noStrike" baseline="0" noProof="0">
                          <a:solidFill>
                            <a:srgbClr val="FFFFFF"/>
                          </a:solidFill>
                          <a:latin typeface="Arial"/>
                          <a:cs typeface="Arial"/>
                        </a:rPr>
                        <a:t>g6_weekend_kWh</a:t>
                      </a:r>
                      <a:endParaRPr lang="de-DE"/>
                    </a:p>
                    <a:p>
                      <a:pPr lvl="0">
                        <a:buNone/>
                      </a:pPr>
                      <a:endParaRPr lang="de-DE" sz="1400"/>
                    </a:p>
                  </a:txBody>
                  <a:tcPr/>
                </a:tc>
                <a:extLst>
                  <a:ext uri="{0D108BD9-81ED-4DB2-BD59-A6C34878D82A}">
                    <a16:rowId xmlns:a16="http://schemas.microsoft.com/office/drawing/2014/main" val="4084541425"/>
                  </a:ext>
                </a:extLst>
              </a:tr>
              <a:tr h="370840">
                <a:tc>
                  <a:txBody>
                    <a:bodyPr/>
                    <a:lstStyle/>
                    <a:p>
                      <a:r>
                        <a:rPr lang="de-DE" sz="1400"/>
                        <a:t>0.40</a:t>
                      </a:r>
                    </a:p>
                  </a:txBody>
                  <a:tcPr/>
                </a:tc>
                <a:tc>
                  <a:txBody>
                    <a:bodyPr/>
                    <a:lstStyle/>
                    <a:p>
                      <a:r>
                        <a:rPr lang="de-DE" sz="1400"/>
                        <a:t>0.40</a:t>
                      </a:r>
                    </a:p>
                  </a:txBody>
                  <a:tcPr/>
                </a:tc>
                <a:tc>
                  <a:txBody>
                    <a:bodyPr/>
                    <a:lstStyle/>
                    <a:p>
                      <a:r>
                        <a:rPr lang="de-DE" sz="1400"/>
                        <a:t>0.40</a:t>
                      </a:r>
                    </a:p>
                  </a:txBody>
                  <a:tcPr/>
                </a:tc>
                <a:tc>
                  <a:txBody>
                    <a:bodyPr/>
                    <a:lstStyle/>
                    <a:p>
                      <a:r>
                        <a:rPr lang="de-DE" sz="1400"/>
                        <a:t>0.40</a:t>
                      </a:r>
                    </a:p>
                  </a:txBody>
                  <a:tcPr/>
                </a:tc>
                <a:tc>
                  <a:txBody>
                    <a:bodyPr/>
                    <a:lstStyle/>
                    <a:p>
                      <a:r>
                        <a:rPr lang="de-DE" sz="1400"/>
                        <a:t>0.40</a:t>
                      </a:r>
                    </a:p>
                  </a:txBody>
                  <a:tcPr/>
                </a:tc>
                <a:tc>
                  <a:txBody>
                    <a:bodyPr/>
                    <a:lstStyle/>
                    <a:p>
                      <a:r>
                        <a:rPr lang="de-DE" sz="1400"/>
                        <a:t>0.45</a:t>
                      </a:r>
                    </a:p>
                  </a:txBody>
                  <a:tcPr/>
                </a:tc>
                <a:tc>
                  <a:txBody>
                    <a:bodyPr/>
                    <a:lstStyle/>
                    <a:p>
                      <a:r>
                        <a:rPr lang="de-DE" sz="1400"/>
                        <a:t>0.45</a:t>
                      </a:r>
                    </a:p>
                  </a:txBody>
                  <a:tcPr/>
                </a:tc>
                <a:tc>
                  <a:txBody>
                    <a:bodyPr/>
                    <a:lstStyle/>
                    <a:p>
                      <a:r>
                        <a:rPr lang="de-DE" sz="1400"/>
                        <a:t>0.45</a:t>
                      </a:r>
                    </a:p>
                  </a:txBody>
                  <a:tcPr/>
                </a:tc>
                <a:tc>
                  <a:txBody>
                    <a:bodyPr/>
                    <a:lstStyle/>
                    <a:p>
                      <a:pPr lvl="0">
                        <a:buNone/>
                      </a:pPr>
                      <a:r>
                        <a:rPr lang="de-DE" sz="1400"/>
                        <a:t>0.45</a:t>
                      </a:r>
                    </a:p>
                  </a:txBody>
                  <a:tcPr/>
                </a:tc>
                <a:tc>
                  <a:txBody>
                    <a:bodyPr/>
                    <a:lstStyle/>
                    <a:p>
                      <a:r>
                        <a:rPr lang="de-DE" sz="1400"/>
                        <a:t>0.45</a:t>
                      </a:r>
                    </a:p>
                  </a:txBody>
                  <a:tcPr/>
                </a:tc>
                <a:tc>
                  <a:txBody>
                    <a:bodyPr/>
                    <a:lstStyle/>
                    <a:p>
                      <a:pPr lvl="0">
                        <a:buNone/>
                      </a:pPr>
                      <a:r>
                        <a:rPr lang="de-DE" sz="1400"/>
                        <a:t>0.45</a:t>
                      </a:r>
                    </a:p>
                  </a:txBody>
                  <a:tcPr/>
                </a:tc>
                <a:tc>
                  <a:txBody>
                    <a:bodyPr/>
                    <a:lstStyle/>
                    <a:p>
                      <a:pPr lvl="0">
                        <a:buNone/>
                      </a:pPr>
                      <a:r>
                        <a:rPr lang="de-DE" sz="1400"/>
                        <a:t>0.45</a:t>
                      </a:r>
                    </a:p>
                  </a:txBody>
                  <a:tcPr/>
                </a:tc>
                <a:extLst>
                  <a:ext uri="{0D108BD9-81ED-4DB2-BD59-A6C34878D82A}">
                    <a16:rowId xmlns:a16="http://schemas.microsoft.com/office/drawing/2014/main" val="4198767"/>
                  </a:ext>
                </a:extLst>
              </a:tr>
              <a:tr h="370840">
                <a:tc>
                  <a:txBody>
                    <a:bodyPr/>
                    <a:lstStyle/>
                    <a:p>
                      <a:r>
                        <a:rPr lang="de-DE" sz="1400"/>
                        <a:t>0.40</a:t>
                      </a:r>
                    </a:p>
                  </a:txBody>
                  <a:tcPr/>
                </a:tc>
                <a:tc>
                  <a:txBody>
                    <a:bodyPr/>
                    <a:lstStyle/>
                    <a:p>
                      <a:r>
                        <a:rPr lang="de-DE" sz="1400"/>
                        <a:t>0.40</a:t>
                      </a:r>
                    </a:p>
                  </a:txBody>
                  <a:tcPr/>
                </a:tc>
                <a:tc>
                  <a:txBody>
                    <a:bodyPr/>
                    <a:lstStyle/>
                    <a:p>
                      <a:r>
                        <a:rPr lang="de-DE" sz="1400"/>
                        <a:t>0.45</a:t>
                      </a:r>
                    </a:p>
                  </a:txBody>
                  <a:tcPr/>
                </a:tc>
                <a:tc>
                  <a:txBody>
                    <a:bodyPr/>
                    <a:lstStyle/>
                    <a:p>
                      <a:r>
                        <a:rPr lang="de-DE" sz="1400"/>
                        <a:t>0.42</a:t>
                      </a:r>
                    </a:p>
                  </a:txBody>
                  <a:tcPr/>
                </a:tc>
                <a:tc>
                  <a:txBody>
                    <a:bodyPr/>
                    <a:lstStyle/>
                    <a:p>
                      <a:r>
                        <a:rPr lang="de-DE" sz="1400"/>
                        <a:t>0.35</a:t>
                      </a:r>
                    </a:p>
                  </a:txBody>
                  <a:tcPr/>
                </a:tc>
                <a:tc>
                  <a:txBody>
                    <a:bodyPr/>
                    <a:lstStyle/>
                    <a:p>
                      <a:r>
                        <a:rPr lang="de-DE" sz="1400"/>
                        <a:t>0.35</a:t>
                      </a:r>
                    </a:p>
                  </a:txBody>
                  <a:tcPr/>
                </a:tc>
                <a:tc>
                  <a:txBody>
                    <a:bodyPr/>
                    <a:lstStyle/>
                    <a:p>
                      <a:r>
                        <a:rPr lang="de-DE" sz="1400"/>
                        <a:t>0.35</a:t>
                      </a:r>
                    </a:p>
                  </a:txBody>
                  <a:tcPr/>
                </a:tc>
                <a:tc>
                  <a:txBody>
                    <a:bodyPr/>
                    <a:lstStyle/>
                    <a:p>
                      <a:r>
                        <a:rPr lang="de-DE" sz="1400"/>
                        <a:t>0.35</a:t>
                      </a:r>
                    </a:p>
                  </a:txBody>
                  <a:tcPr/>
                </a:tc>
                <a:tc>
                  <a:txBody>
                    <a:bodyPr/>
                    <a:lstStyle/>
                    <a:p>
                      <a:pPr lvl="0">
                        <a:buNone/>
                      </a:pPr>
                      <a:r>
                        <a:rPr lang="de-DE" sz="1400"/>
                        <a:t>0.35</a:t>
                      </a:r>
                    </a:p>
                  </a:txBody>
                  <a:tcPr/>
                </a:tc>
                <a:tc>
                  <a:txBody>
                    <a:bodyPr/>
                    <a:lstStyle/>
                    <a:p>
                      <a:r>
                        <a:rPr lang="de-DE" sz="1400"/>
                        <a:t>0.35</a:t>
                      </a:r>
                    </a:p>
                  </a:txBody>
                  <a:tcPr/>
                </a:tc>
                <a:tc>
                  <a:txBody>
                    <a:bodyPr/>
                    <a:lstStyle/>
                    <a:p>
                      <a:pPr lvl="0">
                        <a:buNone/>
                      </a:pPr>
                      <a:r>
                        <a:rPr lang="de-DE" sz="1400"/>
                        <a:t>0.35</a:t>
                      </a:r>
                    </a:p>
                  </a:txBody>
                  <a:tcPr/>
                </a:tc>
                <a:tc>
                  <a:txBody>
                    <a:bodyPr/>
                    <a:lstStyle/>
                    <a:p>
                      <a:pPr lvl="0">
                        <a:buNone/>
                      </a:pPr>
                      <a:r>
                        <a:rPr lang="de-DE" sz="1400"/>
                        <a:t>0.35</a:t>
                      </a:r>
                    </a:p>
                  </a:txBody>
                  <a:tcPr/>
                </a:tc>
                <a:extLst>
                  <a:ext uri="{0D108BD9-81ED-4DB2-BD59-A6C34878D82A}">
                    <a16:rowId xmlns:a16="http://schemas.microsoft.com/office/drawing/2014/main" val="2377502259"/>
                  </a:ext>
                </a:extLst>
              </a:tr>
            </a:tbl>
          </a:graphicData>
        </a:graphic>
      </p:graphicFrame>
    </p:spTree>
    <p:extLst>
      <p:ext uri="{BB962C8B-B14F-4D97-AF65-F5344CB8AC3E}">
        <p14:creationId xmlns:p14="http://schemas.microsoft.com/office/powerpoint/2010/main" val="391343087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9D426B-586D-01B5-E023-0B070A03B3F1}"/>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A00855D4-D819-F67D-8DF9-38489A4EA459}"/>
              </a:ext>
            </a:extLst>
          </p:cNvPr>
          <p:cNvSpPr>
            <a:spLocks noGrp="1"/>
          </p:cNvSpPr>
          <p:nvPr>
            <p:ph type="title"/>
          </p:nvPr>
        </p:nvSpPr>
        <p:spPr/>
        <p:txBody>
          <a:bodyPr/>
          <a:lstStyle/>
          <a:p>
            <a:r>
              <a:rPr lang="en-US" err="1">
                <a:latin typeface="Arial"/>
                <a:cs typeface="Arial"/>
              </a:rPr>
              <a:t>Feeder_metadata</a:t>
            </a:r>
            <a:r>
              <a:rPr lang="en-US">
                <a:latin typeface="Arial"/>
                <a:cs typeface="Arial"/>
              </a:rPr>
              <a:t> (Temperature = 0)  GPT-OSS:120b  rows=10</a:t>
            </a:r>
            <a:endParaRPr lang="en-US"/>
          </a:p>
        </p:txBody>
      </p:sp>
      <p:graphicFrame>
        <p:nvGraphicFramePr>
          <p:cNvPr id="4" name="Tabelle 3">
            <a:extLst>
              <a:ext uri="{FF2B5EF4-FFF2-40B4-BE49-F238E27FC236}">
                <a16:creationId xmlns:a16="http://schemas.microsoft.com/office/drawing/2014/main" id="{A08B318F-A857-F334-E62E-6E586D114459}"/>
              </a:ext>
            </a:extLst>
          </p:cNvPr>
          <p:cNvGraphicFramePr>
            <a:graphicFrameLocks noGrp="1"/>
          </p:cNvGraphicFramePr>
          <p:nvPr>
            <p:extLst>
              <p:ext uri="{D42A27DB-BD31-4B8C-83A1-F6EECF244321}">
                <p14:modId xmlns:p14="http://schemas.microsoft.com/office/powerpoint/2010/main" val="3671566475"/>
              </p:ext>
            </p:extLst>
          </p:nvPr>
        </p:nvGraphicFramePr>
        <p:xfrm>
          <a:off x="295015" y="976376"/>
          <a:ext cx="8628575" cy="4000676"/>
        </p:xfrm>
        <a:graphic>
          <a:graphicData uri="http://schemas.openxmlformats.org/drawingml/2006/table">
            <a:tbl>
              <a:tblPr firstRow="1" bandRow="1">
                <a:tableStyleId>{5C22544A-7EE6-4342-B048-85BDC9FD1C3A}</a:tableStyleId>
              </a:tblPr>
              <a:tblGrid>
                <a:gridCol w="713417">
                  <a:extLst>
                    <a:ext uri="{9D8B030D-6E8A-4147-A177-3AD203B41FA5}">
                      <a16:colId xmlns:a16="http://schemas.microsoft.com/office/drawing/2014/main" val="928571187"/>
                    </a:ext>
                  </a:extLst>
                </a:gridCol>
                <a:gridCol w="713417">
                  <a:extLst>
                    <a:ext uri="{9D8B030D-6E8A-4147-A177-3AD203B41FA5}">
                      <a16:colId xmlns:a16="http://schemas.microsoft.com/office/drawing/2014/main" val="3482727297"/>
                    </a:ext>
                  </a:extLst>
                </a:gridCol>
                <a:gridCol w="713417">
                  <a:extLst>
                    <a:ext uri="{9D8B030D-6E8A-4147-A177-3AD203B41FA5}">
                      <a16:colId xmlns:a16="http://schemas.microsoft.com/office/drawing/2014/main" val="2681182858"/>
                    </a:ext>
                  </a:extLst>
                </a:gridCol>
                <a:gridCol w="713417">
                  <a:extLst>
                    <a:ext uri="{9D8B030D-6E8A-4147-A177-3AD203B41FA5}">
                      <a16:colId xmlns:a16="http://schemas.microsoft.com/office/drawing/2014/main" val="149693097"/>
                    </a:ext>
                  </a:extLst>
                </a:gridCol>
                <a:gridCol w="713417">
                  <a:extLst>
                    <a:ext uri="{9D8B030D-6E8A-4147-A177-3AD203B41FA5}">
                      <a16:colId xmlns:a16="http://schemas.microsoft.com/office/drawing/2014/main" val="3124726241"/>
                    </a:ext>
                  </a:extLst>
                </a:gridCol>
                <a:gridCol w="713417">
                  <a:extLst>
                    <a:ext uri="{9D8B030D-6E8A-4147-A177-3AD203B41FA5}">
                      <a16:colId xmlns:a16="http://schemas.microsoft.com/office/drawing/2014/main" val="2154533912"/>
                    </a:ext>
                  </a:extLst>
                </a:gridCol>
                <a:gridCol w="713417">
                  <a:extLst>
                    <a:ext uri="{9D8B030D-6E8A-4147-A177-3AD203B41FA5}">
                      <a16:colId xmlns:a16="http://schemas.microsoft.com/office/drawing/2014/main" val="2092475998"/>
                    </a:ext>
                  </a:extLst>
                </a:gridCol>
                <a:gridCol w="713417">
                  <a:extLst>
                    <a:ext uri="{9D8B030D-6E8A-4147-A177-3AD203B41FA5}">
                      <a16:colId xmlns:a16="http://schemas.microsoft.com/office/drawing/2014/main" val="3910534623"/>
                    </a:ext>
                  </a:extLst>
                </a:gridCol>
                <a:gridCol w="713417">
                  <a:extLst>
                    <a:ext uri="{9D8B030D-6E8A-4147-A177-3AD203B41FA5}">
                      <a16:colId xmlns:a16="http://schemas.microsoft.com/office/drawing/2014/main" val="1805982607"/>
                    </a:ext>
                  </a:extLst>
                </a:gridCol>
                <a:gridCol w="713417">
                  <a:extLst>
                    <a:ext uri="{9D8B030D-6E8A-4147-A177-3AD203B41FA5}">
                      <a16:colId xmlns:a16="http://schemas.microsoft.com/office/drawing/2014/main" val="3967829655"/>
                    </a:ext>
                  </a:extLst>
                </a:gridCol>
                <a:gridCol w="713417">
                  <a:extLst>
                    <a:ext uri="{9D8B030D-6E8A-4147-A177-3AD203B41FA5}">
                      <a16:colId xmlns:a16="http://schemas.microsoft.com/office/drawing/2014/main" val="169780462"/>
                    </a:ext>
                  </a:extLst>
                </a:gridCol>
                <a:gridCol w="780988">
                  <a:extLst>
                    <a:ext uri="{9D8B030D-6E8A-4147-A177-3AD203B41FA5}">
                      <a16:colId xmlns:a16="http://schemas.microsoft.com/office/drawing/2014/main" val="683431738"/>
                    </a:ext>
                  </a:extLst>
                </a:gridCol>
              </a:tblGrid>
              <a:tr h="578470">
                <a:tc>
                  <a:txBody>
                    <a:bodyPr/>
                    <a:lstStyle/>
                    <a:p>
                      <a:endParaRPr lang="de-DE" sz="1400"/>
                    </a:p>
                  </a:txBody>
                  <a:tcPr/>
                </a:tc>
                <a:tc>
                  <a:txBody>
                    <a:bodyPr/>
                    <a:lstStyle/>
                    <a:p>
                      <a:pPr lvl="0">
                        <a:buNone/>
                      </a:pPr>
                      <a:r>
                        <a:rPr lang="de-DE" sz="1400" err="1"/>
                        <a:t>feeder</a:t>
                      </a:r>
                    </a:p>
                  </a:txBody>
                  <a:tcPr/>
                </a:tc>
                <a:tc>
                  <a:txBody>
                    <a:bodyPr/>
                    <a:lstStyle/>
                    <a:p>
                      <a:pPr marL="0" lvl="0" indent="0" algn="l">
                        <a:lnSpc>
                          <a:spcPct val="100000"/>
                        </a:lnSpc>
                        <a:buNone/>
                      </a:pPr>
                      <a:r>
                        <a:rPr lang="de-DE" sz="1400" b="1" i="0" u="none" strike="noStrike" baseline="0" noProof="0" err="1">
                          <a:solidFill>
                            <a:srgbClr val="FFFFFF"/>
                          </a:solidFill>
                          <a:latin typeface="Arial"/>
                          <a:cs typeface="Arial"/>
                        </a:rPr>
                        <a:t>substation</a:t>
                      </a:r>
                      <a:endParaRPr lang="de-DE" err="1"/>
                    </a:p>
                    <a:p>
                      <a:pPr lvl="0">
                        <a:buNone/>
                      </a:pPr>
                      <a:endParaRPr lang="de-DE" sz="1400"/>
                    </a:p>
                  </a:txBody>
                  <a:tcPr/>
                </a:tc>
                <a:tc>
                  <a:txBody>
                    <a:bodyPr/>
                    <a:lstStyle/>
                    <a:p>
                      <a:r>
                        <a:rPr lang="de-DE" sz="1400"/>
                        <a:t>date</a:t>
                      </a:r>
                    </a:p>
                  </a:txBody>
                  <a:tcPr/>
                </a:tc>
                <a:tc>
                  <a:txBody>
                    <a:bodyPr/>
                    <a:lstStyle/>
                    <a:p>
                      <a:r>
                        <a:rPr lang="de-DE" sz="1400" err="1"/>
                        <a:t>Housing_unit_count</a:t>
                      </a:r>
                    </a:p>
                  </a:txBody>
                  <a:tcPr/>
                </a:tc>
                <a:tc>
                  <a:txBody>
                    <a:bodyPr/>
                    <a:lstStyle/>
                    <a:p>
                      <a:pPr marL="0" lvl="0" indent="0" algn="l">
                        <a:lnSpc>
                          <a:spcPct val="100000"/>
                        </a:lnSpc>
                        <a:buNone/>
                      </a:pPr>
                      <a:r>
                        <a:rPr lang="de-DE" sz="1400" b="1" i="0" u="none" strike="noStrike" baseline="0" noProof="0" err="1">
                          <a:solidFill>
                            <a:srgbClr val="FFFFFF"/>
                          </a:solidFill>
                          <a:latin typeface="Arial"/>
                          <a:cs typeface="Arial"/>
                        </a:rPr>
                        <a:t>industry_and_commerce_count</a:t>
                      </a:r>
                      <a:endParaRPr lang="de-DE" err="1"/>
                    </a:p>
                    <a:p>
                      <a:pPr lvl="0">
                        <a:buNone/>
                      </a:pPr>
                      <a:endParaRPr lang="de-DE" sz="1400"/>
                    </a:p>
                  </a:txBody>
                  <a:tcPr/>
                </a:tc>
                <a:tc>
                  <a:txBody>
                    <a:bodyPr/>
                    <a:lstStyle/>
                    <a:p>
                      <a:pPr marL="0" lvl="0" indent="0" algn="l">
                        <a:lnSpc>
                          <a:spcPct val="100000"/>
                        </a:lnSpc>
                        <a:buNone/>
                      </a:pPr>
                      <a:r>
                        <a:rPr lang="de-DE" sz="1400" b="1" i="0" u="none" strike="noStrike" baseline="0" noProof="0" err="1">
                          <a:solidFill>
                            <a:srgbClr val="FFFFFF"/>
                          </a:solidFill>
                          <a:latin typeface="Arial"/>
                          <a:cs typeface="Arial"/>
                        </a:rPr>
                        <a:t>storage_heaters_kW</a:t>
                      </a:r>
                      <a:endParaRPr lang="de-DE" err="1"/>
                    </a:p>
                    <a:p>
                      <a:pPr lvl="0">
                        <a:buNone/>
                      </a:pPr>
                      <a:endParaRPr lang="de-DE" sz="1400"/>
                    </a:p>
                  </a:txBody>
                  <a:tcPr/>
                </a:tc>
                <a:tc>
                  <a:txBody>
                    <a:bodyPr/>
                    <a:lstStyle/>
                    <a:p>
                      <a:pPr marL="0" lvl="0" indent="0" algn="l">
                        <a:lnSpc>
                          <a:spcPct val="100000"/>
                        </a:lnSpc>
                        <a:buNone/>
                      </a:pPr>
                      <a:r>
                        <a:rPr lang="de-DE" sz="1400" b="1" i="0" u="none" strike="noStrike" baseline="0" noProof="0" err="1">
                          <a:solidFill>
                            <a:srgbClr val="FFFFFF"/>
                          </a:solidFill>
                          <a:latin typeface="Arial"/>
                          <a:cs typeface="Arial"/>
                        </a:rPr>
                        <a:t>heat_pumps_kW</a:t>
                      </a:r>
                      <a:endParaRPr lang="de-DE" err="1"/>
                    </a:p>
                    <a:p>
                      <a:pPr lvl="0">
                        <a:buNone/>
                      </a:pPr>
                      <a:endParaRPr lang="de-DE" sz="1400"/>
                    </a:p>
                  </a:txBody>
                  <a:tcPr/>
                </a:tc>
                <a:tc>
                  <a:txBody>
                    <a:bodyPr/>
                    <a:lstStyle/>
                    <a:p>
                      <a:pPr marL="0" lvl="0" indent="0" algn="l">
                        <a:lnSpc>
                          <a:spcPct val="100000"/>
                        </a:lnSpc>
                        <a:buNone/>
                      </a:pPr>
                      <a:r>
                        <a:rPr lang="de-DE" sz="1400" b="1" i="0" u="none" strike="noStrike" baseline="0" noProof="0" err="1">
                          <a:solidFill>
                            <a:srgbClr val="FFFFFF"/>
                          </a:solidFill>
                          <a:latin typeface="Arial"/>
                          <a:cs typeface="Arial"/>
                        </a:rPr>
                        <a:t>electric_heaters_kW</a:t>
                      </a:r>
                      <a:endParaRPr lang="de-DE" err="1"/>
                    </a:p>
                    <a:p>
                      <a:pPr lvl="0">
                        <a:buNone/>
                      </a:pPr>
                      <a:endParaRPr lang="de-DE" sz="1400"/>
                    </a:p>
                  </a:txBody>
                  <a:tcPr/>
                </a:tc>
                <a:tc>
                  <a:txBody>
                    <a:bodyPr/>
                    <a:lstStyle/>
                    <a:p>
                      <a:pPr marL="0" lvl="0" indent="0" algn="l">
                        <a:lnSpc>
                          <a:spcPct val="100000"/>
                        </a:lnSpc>
                        <a:buNone/>
                      </a:pPr>
                      <a:r>
                        <a:rPr lang="de-DE" sz="1400" b="1" i="0" u="none" strike="noStrike" baseline="0" noProof="0" err="1">
                          <a:solidFill>
                            <a:srgbClr val="FFFFFF"/>
                          </a:solidFill>
                          <a:latin typeface="Arial"/>
                          <a:cs typeface="Arial"/>
                        </a:rPr>
                        <a:t>hot_water_tanks_kW</a:t>
                      </a:r>
                      <a:endParaRPr lang="de-DE" err="1"/>
                    </a:p>
                    <a:p>
                      <a:pPr lvl="0">
                        <a:buNone/>
                      </a:pPr>
                      <a:endParaRPr lang="de-DE" sz="1400"/>
                    </a:p>
                  </a:txBody>
                  <a:tcPr/>
                </a:tc>
                <a:tc>
                  <a:txBody>
                    <a:bodyPr/>
                    <a:lstStyle/>
                    <a:p>
                      <a:pPr marL="0" lvl="0" indent="0" algn="l">
                        <a:lnSpc>
                          <a:spcPct val="100000"/>
                        </a:lnSpc>
                        <a:buNone/>
                      </a:pPr>
                      <a:r>
                        <a:rPr lang="de-DE" sz="1400" b="1" i="0" u="none" strike="noStrike" baseline="0" noProof="0" err="1">
                          <a:solidFill>
                            <a:srgbClr val="FFFFFF"/>
                          </a:solidFill>
                          <a:latin typeface="Arial"/>
                          <a:cs typeface="Arial"/>
                        </a:rPr>
                        <a:t>flow-type_heaters_kW</a:t>
                      </a:r>
                      <a:endParaRPr lang="de-DE" err="1"/>
                    </a:p>
                    <a:p>
                      <a:pPr lvl="0">
                        <a:buNone/>
                      </a:pPr>
                      <a:endParaRPr lang="de-DE" sz="1400"/>
                    </a:p>
                  </a:txBody>
                  <a:tcPr/>
                </a:tc>
                <a:tc>
                  <a:txBody>
                    <a:bodyPr/>
                    <a:lstStyle/>
                    <a:p>
                      <a:pPr marL="0" lvl="0" indent="0" algn="l">
                        <a:lnSpc>
                          <a:spcPct val="100000"/>
                        </a:lnSpc>
                        <a:buNone/>
                      </a:pPr>
                      <a:r>
                        <a:rPr lang="de-DE" sz="1400" b="1" i="0" u="none" strike="noStrike" baseline="0" noProof="0" err="1">
                          <a:solidFill>
                            <a:srgbClr val="FFFFFF"/>
                          </a:solidFill>
                          <a:latin typeface="Arial"/>
                          <a:cs typeface="Arial"/>
                        </a:rPr>
                        <a:t>EV_chargers_kW</a:t>
                      </a:r>
                      <a:endParaRPr lang="de-DE" err="1"/>
                    </a:p>
                    <a:p>
                      <a:pPr lvl="0">
                        <a:buNone/>
                      </a:pPr>
                      <a:endParaRPr lang="de-DE" sz="1400"/>
                    </a:p>
                  </a:txBody>
                  <a:tcPr/>
                </a:tc>
                <a:extLst>
                  <a:ext uri="{0D108BD9-81ED-4DB2-BD59-A6C34878D82A}">
                    <a16:rowId xmlns:a16="http://schemas.microsoft.com/office/drawing/2014/main" val="2441269539"/>
                  </a:ext>
                </a:extLst>
              </a:tr>
              <a:tr h="426027">
                <a:tc>
                  <a:txBody>
                    <a:bodyPr/>
                    <a:lstStyle/>
                    <a:p>
                      <a:r>
                        <a:rPr lang="de-DE" sz="1400"/>
                        <a:t>1</a:t>
                      </a:r>
                    </a:p>
                  </a:txBody>
                  <a:tcPr/>
                </a:tc>
                <a:tc>
                  <a:txBody>
                    <a:bodyPr/>
                    <a:lstStyle/>
                    <a:p>
                      <a:r>
                        <a:rPr lang="de-DE" sz="1400"/>
                        <a:t>0.85-1</a:t>
                      </a:r>
                    </a:p>
                  </a:txBody>
                  <a:tcPr/>
                </a:tc>
                <a:tc>
                  <a:txBody>
                    <a:bodyPr/>
                    <a:lstStyle/>
                    <a:p>
                      <a:r>
                        <a:rPr lang="de-DE" sz="1400"/>
                        <a:t>0.85-1</a:t>
                      </a:r>
                    </a:p>
                  </a:txBody>
                  <a:tcPr/>
                </a:tc>
                <a:tc>
                  <a:txBody>
                    <a:bodyPr/>
                    <a:lstStyle/>
                    <a:p>
                      <a:r>
                        <a:rPr lang="de-DE" sz="1400"/>
                        <a:t>0.98-1</a:t>
                      </a:r>
                    </a:p>
                  </a:txBody>
                  <a:tcPr/>
                </a:tc>
                <a:tc>
                  <a:txBody>
                    <a:bodyPr/>
                    <a:lstStyle/>
                    <a:p>
                      <a:r>
                        <a:rPr lang="de-DE" sz="1400"/>
                        <a:t>0.60-1</a:t>
                      </a:r>
                    </a:p>
                  </a:txBody>
                  <a:tcPr/>
                </a:tc>
                <a:tc>
                  <a:txBody>
                    <a:bodyPr/>
                    <a:lstStyle/>
                    <a:p>
                      <a:r>
                        <a:rPr lang="de-DE" sz="1400"/>
                        <a:t>0.55</a:t>
                      </a:r>
                    </a:p>
                  </a:txBody>
                  <a:tcPr/>
                </a:tc>
                <a:tc>
                  <a:txBody>
                    <a:bodyPr/>
                    <a:lstStyle/>
                    <a:p>
                      <a:r>
                        <a:rPr lang="de-DE" sz="1400"/>
                        <a:t>0.10</a:t>
                      </a:r>
                    </a:p>
                  </a:txBody>
                  <a:tcPr/>
                </a:tc>
                <a:tc>
                  <a:txBody>
                    <a:bodyPr/>
                    <a:lstStyle/>
                    <a:p>
                      <a:r>
                        <a:rPr lang="de-DE" sz="1400"/>
                        <a:t>0.10</a:t>
                      </a:r>
                    </a:p>
                  </a:txBody>
                  <a:tcPr/>
                </a:tc>
                <a:tc>
                  <a:txBody>
                    <a:bodyPr/>
                    <a:lstStyle/>
                    <a:p>
                      <a:r>
                        <a:rPr lang="de-DE" sz="1400"/>
                        <a:t>0.10</a:t>
                      </a:r>
                    </a:p>
                  </a:txBody>
                  <a:tcPr/>
                </a:tc>
                <a:tc>
                  <a:txBody>
                    <a:bodyPr/>
                    <a:lstStyle/>
                    <a:p>
                      <a:r>
                        <a:rPr lang="de-DE" sz="1400"/>
                        <a:t>0.10</a:t>
                      </a:r>
                    </a:p>
                  </a:txBody>
                  <a:tcPr/>
                </a:tc>
                <a:tc>
                  <a:txBody>
                    <a:bodyPr/>
                    <a:lstStyle/>
                    <a:p>
                      <a:pPr lvl="0">
                        <a:buNone/>
                      </a:pPr>
                      <a:r>
                        <a:rPr lang="de-DE" sz="1400"/>
                        <a:t>0.10</a:t>
                      </a:r>
                    </a:p>
                  </a:txBody>
                  <a:tcPr/>
                </a:tc>
                <a:tc>
                  <a:txBody>
                    <a:bodyPr/>
                    <a:lstStyle/>
                    <a:p>
                      <a:pPr lvl="0">
                        <a:buNone/>
                      </a:pPr>
                      <a:r>
                        <a:rPr lang="de-DE" sz="1400"/>
                        <a:t>0.30</a:t>
                      </a:r>
                    </a:p>
                  </a:txBody>
                  <a:tcPr/>
                </a:tc>
                <a:extLst>
                  <a:ext uri="{0D108BD9-81ED-4DB2-BD59-A6C34878D82A}">
                    <a16:rowId xmlns:a16="http://schemas.microsoft.com/office/drawing/2014/main" val="43103680"/>
                  </a:ext>
                </a:extLst>
              </a:tr>
              <a:tr h="368709">
                <a:tc>
                  <a:txBody>
                    <a:bodyPr/>
                    <a:lstStyle/>
                    <a:p>
                      <a:r>
                        <a:rPr lang="de-DE" sz="1400"/>
                        <a:t>2</a:t>
                      </a:r>
                    </a:p>
                  </a:txBody>
                  <a:tcPr/>
                </a:tc>
                <a:tc>
                  <a:txBody>
                    <a:bodyPr/>
                    <a:lstStyle/>
                    <a:p>
                      <a:r>
                        <a:rPr lang="de-DE" sz="1400"/>
                        <a:t>0.80-1</a:t>
                      </a:r>
                    </a:p>
                  </a:txBody>
                  <a:tcPr/>
                </a:tc>
                <a:tc>
                  <a:txBody>
                    <a:bodyPr/>
                    <a:lstStyle/>
                    <a:p>
                      <a:r>
                        <a:rPr lang="de-DE" sz="1400"/>
                        <a:t>0.80-1</a:t>
                      </a:r>
                    </a:p>
                  </a:txBody>
                  <a:tcPr/>
                </a:tc>
                <a:tc>
                  <a:txBody>
                    <a:bodyPr/>
                    <a:lstStyle/>
                    <a:p>
                      <a:r>
                        <a:rPr lang="de-DE" sz="1400"/>
                        <a:t>0.95-1</a:t>
                      </a:r>
                    </a:p>
                  </a:txBody>
                  <a:tcPr/>
                </a:tc>
                <a:tc>
                  <a:txBody>
                    <a:bodyPr/>
                    <a:lstStyle/>
                    <a:p>
                      <a:r>
                        <a:rPr lang="de-DE" sz="1400"/>
                        <a:t>0.60-1</a:t>
                      </a:r>
                    </a:p>
                  </a:txBody>
                  <a:tcPr/>
                </a:tc>
                <a:tc>
                  <a:txBody>
                    <a:bodyPr/>
                    <a:lstStyle/>
                    <a:p>
                      <a:r>
                        <a:rPr lang="de-DE" sz="1400"/>
                        <a:t>0.55</a:t>
                      </a:r>
                    </a:p>
                  </a:txBody>
                  <a:tcPr/>
                </a:tc>
                <a:tc>
                  <a:txBody>
                    <a:bodyPr/>
                    <a:lstStyle/>
                    <a:p>
                      <a:r>
                        <a:rPr lang="de-DE" sz="1400"/>
                        <a:t>0.10</a:t>
                      </a:r>
                    </a:p>
                  </a:txBody>
                  <a:tcPr/>
                </a:tc>
                <a:tc>
                  <a:txBody>
                    <a:bodyPr/>
                    <a:lstStyle/>
                    <a:p>
                      <a:r>
                        <a:rPr lang="de-DE" sz="1400"/>
                        <a:t>0.10</a:t>
                      </a:r>
                    </a:p>
                  </a:txBody>
                  <a:tcPr/>
                </a:tc>
                <a:tc>
                  <a:txBody>
                    <a:bodyPr/>
                    <a:lstStyle/>
                    <a:p>
                      <a:r>
                        <a:rPr lang="de-DE" sz="1400"/>
                        <a:t>0.10</a:t>
                      </a:r>
                    </a:p>
                  </a:txBody>
                  <a:tcPr/>
                </a:tc>
                <a:tc>
                  <a:txBody>
                    <a:bodyPr/>
                    <a:lstStyle/>
                    <a:p>
                      <a:r>
                        <a:rPr lang="de-DE" sz="1400"/>
                        <a:t>0.10</a:t>
                      </a:r>
                    </a:p>
                  </a:txBody>
                  <a:tcPr/>
                </a:tc>
                <a:tc>
                  <a:txBody>
                    <a:bodyPr/>
                    <a:lstStyle/>
                    <a:p>
                      <a:pPr lvl="0">
                        <a:buNone/>
                      </a:pPr>
                      <a:r>
                        <a:rPr lang="de-DE" sz="1400"/>
                        <a:t>0.10</a:t>
                      </a:r>
                    </a:p>
                  </a:txBody>
                  <a:tcPr/>
                </a:tc>
                <a:tc>
                  <a:txBody>
                    <a:bodyPr/>
                    <a:lstStyle/>
                    <a:p>
                      <a:pPr lvl="0">
                        <a:buNone/>
                      </a:pPr>
                      <a:r>
                        <a:rPr lang="de-DE" sz="1400"/>
                        <a:t>0.30</a:t>
                      </a:r>
                    </a:p>
                  </a:txBody>
                  <a:tcPr/>
                </a:tc>
                <a:extLst>
                  <a:ext uri="{0D108BD9-81ED-4DB2-BD59-A6C34878D82A}">
                    <a16:rowId xmlns:a16="http://schemas.microsoft.com/office/drawing/2014/main" val="3187255955"/>
                  </a:ext>
                </a:extLst>
              </a:tr>
              <a:tr h="405245">
                <a:tc>
                  <a:txBody>
                    <a:bodyPr/>
                    <a:lstStyle/>
                    <a:p>
                      <a:pPr lvl="0">
                        <a:buNone/>
                      </a:pPr>
                      <a:r>
                        <a:rPr lang="de-DE" sz="1400"/>
                        <a:t>3</a:t>
                      </a:r>
                    </a:p>
                  </a:txBody>
                  <a:tcPr/>
                </a:tc>
                <a:tc>
                  <a:txBody>
                    <a:bodyPr/>
                    <a:lstStyle/>
                    <a:p>
                      <a:pPr lvl="0">
                        <a:buNone/>
                      </a:pPr>
                      <a:r>
                        <a:rPr lang="de-DE" sz="1400"/>
                        <a:t>0.65-1</a:t>
                      </a:r>
                    </a:p>
                  </a:txBody>
                  <a:tcPr/>
                </a:tc>
                <a:tc>
                  <a:txBody>
                    <a:bodyPr/>
                    <a:lstStyle/>
                    <a:p>
                      <a:pPr lvl="0">
                        <a:buNone/>
                      </a:pPr>
                      <a:r>
                        <a:rPr lang="de-DE" sz="1400"/>
                        <a:t>0.60-1</a:t>
                      </a:r>
                    </a:p>
                  </a:txBody>
                  <a:tcPr/>
                </a:tc>
                <a:tc>
                  <a:txBody>
                    <a:bodyPr/>
                    <a:lstStyle/>
                    <a:p>
                      <a:pPr lvl="0">
                        <a:buNone/>
                      </a:pPr>
                      <a:r>
                        <a:rPr lang="de-DE" sz="1400"/>
                        <a:t>0.90-1</a:t>
                      </a:r>
                    </a:p>
                  </a:txBody>
                  <a:tcPr/>
                </a:tc>
                <a:tc>
                  <a:txBody>
                    <a:bodyPr/>
                    <a:lstStyle/>
                    <a:p>
                      <a:pPr lvl="0">
                        <a:buNone/>
                      </a:pPr>
                      <a:r>
                        <a:rPr lang="de-DE" sz="1400"/>
                        <a:t>0.30</a:t>
                      </a:r>
                    </a:p>
                  </a:txBody>
                  <a:tcPr/>
                </a:tc>
                <a:tc>
                  <a:txBody>
                    <a:bodyPr/>
                    <a:lstStyle/>
                    <a:p>
                      <a:pPr lvl="0">
                        <a:buNone/>
                      </a:pPr>
                      <a:r>
                        <a:rPr lang="de-DE" sz="1400"/>
                        <a:t>0.25</a:t>
                      </a:r>
                    </a:p>
                  </a:txBody>
                  <a:tcPr/>
                </a:tc>
                <a:tc>
                  <a:txBody>
                    <a:bodyPr/>
                    <a:lstStyle/>
                    <a:p>
                      <a:pPr lvl="0">
                        <a:buNone/>
                      </a:pPr>
                      <a:r>
                        <a:rPr lang="de-DE" sz="1400" b="0" i="0" u="none" strike="noStrike" noProof="0">
                          <a:solidFill>
                            <a:srgbClr val="000000"/>
                          </a:solidFill>
                          <a:latin typeface="Arial"/>
                          <a:cs typeface="Arial"/>
                        </a:rPr>
                        <a:t>0.10</a:t>
                      </a:r>
                      <a:endParaRPr lang="en-US"/>
                    </a:p>
                  </a:txBody>
                  <a:tcPr/>
                </a:tc>
                <a:tc>
                  <a:txBody>
                    <a:bodyPr/>
                    <a:lstStyle/>
                    <a:p>
                      <a:pPr lvl="0">
                        <a:buNone/>
                      </a:pPr>
                      <a:r>
                        <a:rPr lang="de-DE" sz="1400" b="0" i="0" u="none" strike="noStrike" noProof="0">
                          <a:solidFill>
                            <a:srgbClr val="000000"/>
                          </a:solidFill>
                          <a:latin typeface="Arial"/>
                          <a:cs typeface="Arial"/>
                        </a:rPr>
                        <a:t>0.10</a:t>
                      </a:r>
                      <a:endParaRPr lang="en-US"/>
                    </a:p>
                  </a:txBody>
                  <a:tcPr/>
                </a:tc>
                <a:tc>
                  <a:txBody>
                    <a:bodyPr/>
                    <a:lstStyle/>
                    <a:p>
                      <a:pPr lvl="0">
                        <a:buNone/>
                      </a:pPr>
                      <a:r>
                        <a:rPr lang="de-DE" sz="1400" b="0" i="0" u="none" strike="noStrike" noProof="0">
                          <a:solidFill>
                            <a:srgbClr val="000000"/>
                          </a:solidFill>
                          <a:latin typeface="Arial"/>
                          <a:cs typeface="Arial"/>
                        </a:rPr>
                        <a:t>0.10</a:t>
                      </a:r>
                      <a:endParaRPr lang="en-US"/>
                    </a:p>
                  </a:txBody>
                  <a:tcPr/>
                </a:tc>
                <a:tc>
                  <a:txBody>
                    <a:bodyPr/>
                    <a:lstStyle/>
                    <a:p>
                      <a:pPr lvl="0">
                        <a:buNone/>
                      </a:pPr>
                      <a:r>
                        <a:rPr lang="de-DE" sz="1400" b="0" i="0" u="none" strike="noStrike" noProof="0">
                          <a:solidFill>
                            <a:srgbClr val="000000"/>
                          </a:solidFill>
                          <a:latin typeface="Arial"/>
                          <a:cs typeface="Arial"/>
                        </a:rPr>
                        <a:t>0.10</a:t>
                      </a:r>
                      <a:endParaRPr lang="en-US"/>
                    </a:p>
                  </a:txBody>
                  <a:tcPr/>
                </a:tc>
                <a:tc>
                  <a:txBody>
                    <a:bodyPr/>
                    <a:lstStyle/>
                    <a:p>
                      <a:pPr lvl="0">
                        <a:buNone/>
                      </a:pPr>
                      <a:r>
                        <a:rPr lang="de-DE" sz="1400" b="0" i="0" u="none" strike="noStrike" noProof="0">
                          <a:solidFill>
                            <a:srgbClr val="000000"/>
                          </a:solidFill>
                          <a:latin typeface="Arial"/>
                          <a:cs typeface="Arial"/>
                        </a:rPr>
                        <a:t>0.10</a:t>
                      </a:r>
                      <a:endParaRPr lang="en-US"/>
                    </a:p>
                  </a:txBody>
                  <a:tcPr/>
                </a:tc>
                <a:tc>
                  <a:txBody>
                    <a:bodyPr/>
                    <a:lstStyle/>
                    <a:p>
                      <a:pPr lvl="0">
                        <a:buNone/>
                      </a:pPr>
                      <a:r>
                        <a:rPr lang="de-DE" sz="1400" b="0" i="0" u="none" strike="noStrike" noProof="0">
                          <a:solidFill>
                            <a:srgbClr val="000000"/>
                          </a:solidFill>
                          <a:latin typeface="Arial"/>
                          <a:cs typeface="Arial"/>
                        </a:rPr>
                        <a:t>0.10</a:t>
                      </a:r>
                      <a:endParaRPr lang="en-US"/>
                    </a:p>
                  </a:txBody>
                  <a:tcPr/>
                </a:tc>
                <a:extLst>
                  <a:ext uri="{0D108BD9-81ED-4DB2-BD59-A6C34878D82A}">
                    <a16:rowId xmlns:a16="http://schemas.microsoft.com/office/drawing/2014/main" val="3901482368"/>
                  </a:ext>
                </a:extLst>
              </a:tr>
              <a:tr h="405245">
                <a:tc>
                  <a:txBody>
                    <a:bodyPr/>
                    <a:lstStyle/>
                    <a:p>
                      <a:pPr lvl="0">
                        <a:buNone/>
                      </a:pPr>
                      <a:r>
                        <a:rPr lang="de-DE" sz="1400"/>
                        <a:t>4</a:t>
                      </a:r>
                    </a:p>
                  </a:txBody>
                  <a:tcPr/>
                </a:tc>
                <a:tc>
                  <a:txBody>
                    <a:bodyPr/>
                    <a:lstStyle/>
                    <a:p>
                      <a:pPr lvl="0">
                        <a:buNone/>
                      </a:pPr>
                      <a:r>
                        <a:rPr lang="de-DE" sz="1400"/>
                        <a:t>0.78-1</a:t>
                      </a:r>
                    </a:p>
                  </a:txBody>
                  <a:tcPr/>
                </a:tc>
                <a:tc>
                  <a:txBody>
                    <a:bodyPr/>
                    <a:lstStyle/>
                    <a:p>
                      <a:pPr lvl="0">
                        <a:buNone/>
                      </a:pPr>
                      <a:r>
                        <a:rPr lang="de-DE" sz="1400"/>
                        <a:t>0.78-1</a:t>
                      </a:r>
                    </a:p>
                  </a:txBody>
                  <a:tcPr/>
                </a:tc>
                <a:tc>
                  <a:txBody>
                    <a:bodyPr/>
                    <a:lstStyle/>
                    <a:p>
                      <a:pPr lvl="0">
                        <a:buNone/>
                      </a:pPr>
                      <a:r>
                        <a:rPr lang="de-DE" sz="1400"/>
                        <a:t>0.92-1</a:t>
                      </a:r>
                    </a:p>
                  </a:txBody>
                  <a:tcPr/>
                </a:tc>
                <a:tc>
                  <a:txBody>
                    <a:bodyPr/>
                    <a:lstStyle/>
                    <a:p>
                      <a:pPr lvl="0">
                        <a:buNone/>
                      </a:pPr>
                      <a:r>
                        <a:rPr lang="de-DE" sz="1400"/>
                        <a:t>0.35</a:t>
                      </a:r>
                    </a:p>
                  </a:txBody>
                  <a:tcPr/>
                </a:tc>
                <a:tc>
                  <a:txBody>
                    <a:bodyPr/>
                    <a:lstStyle/>
                    <a:p>
                      <a:pPr lvl="0">
                        <a:buNone/>
                      </a:pPr>
                      <a:r>
                        <a:rPr lang="de-DE" sz="1400"/>
                        <a:t>0.30</a:t>
                      </a:r>
                    </a:p>
                  </a:txBody>
                  <a:tcPr/>
                </a:tc>
                <a:tc>
                  <a:txBody>
                    <a:bodyPr/>
                    <a:lstStyle/>
                    <a:p>
                      <a:pPr lvl="0">
                        <a:buNone/>
                      </a:pPr>
                      <a:r>
                        <a:rPr lang="de-DE" sz="1400"/>
                        <a:t>0.05</a:t>
                      </a:r>
                    </a:p>
                  </a:txBody>
                  <a:tcPr/>
                </a:tc>
                <a:tc>
                  <a:txBody>
                    <a:bodyPr/>
                    <a:lstStyle/>
                    <a:p>
                      <a:pPr lvl="0">
                        <a:buNone/>
                      </a:pPr>
                      <a:r>
                        <a:rPr lang="de-DE" sz="1400"/>
                        <a:t>0.05</a:t>
                      </a:r>
                    </a:p>
                  </a:txBody>
                  <a:tcPr/>
                </a:tc>
                <a:tc>
                  <a:txBody>
                    <a:bodyPr/>
                    <a:lstStyle/>
                    <a:p>
                      <a:pPr lvl="0">
                        <a:buNone/>
                      </a:pPr>
                      <a:r>
                        <a:rPr lang="de-DE" sz="1400"/>
                        <a:t>0.05</a:t>
                      </a:r>
                    </a:p>
                  </a:txBody>
                  <a:tcPr/>
                </a:tc>
                <a:tc>
                  <a:txBody>
                    <a:bodyPr/>
                    <a:lstStyle/>
                    <a:p>
                      <a:pPr lvl="0">
                        <a:buNone/>
                      </a:pPr>
                      <a:r>
                        <a:rPr lang="de-DE" sz="1400"/>
                        <a:t>0.05</a:t>
                      </a:r>
                    </a:p>
                  </a:txBody>
                  <a:tcPr/>
                </a:tc>
                <a:tc>
                  <a:txBody>
                    <a:bodyPr/>
                    <a:lstStyle/>
                    <a:p>
                      <a:pPr lvl="0">
                        <a:buNone/>
                      </a:pPr>
                      <a:r>
                        <a:rPr lang="de-DE" sz="1400"/>
                        <a:t>0.05</a:t>
                      </a:r>
                    </a:p>
                  </a:txBody>
                  <a:tcPr/>
                </a:tc>
                <a:tc>
                  <a:txBody>
                    <a:bodyPr/>
                    <a:lstStyle/>
                    <a:p>
                      <a:pPr lvl="0">
                        <a:buNone/>
                      </a:pPr>
                      <a:r>
                        <a:rPr lang="de-DE" sz="1400"/>
                        <a:t>0.05</a:t>
                      </a:r>
                    </a:p>
                  </a:txBody>
                  <a:tcPr/>
                </a:tc>
                <a:extLst>
                  <a:ext uri="{0D108BD9-81ED-4DB2-BD59-A6C34878D82A}">
                    <a16:rowId xmlns:a16="http://schemas.microsoft.com/office/drawing/2014/main" val="1382547422"/>
                  </a:ext>
                </a:extLst>
              </a:tr>
              <a:tr h="405245">
                <a:tc>
                  <a:txBody>
                    <a:bodyPr/>
                    <a:lstStyle/>
                    <a:p>
                      <a:pPr lvl="0">
                        <a:buNone/>
                      </a:pPr>
                      <a:r>
                        <a:rPr lang="de-DE" sz="1400"/>
                        <a:t>5</a:t>
                      </a:r>
                    </a:p>
                  </a:txBody>
                  <a:tcPr/>
                </a:tc>
                <a:tc>
                  <a:txBody>
                    <a:bodyPr/>
                    <a:lstStyle/>
                    <a:p>
                      <a:pPr lvl="0">
                        <a:buNone/>
                      </a:pPr>
                      <a:r>
                        <a:rPr lang="de-DE" sz="1400"/>
                        <a:t>0.90-1</a:t>
                      </a:r>
                    </a:p>
                  </a:txBody>
                  <a:tcPr/>
                </a:tc>
                <a:tc>
                  <a:txBody>
                    <a:bodyPr/>
                    <a:lstStyle/>
                    <a:p>
                      <a:pPr lvl="0">
                        <a:buNone/>
                      </a:pPr>
                      <a:r>
                        <a:rPr lang="de-DE" sz="1400"/>
                        <a:t>0.70-1</a:t>
                      </a:r>
                    </a:p>
                  </a:txBody>
                  <a:tcPr/>
                </a:tc>
                <a:tc>
                  <a:txBody>
                    <a:bodyPr/>
                    <a:lstStyle/>
                    <a:p>
                      <a:pPr lvl="0">
                        <a:buNone/>
                      </a:pPr>
                      <a:r>
                        <a:rPr lang="de-DE" sz="1400"/>
                        <a:t>0.70-1</a:t>
                      </a:r>
                    </a:p>
                  </a:txBody>
                  <a:tcPr/>
                </a:tc>
                <a:tc>
                  <a:txBody>
                    <a:bodyPr/>
                    <a:lstStyle/>
                    <a:p>
                      <a:pPr lvl="0">
                        <a:buNone/>
                      </a:pPr>
                      <a:r>
                        <a:rPr lang="de-DE" sz="1400"/>
                        <a:t>0.30</a:t>
                      </a:r>
                    </a:p>
                  </a:txBody>
                  <a:tcPr/>
                </a:tc>
                <a:tc>
                  <a:txBody>
                    <a:bodyPr/>
                    <a:lstStyle/>
                    <a:p>
                      <a:pPr lvl="0">
                        <a:buNone/>
                      </a:pPr>
                      <a:r>
                        <a:rPr lang="de-DE" sz="1400"/>
                        <a:t>0.30</a:t>
                      </a:r>
                    </a:p>
                  </a:txBody>
                  <a:tcPr/>
                </a:tc>
                <a:tc>
                  <a:txBody>
                    <a:bodyPr/>
                    <a:lstStyle/>
                    <a:p>
                      <a:pPr lvl="0">
                        <a:buNone/>
                      </a:pPr>
                      <a:r>
                        <a:rPr lang="de-DE" sz="1400"/>
                        <a:t>0.05</a:t>
                      </a:r>
                    </a:p>
                  </a:txBody>
                  <a:tcPr/>
                </a:tc>
                <a:tc>
                  <a:txBody>
                    <a:bodyPr/>
                    <a:lstStyle/>
                    <a:p>
                      <a:pPr lvl="0">
                        <a:buNone/>
                      </a:pPr>
                      <a:r>
                        <a:rPr lang="de-DE" sz="1400"/>
                        <a:t>0.05</a:t>
                      </a:r>
                    </a:p>
                  </a:txBody>
                  <a:tcPr/>
                </a:tc>
                <a:tc>
                  <a:txBody>
                    <a:bodyPr/>
                    <a:lstStyle/>
                    <a:p>
                      <a:pPr lvl="0">
                        <a:buNone/>
                      </a:pPr>
                      <a:r>
                        <a:rPr lang="de-DE" sz="1400"/>
                        <a:t>0.05</a:t>
                      </a:r>
                    </a:p>
                  </a:txBody>
                  <a:tcPr/>
                </a:tc>
                <a:tc>
                  <a:txBody>
                    <a:bodyPr/>
                    <a:lstStyle/>
                    <a:p>
                      <a:pPr lvl="0">
                        <a:buNone/>
                      </a:pPr>
                      <a:r>
                        <a:rPr lang="de-DE" sz="1400"/>
                        <a:t>0.05</a:t>
                      </a:r>
                    </a:p>
                  </a:txBody>
                  <a:tcPr/>
                </a:tc>
                <a:tc>
                  <a:txBody>
                    <a:bodyPr/>
                    <a:lstStyle/>
                    <a:p>
                      <a:pPr lvl="0">
                        <a:buNone/>
                      </a:pPr>
                      <a:r>
                        <a:rPr lang="de-DE" sz="1400"/>
                        <a:t>0.05</a:t>
                      </a:r>
                    </a:p>
                  </a:txBody>
                  <a:tcPr/>
                </a:tc>
                <a:tc>
                  <a:txBody>
                    <a:bodyPr/>
                    <a:lstStyle/>
                    <a:p>
                      <a:pPr lvl="0">
                        <a:buNone/>
                      </a:pPr>
                      <a:r>
                        <a:rPr lang="de-DE" sz="1400"/>
                        <a:t>0.05</a:t>
                      </a:r>
                    </a:p>
                  </a:txBody>
                  <a:tcPr/>
                </a:tc>
                <a:extLst>
                  <a:ext uri="{0D108BD9-81ED-4DB2-BD59-A6C34878D82A}">
                    <a16:rowId xmlns:a16="http://schemas.microsoft.com/office/drawing/2014/main" val="1599548848"/>
                  </a:ext>
                </a:extLst>
              </a:tr>
              <a:tr h="405245">
                <a:tc>
                  <a:txBody>
                    <a:bodyPr/>
                    <a:lstStyle/>
                    <a:p>
                      <a:pPr lvl="0">
                        <a:buNone/>
                      </a:pPr>
                      <a:r>
                        <a:rPr lang="de-DE" sz="1400"/>
                        <a:t>6</a:t>
                      </a:r>
                    </a:p>
                  </a:txBody>
                  <a:tcPr/>
                </a:tc>
                <a:tc>
                  <a:txBody>
                    <a:bodyPr/>
                    <a:lstStyle/>
                    <a:p>
                      <a:pPr lvl="0">
                        <a:buNone/>
                      </a:pPr>
                      <a:r>
                        <a:rPr lang="de-DE" sz="1400"/>
                        <a:t>0.80-1</a:t>
                      </a:r>
                    </a:p>
                  </a:txBody>
                  <a:tcPr/>
                </a:tc>
                <a:tc>
                  <a:txBody>
                    <a:bodyPr/>
                    <a:lstStyle/>
                    <a:p>
                      <a:pPr lvl="0">
                        <a:buNone/>
                      </a:pPr>
                      <a:r>
                        <a:rPr lang="de-DE" sz="1400"/>
                        <a:t>0.80-1</a:t>
                      </a:r>
                    </a:p>
                  </a:txBody>
                  <a:tcPr/>
                </a:tc>
                <a:tc>
                  <a:txBody>
                    <a:bodyPr/>
                    <a:lstStyle/>
                    <a:p>
                      <a:pPr lvl="0">
                        <a:buNone/>
                      </a:pPr>
                      <a:r>
                        <a:rPr lang="de-DE" sz="1400"/>
                        <a:t>0.95-1</a:t>
                      </a:r>
                    </a:p>
                  </a:txBody>
                  <a:tcPr/>
                </a:tc>
                <a:tc>
                  <a:txBody>
                    <a:bodyPr/>
                    <a:lstStyle/>
                    <a:p>
                      <a:pPr lvl="0">
                        <a:buNone/>
                      </a:pPr>
                      <a:r>
                        <a:rPr lang="de-DE" sz="1400"/>
                        <a:t>0.60-1</a:t>
                      </a:r>
                    </a:p>
                  </a:txBody>
                  <a:tcPr/>
                </a:tc>
                <a:tc>
                  <a:txBody>
                    <a:bodyPr/>
                    <a:lstStyle/>
                    <a:p>
                      <a:pPr lvl="0">
                        <a:buNone/>
                      </a:pPr>
                      <a:r>
                        <a:rPr lang="de-DE" sz="1400"/>
                        <a:t>0.55</a:t>
                      </a:r>
                    </a:p>
                  </a:txBody>
                  <a:tcPr/>
                </a:tc>
                <a:tc>
                  <a:txBody>
                    <a:bodyPr/>
                    <a:lstStyle/>
                    <a:p>
                      <a:pPr lvl="0">
                        <a:buNone/>
                      </a:pPr>
                      <a:r>
                        <a:rPr lang="de-DE" sz="1400"/>
                        <a:t>0.20</a:t>
                      </a:r>
                    </a:p>
                  </a:txBody>
                  <a:tcPr/>
                </a:tc>
                <a:tc>
                  <a:txBody>
                    <a:bodyPr/>
                    <a:lstStyle/>
                    <a:p>
                      <a:pPr lvl="0">
                        <a:buNone/>
                      </a:pPr>
                      <a:r>
                        <a:rPr lang="de-DE" sz="1400"/>
                        <a:t>0.20</a:t>
                      </a:r>
                    </a:p>
                  </a:txBody>
                  <a:tcPr/>
                </a:tc>
                <a:tc>
                  <a:txBody>
                    <a:bodyPr/>
                    <a:lstStyle/>
                    <a:p>
                      <a:pPr lvl="0">
                        <a:buNone/>
                      </a:pPr>
                      <a:r>
                        <a:rPr lang="de-DE" sz="1400"/>
                        <a:t>0.20</a:t>
                      </a:r>
                    </a:p>
                  </a:txBody>
                  <a:tcPr/>
                </a:tc>
                <a:tc>
                  <a:txBody>
                    <a:bodyPr/>
                    <a:lstStyle/>
                    <a:p>
                      <a:pPr lvl="0">
                        <a:buNone/>
                      </a:pPr>
                      <a:r>
                        <a:rPr lang="de-DE" sz="1400"/>
                        <a:t>0.20</a:t>
                      </a:r>
                    </a:p>
                  </a:txBody>
                  <a:tcPr/>
                </a:tc>
                <a:tc>
                  <a:txBody>
                    <a:bodyPr/>
                    <a:lstStyle/>
                    <a:p>
                      <a:pPr lvl="0">
                        <a:buNone/>
                      </a:pPr>
                      <a:r>
                        <a:rPr lang="de-DE" sz="1400"/>
                        <a:t>0.20</a:t>
                      </a:r>
                    </a:p>
                  </a:txBody>
                  <a:tcPr/>
                </a:tc>
                <a:tc>
                  <a:txBody>
                    <a:bodyPr/>
                    <a:lstStyle/>
                    <a:p>
                      <a:pPr lvl="0">
                        <a:buNone/>
                      </a:pPr>
                      <a:r>
                        <a:rPr lang="de-DE" sz="1400"/>
                        <a:t>0.20</a:t>
                      </a:r>
                    </a:p>
                  </a:txBody>
                  <a:tcPr/>
                </a:tc>
                <a:extLst>
                  <a:ext uri="{0D108BD9-81ED-4DB2-BD59-A6C34878D82A}">
                    <a16:rowId xmlns:a16="http://schemas.microsoft.com/office/drawing/2014/main" val="2701468708"/>
                  </a:ext>
                </a:extLst>
              </a:tr>
            </a:tbl>
          </a:graphicData>
        </a:graphic>
      </p:graphicFrame>
      <p:graphicFrame>
        <p:nvGraphicFramePr>
          <p:cNvPr id="6" name="Tabelle 5">
            <a:extLst>
              <a:ext uri="{FF2B5EF4-FFF2-40B4-BE49-F238E27FC236}">
                <a16:creationId xmlns:a16="http://schemas.microsoft.com/office/drawing/2014/main" id="{49C48BD4-4200-44D6-30F5-86A50FC99011}"/>
              </a:ext>
            </a:extLst>
          </p:cNvPr>
          <p:cNvGraphicFramePr>
            <a:graphicFrameLocks noGrp="1"/>
          </p:cNvGraphicFramePr>
          <p:nvPr>
            <p:extLst>
              <p:ext uri="{D42A27DB-BD31-4B8C-83A1-F6EECF244321}">
                <p14:modId xmlns:p14="http://schemas.microsoft.com/office/powerpoint/2010/main" val="952878148"/>
              </p:ext>
            </p:extLst>
          </p:nvPr>
        </p:nvGraphicFramePr>
        <p:xfrm>
          <a:off x="288607" y="5105550"/>
          <a:ext cx="8553444" cy="3596633"/>
        </p:xfrm>
        <a:graphic>
          <a:graphicData uri="http://schemas.openxmlformats.org/drawingml/2006/table">
            <a:tbl>
              <a:tblPr firstRow="1" bandRow="1">
                <a:tableStyleId>{5C22544A-7EE6-4342-B048-85BDC9FD1C3A}</a:tableStyleId>
              </a:tblPr>
              <a:tblGrid>
                <a:gridCol w="712787">
                  <a:extLst>
                    <a:ext uri="{9D8B030D-6E8A-4147-A177-3AD203B41FA5}">
                      <a16:colId xmlns:a16="http://schemas.microsoft.com/office/drawing/2014/main" val="894150566"/>
                    </a:ext>
                  </a:extLst>
                </a:gridCol>
                <a:gridCol w="712787">
                  <a:extLst>
                    <a:ext uri="{9D8B030D-6E8A-4147-A177-3AD203B41FA5}">
                      <a16:colId xmlns:a16="http://schemas.microsoft.com/office/drawing/2014/main" val="4010572092"/>
                    </a:ext>
                  </a:extLst>
                </a:gridCol>
                <a:gridCol w="712787">
                  <a:extLst>
                    <a:ext uri="{9D8B030D-6E8A-4147-A177-3AD203B41FA5}">
                      <a16:colId xmlns:a16="http://schemas.microsoft.com/office/drawing/2014/main" val="3271437378"/>
                    </a:ext>
                  </a:extLst>
                </a:gridCol>
                <a:gridCol w="712787">
                  <a:extLst>
                    <a:ext uri="{9D8B030D-6E8A-4147-A177-3AD203B41FA5}">
                      <a16:colId xmlns:a16="http://schemas.microsoft.com/office/drawing/2014/main" val="3580078458"/>
                    </a:ext>
                  </a:extLst>
                </a:gridCol>
                <a:gridCol w="712787">
                  <a:extLst>
                    <a:ext uri="{9D8B030D-6E8A-4147-A177-3AD203B41FA5}">
                      <a16:colId xmlns:a16="http://schemas.microsoft.com/office/drawing/2014/main" val="2224828075"/>
                    </a:ext>
                  </a:extLst>
                </a:gridCol>
                <a:gridCol w="712787">
                  <a:extLst>
                    <a:ext uri="{9D8B030D-6E8A-4147-A177-3AD203B41FA5}">
                      <a16:colId xmlns:a16="http://schemas.microsoft.com/office/drawing/2014/main" val="3053313761"/>
                    </a:ext>
                  </a:extLst>
                </a:gridCol>
                <a:gridCol w="712787">
                  <a:extLst>
                    <a:ext uri="{9D8B030D-6E8A-4147-A177-3AD203B41FA5}">
                      <a16:colId xmlns:a16="http://schemas.microsoft.com/office/drawing/2014/main" val="2014364257"/>
                    </a:ext>
                  </a:extLst>
                </a:gridCol>
                <a:gridCol w="712787">
                  <a:extLst>
                    <a:ext uri="{9D8B030D-6E8A-4147-A177-3AD203B41FA5}">
                      <a16:colId xmlns:a16="http://schemas.microsoft.com/office/drawing/2014/main" val="1831583623"/>
                    </a:ext>
                  </a:extLst>
                </a:gridCol>
                <a:gridCol w="712787">
                  <a:extLst>
                    <a:ext uri="{9D8B030D-6E8A-4147-A177-3AD203B41FA5}">
                      <a16:colId xmlns:a16="http://schemas.microsoft.com/office/drawing/2014/main" val="3705079698"/>
                    </a:ext>
                  </a:extLst>
                </a:gridCol>
                <a:gridCol w="712787">
                  <a:extLst>
                    <a:ext uri="{9D8B030D-6E8A-4147-A177-3AD203B41FA5}">
                      <a16:colId xmlns:a16="http://schemas.microsoft.com/office/drawing/2014/main" val="2293653269"/>
                    </a:ext>
                  </a:extLst>
                </a:gridCol>
                <a:gridCol w="712787">
                  <a:extLst>
                    <a:ext uri="{9D8B030D-6E8A-4147-A177-3AD203B41FA5}">
                      <a16:colId xmlns:a16="http://schemas.microsoft.com/office/drawing/2014/main" val="511868558"/>
                    </a:ext>
                  </a:extLst>
                </a:gridCol>
                <a:gridCol w="712787">
                  <a:extLst>
                    <a:ext uri="{9D8B030D-6E8A-4147-A177-3AD203B41FA5}">
                      <a16:colId xmlns:a16="http://schemas.microsoft.com/office/drawing/2014/main" val="549178337"/>
                    </a:ext>
                  </a:extLst>
                </a:gridCol>
              </a:tblGrid>
              <a:tr h="370840">
                <a:tc>
                  <a:txBody>
                    <a:bodyPr/>
                    <a:lstStyle/>
                    <a:p>
                      <a:pPr marL="0" lvl="0" indent="0" algn="l">
                        <a:lnSpc>
                          <a:spcPct val="100000"/>
                        </a:lnSpc>
                        <a:buNone/>
                      </a:pPr>
                      <a:r>
                        <a:rPr lang="de-DE" sz="1400" b="1" i="0" u="none" strike="noStrike" baseline="0" noProof="0" err="1">
                          <a:solidFill>
                            <a:srgbClr val="FFFFFF"/>
                          </a:solidFill>
                          <a:latin typeface="Arial"/>
                          <a:cs typeface="Arial"/>
                        </a:rPr>
                        <a:t>public_lighting_kW</a:t>
                      </a:r>
                      <a:endParaRPr lang="de-DE" sz="1400" err="1"/>
                    </a:p>
                    <a:p>
                      <a:pPr lvl="0">
                        <a:buNone/>
                      </a:pPr>
                      <a:endParaRPr lang="de-DE" sz="1400"/>
                    </a:p>
                  </a:txBody>
                  <a:tcPr/>
                </a:tc>
                <a:tc>
                  <a:txBody>
                    <a:bodyPr/>
                    <a:lstStyle/>
                    <a:p>
                      <a:pPr marL="0" lvl="0" indent="0" algn="l">
                        <a:lnSpc>
                          <a:spcPct val="100000"/>
                        </a:lnSpc>
                        <a:buNone/>
                      </a:pPr>
                      <a:r>
                        <a:rPr lang="de-DE" sz="1400" b="1" i="0" u="none" strike="noStrike" baseline="0" noProof="0" err="1">
                          <a:solidFill>
                            <a:srgbClr val="FFFFFF"/>
                          </a:solidFill>
                          <a:latin typeface="Arial"/>
                          <a:cs typeface="Arial"/>
                        </a:rPr>
                        <a:t>other_consumers_kW</a:t>
                      </a:r>
                      <a:endParaRPr lang="de-DE" err="1"/>
                    </a:p>
                    <a:p>
                      <a:pPr lvl="0">
                        <a:buNone/>
                      </a:pPr>
                      <a:endParaRPr lang="de-DE" sz="1400"/>
                    </a:p>
                  </a:txBody>
                  <a:tcPr/>
                </a:tc>
                <a:tc>
                  <a:txBody>
                    <a:bodyPr/>
                    <a:lstStyle/>
                    <a:p>
                      <a:pPr marL="0" lvl="0" indent="0" algn="l">
                        <a:lnSpc>
                          <a:spcPct val="100000"/>
                        </a:lnSpc>
                        <a:buNone/>
                      </a:pPr>
                      <a:r>
                        <a:rPr lang="de-DE" sz="1400" b="1" i="0" u="none" strike="noStrike" baseline="0" noProof="0" err="1">
                          <a:solidFill>
                            <a:srgbClr val="FFFFFF"/>
                          </a:solidFill>
                          <a:latin typeface="Arial"/>
                          <a:cs typeface="Arial"/>
                        </a:rPr>
                        <a:t>batteries_kW</a:t>
                      </a:r>
                      <a:endParaRPr lang="de-DE" err="1"/>
                    </a:p>
                    <a:p>
                      <a:pPr lvl="0">
                        <a:buNone/>
                      </a:pPr>
                      <a:endParaRPr lang="de-DE" sz="1400"/>
                    </a:p>
                  </a:txBody>
                  <a:tcPr/>
                </a:tc>
                <a:tc>
                  <a:txBody>
                    <a:bodyPr/>
                    <a:lstStyle/>
                    <a:p>
                      <a:pPr marL="0" lvl="0" indent="0" algn="l">
                        <a:lnSpc>
                          <a:spcPct val="100000"/>
                        </a:lnSpc>
                        <a:buNone/>
                      </a:pPr>
                      <a:r>
                        <a:rPr lang="de-DE" sz="1400" b="1" i="0" u="none" strike="noStrike" baseline="0" noProof="0" err="1">
                          <a:solidFill>
                            <a:srgbClr val="FFFFFF"/>
                          </a:solidFill>
                          <a:latin typeface="Arial"/>
                          <a:cs typeface="Arial"/>
                        </a:rPr>
                        <a:t>PV_systems_kW</a:t>
                      </a:r>
                      <a:endParaRPr lang="de-DE" err="1"/>
                    </a:p>
                    <a:p>
                      <a:pPr lvl="0">
                        <a:buNone/>
                      </a:pPr>
                      <a:endParaRPr lang="de-DE" sz="1400"/>
                    </a:p>
                  </a:txBody>
                  <a:tcPr/>
                </a:tc>
                <a:tc>
                  <a:txBody>
                    <a:bodyPr/>
                    <a:lstStyle/>
                    <a:p>
                      <a:pPr marL="0" lvl="0" indent="0" algn="l">
                        <a:lnSpc>
                          <a:spcPct val="100000"/>
                        </a:lnSpc>
                        <a:buNone/>
                      </a:pPr>
                      <a:r>
                        <a:rPr lang="de-DE" sz="1400" b="1" i="0" u="none" strike="noStrike" baseline="0" noProof="0" err="1">
                          <a:solidFill>
                            <a:srgbClr val="FFFFFF"/>
                          </a:solidFill>
                          <a:latin typeface="Arial"/>
                          <a:cs typeface="Arial"/>
                        </a:rPr>
                        <a:t>chp_kW</a:t>
                      </a:r>
                      <a:endParaRPr lang="de-DE" err="1"/>
                    </a:p>
                    <a:p>
                      <a:pPr lvl="0">
                        <a:buNone/>
                      </a:pPr>
                      <a:endParaRPr lang="de-DE" sz="1400"/>
                    </a:p>
                  </a:txBody>
                  <a:tcPr/>
                </a:tc>
                <a:tc>
                  <a:txBody>
                    <a:bodyPr/>
                    <a:lstStyle/>
                    <a:p>
                      <a:pPr marL="0" lvl="0" indent="0" algn="l">
                        <a:lnSpc>
                          <a:spcPct val="100000"/>
                        </a:lnSpc>
                        <a:buNone/>
                      </a:pPr>
                      <a:r>
                        <a:rPr lang="de-DE" sz="1400" b="1" i="0" u="none" strike="noStrike" baseline="0" noProof="0">
                          <a:solidFill>
                            <a:srgbClr val="FFFFFF"/>
                          </a:solidFill>
                          <a:latin typeface="Arial"/>
                          <a:cs typeface="Arial"/>
                        </a:rPr>
                        <a:t>g0_general_kWh</a:t>
                      </a:r>
                      <a:endParaRPr lang="de-DE"/>
                    </a:p>
                    <a:p>
                      <a:pPr lvl="0">
                        <a:buNone/>
                      </a:pPr>
                      <a:endParaRPr lang="de-DE" sz="1400"/>
                    </a:p>
                  </a:txBody>
                  <a:tcPr/>
                </a:tc>
                <a:tc>
                  <a:txBody>
                    <a:bodyPr/>
                    <a:lstStyle/>
                    <a:p>
                      <a:pPr marL="0" lvl="0" indent="0" algn="l">
                        <a:lnSpc>
                          <a:spcPct val="100000"/>
                        </a:lnSpc>
                        <a:buNone/>
                      </a:pPr>
                      <a:r>
                        <a:rPr lang="de-DE" sz="1400" b="1" i="0" u="none" strike="noStrike" baseline="0" noProof="0">
                          <a:solidFill>
                            <a:srgbClr val="FFFFFF"/>
                          </a:solidFill>
                          <a:latin typeface="Arial"/>
                          <a:cs typeface="Arial"/>
                        </a:rPr>
                        <a:t>g1_workdays_kWh</a:t>
                      </a:r>
                      <a:endParaRPr lang="de-DE"/>
                    </a:p>
                    <a:p>
                      <a:pPr lvl="0">
                        <a:buNone/>
                      </a:pPr>
                      <a:endParaRPr lang="de-DE" sz="1400"/>
                    </a:p>
                  </a:txBody>
                  <a:tcPr/>
                </a:tc>
                <a:tc>
                  <a:txBody>
                    <a:bodyPr/>
                    <a:lstStyle/>
                    <a:p>
                      <a:pPr marL="0" lvl="0" indent="0" algn="l">
                        <a:lnSpc>
                          <a:spcPct val="100000"/>
                        </a:lnSpc>
                        <a:buNone/>
                      </a:pPr>
                      <a:r>
                        <a:rPr lang="de-DE" sz="1400" b="1" i="0" u="none" strike="noStrike" baseline="0" noProof="0">
                          <a:solidFill>
                            <a:srgbClr val="FFFFFF"/>
                          </a:solidFill>
                          <a:latin typeface="Arial"/>
                          <a:cs typeface="Arial"/>
                        </a:rPr>
                        <a:t>g2_evening_kWh</a:t>
                      </a:r>
                      <a:endParaRPr lang="de-DE"/>
                    </a:p>
                    <a:p>
                      <a:pPr lvl="0">
                        <a:buNone/>
                      </a:pPr>
                      <a:endParaRPr lang="de-DE" sz="1400"/>
                    </a:p>
                  </a:txBody>
                  <a:tcPr/>
                </a:tc>
                <a:tc>
                  <a:txBody>
                    <a:bodyPr/>
                    <a:lstStyle/>
                    <a:p>
                      <a:pPr marL="0" lvl="0" indent="0" algn="l">
                        <a:lnSpc>
                          <a:spcPct val="100000"/>
                        </a:lnSpc>
                        <a:buNone/>
                      </a:pPr>
                      <a:r>
                        <a:rPr lang="de-DE" sz="1400" b="1" i="0" u="none" strike="noStrike" baseline="0" noProof="0">
                          <a:solidFill>
                            <a:srgbClr val="FFFFFF"/>
                          </a:solidFill>
                          <a:latin typeface="Arial"/>
                          <a:cs typeface="Arial"/>
                        </a:rPr>
                        <a:t>g3_gontinuous_kWh</a:t>
                      </a:r>
                      <a:endParaRPr lang="de-DE"/>
                    </a:p>
                    <a:p>
                      <a:pPr lvl="0">
                        <a:buNone/>
                      </a:pPr>
                      <a:endParaRPr lang="de-DE" sz="1400"/>
                    </a:p>
                  </a:txBody>
                  <a:tcPr/>
                </a:tc>
                <a:tc>
                  <a:txBody>
                    <a:bodyPr/>
                    <a:lstStyle/>
                    <a:p>
                      <a:pPr marL="0" lvl="0" indent="0" algn="l">
                        <a:lnSpc>
                          <a:spcPct val="100000"/>
                        </a:lnSpc>
                        <a:buNone/>
                      </a:pPr>
                      <a:r>
                        <a:rPr lang="de-DE" sz="1400" b="1" i="0" u="none" strike="noStrike" baseline="0" noProof="0">
                          <a:solidFill>
                            <a:srgbClr val="FFFFFF"/>
                          </a:solidFill>
                          <a:latin typeface="Arial"/>
                          <a:cs typeface="Arial"/>
                        </a:rPr>
                        <a:t>g4_shop_hairdresser_kWh</a:t>
                      </a:r>
                      <a:endParaRPr lang="de-DE"/>
                    </a:p>
                    <a:p>
                      <a:pPr lvl="0">
                        <a:buNone/>
                      </a:pPr>
                      <a:endParaRPr lang="de-DE" sz="1400"/>
                    </a:p>
                  </a:txBody>
                  <a:tcPr/>
                </a:tc>
                <a:tc>
                  <a:txBody>
                    <a:bodyPr/>
                    <a:lstStyle/>
                    <a:p>
                      <a:pPr marL="0" lvl="0" indent="0" algn="l">
                        <a:lnSpc>
                          <a:spcPct val="100000"/>
                        </a:lnSpc>
                        <a:buNone/>
                      </a:pPr>
                      <a:r>
                        <a:rPr lang="de-DE" sz="1400" b="1" i="0" u="none" strike="noStrike" baseline="0" noProof="0">
                          <a:solidFill>
                            <a:srgbClr val="FFFFFF"/>
                          </a:solidFill>
                          <a:latin typeface="Arial"/>
                          <a:cs typeface="Arial"/>
                        </a:rPr>
                        <a:t>g5_bakery_kWh</a:t>
                      </a:r>
                      <a:endParaRPr lang="de-DE"/>
                    </a:p>
                    <a:p>
                      <a:pPr lvl="0">
                        <a:buNone/>
                      </a:pPr>
                      <a:endParaRPr lang="de-DE" sz="1400"/>
                    </a:p>
                  </a:txBody>
                  <a:tcPr/>
                </a:tc>
                <a:tc>
                  <a:txBody>
                    <a:bodyPr/>
                    <a:lstStyle/>
                    <a:p>
                      <a:pPr marL="0" lvl="0" indent="0" algn="l">
                        <a:lnSpc>
                          <a:spcPct val="100000"/>
                        </a:lnSpc>
                        <a:buNone/>
                      </a:pPr>
                      <a:r>
                        <a:rPr lang="de-DE" sz="1400" b="1" i="0" u="none" strike="noStrike" baseline="0" noProof="0">
                          <a:solidFill>
                            <a:srgbClr val="FFFFFF"/>
                          </a:solidFill>
                          <a:latin typeface="Arial"/>
                          <a:cs typeface="Arial"/>
                        </a:rPr>
                        <a:t>g6_weekend_kWh</a:t>
                      </a:r>
                      <a:endParaRPr lang="de-DE"/>
                    </a:p>
                    <a:p>
                      <a:pPr lvl="0">
                        <a:buNone/>
                      </a:pPr>
                      <a:endParaRPr lang="de-DE" sz="1400"/>
                    </a:p>
                  </a:txBody>
                  <a:tcPr/>
                </a:tc>
                <a:extLst>
                  <a:ext uri="{0D108BD9-81ED-4DB2-BD59-A6C34878D82A}">
                    <a16:rowId xmlns:a16="http://schemas.microsoft.com/office/drawing/2014/main" val="4084541425"/>
                  </a:ext>
                </a:extLst>
              </a:tr>
              <a:tr h="370840">
                <a:tc>
                  <a:txBody>
                    <a:bodyPr/>
                    <a:lstStyle/>
                    <a:p>
                      <a:r>
                        <a:rPr lang="de-DE" sz="1400"/>
                        <a:t>0.10</a:t>
                      </a:r>
                    </a:p>
                  </a:txBody>
                  <a:tcPr/>
                </a:tc>
                <a:tc>
                  <a:txBody>
                    <a:bodyPr/>
                    <a:lstStyle/>
                    <a:p>
                      <a:r>
                        <a:rPr lang="de-DE" sz="1400"/>
                        <a:t>0.10</a:t>
                      </a:r>
                    </a:p>
                  </a:txBody>
                  <a:tcPr/>
                </a:tc>
                <a:tc>
                  <a:txBody>
                    <a:bodyPr/>
                    <a:lstStyle/>
                    <a:p>
                      <a:r>
                        <a:rPr lang="de-DE" sz="1400"/>
                        <a:t>0.30</a:t>
                      </a:r>
                    </a:p>
                  </a:txBody>
                  <a:tcPr/>
                </a:tc>
                <a:tc>
                  <a:txBody>
                    <a:bodyPr/>
                    <a:lstStyle/>
                    <a:p>
                      <a:r>
                        <a:rPr lang="de-DE" sz="1400"/>
                        <a:t>0.30</a:t>
                      </a:r>
                    </a:p>
                  </a:txBody>
                  <a:tcPr/>
                </a:tc>
                <a:tc>
                  <a:txBody>
                    <a:bodyPr/>
                    <a:lstStyle/>
                    <a:p>
                      <a:r>
                        <a:rPr lang="de-DE" sz="1400"/>
                        <a:t>0.10</a:t>
                      </a:r>
                    </a:p>
                  </a:txBody>
                  <a:tcPr/>
                </a:tc>
                <a:tc>
                  <a:txBody>
                    <a:bodyPr/>
                    <a:lstStyle/>
                    <a:p>
                      <a:r>
                        <a:rPr lang="de-DE" sz="1400"/>
                        <a:t>0.05</a:t>
                      </a:r>
                    </a:p>
                  </a:txBody>
                  <a:tcPr/>
                </a:tc>
                <a:tc>
                  <a:txBody>
                    <a:bodyPr/>
                    <a:lstStyle/>
                    <a:p>
                      <a:r>
                        <a:rPr lang="de-DE" sz="1400"/>
                        <a:t>0.05</a:t>
                      </a:r>
                    </a:p>
                  </a:txBody>
                  <a:tcPr/>
                </a:tc>
                <a:tc>
                  <a:txBody>
                    <a:bodyPr/>
                    <a:lstStyle/>
                    <a:p>
                      <a:r>
                        <a:rPr lang="de-DE" sz="1400"/>
                        <a:t>0.05</a:t>
                      </a:r>
                    </a:p>
                  </a:txBody>
                  <a:tcPr/>
                </a:tc>
                <a:tc>
                  <a:txBody>
                    <a:bodyPr/>
                    <a:lstStyle/>
                    <a:p>
                      <a:pPr lvl="0">
                        <a:buNone/>
                      </a:pPr>
                      <a:r>
                        <a:rPr lang="de-DE" sz="1400"/>
                        <a:t>0.05</a:t>
                      </a:r>
                    </a:p>
                  </a:txBody>
                  <a:tcPr/>
                </a:tc>
                <a:tc>
                  <a:txBody>
                    <a:bodyPr/>
                    <a:lstStyle/>
                    <a:p>
                      <a:r>
                        <a:rPr lang="de-DE" sz="1400"/>
                        <a:t>0.05</a:t>
                      </a:r>
                    </a:p>
                  </a:txBody>
                  <a:tcPr/>
                </a:tc>
                <a:tc>
                  <a:txBody>
                    <a:bodyPr/>
                    <a:lstStyle/>
                    <a:p>
                      <a:pPr lvl="0">
                        <a:buNone/>
                      </a:pPr>
                      <a:r>
                        <a:rPr lang="de-DE" sz="1400"/>
                        <a:t>0.05</a:t>
                      </a:r>
                    </a:p>
                  </a:txBody>
                  <a:tcPr/>
                </a:tc>
                <a:tc>
                  <a:txBody>
                    <a:bodyPr/>
                    <a:lstStyle/>
                    <a:p>
                      <a:pPr lvl="0">
                        <a:buNone/>
                      </a:pPr>
                      <a:r>
                        <a:rPr lang="de-DE" sz="1400"/>
                        <a:t>0.05</a:t>
                      </a:r>
                    </a:p>
                  </a:txBody>
                  <a:tcPr/>
                </a:tc>
                <a:extLst>
                  <a:ext uri="{0D108BD9-81ED-4DB2-BD59-A6C34878D82A}">
                    <a16:rowId xmlns:a16="http://schemas.microsoft.com/office/drawing/2014/main" val="4198767"/>
                  </a:ext>
                </a:extLst>
              </a:tr>
              <a:tr h="370840">
                <a:tc>
                  <a:txBody>
                    <a:bodyPr/>
                    <a:lstStyle/>
                    <a:p>
                      <a:r>
                        <a:rPr lang="de-DE" sz="1400"/>
                        <a:t>0.10</a:t>
                      </a:r>
                    </a:p>
                  </a:txBody>
                  <a:tcPr/>
                </a:tc>
                <a:tc>
                  <a:txBody>
                    <a:bodyPr/>
                    <a:lstStyle/>
                    <a:p>
                      <a:r>
                        <a:rPr lang="de-DE" sz="1400"/>
                        <a:t>0.10</a:t>
                      </a:r>
                    </a:p>
                  </a:txBody>
                  <a:tcPr/>
                </a:tc>
                <a:tc>
                  <a:txBody>
                    <a:bodyPr/>
                    <a:lstStyle/>
                    <a:p>
                      <a:r>
                        <a:rPr lang="de-DE" sz="1400"/>
                        <a:t>0.30</a:t>
                      </a:r>
                    </a:p>
                  </a:txBody>
                  <a:tcPr/>
                </a:tc>
                <a:tc>
                  <a:txBody>
                    <a:bodyPr/>
                    <a:lstStyle/>
                    <a:p>
                      <a:r>
                        <a:rPr lang="de-DE" sz="1400"/>
                        <a:t>0.25</a:t>
                      </a:r>
                    </a:p>
                  </a:txBody>
                  <a:tcPr/>
                </a:tc>
                <a:tc>
                  <a:txBody>
                    <a:bodyPr/>
                    <a:lstStyle/>
                    <a:p>
                      <a:r>
                        <a:rPr lang="de-DE" sz="1400"/>
                        <a:t>0.10</a:t>
                      </a:r>
                    </a:p>
                  </a:txBody>
                  <a:tcPr/>
                </a:tc>
                <a:tc>
                  <a:txBody>
                    <a:bodyPr/>
                    <a:lstStyle/>
                    <a:p>
                      <a:r>
                        <a:rPr lang="de-DE" sz="1400"/>
                        <a:t>0.10</a:t>
                      </a:r>
                    </a:p>
                  </a:txBody>
                  <a:tcPr/>
                </a:tc>
                <a:tc>
                  <a:txBody>
                    <a:bodyPr/>
                    <a:lstStyle/>
                    <a:p>
                      <a:r>
                        <a:rPr lang="de-DE" sz="1400"/>
                        <a:t>0.10</a:t>
                      </a:r>
                    </a:p>
                  </a:txBody>
                  <a:tcPr/>
                </a:tc>
                <a:tc>
                  <a:txBody>
                    <a:bodyPr/>
                    <a:lstStyle/>
                    <a:p>
                      <a:r>
                        <a:rPr lang="de-DE" sz="1400"/>
                        <a:t>0.10</a:t>
                      </a:r>
                    </a:p>
                  </a:txBody>
                  <a:tcPr/>
                </a:tc>
                <a:tc>
                  <a:txBody>
                    <a:bodyPr/>
                    <a:lstStyle/>
                    <a:p>
                      <a:pPr lvl="0">
                        <a:buNone/>
                      </a:pPr>
                      <a:r>
                        <a:rPr lang="de-DE" sz="1400"/>
                        <a:t>0.10</a:t>
                      </a:r>
                    </a:p>
                  </a:txBody>
                  <a:tcPr/>
                </a:tc>
                <a:tc>
                  <a:txBody>
                    <a:bodyPr/>
                    <a:lstStyle/>
                    <a:p>
                      <a:r>
                        <a:rPr lang="de-DE" sz="1400"/>
                        <a:t>0.10</a:t>
                      </a:r>
                    </a:p>
                  </a:txBody>
                  <a:tcPr/>
                </a:tc>
                <a:tc>
                  <a:txBody>
                    <a:bodyPr/>
                    <a:lstStyle/>
                    <a:p>
                      <a:pPr lvl="0">
                        <a:buNone/>
                      </a:pPr>
                      <a:r>
                        <a:rPr lang="de-DE" sz="1400"/>
                        <a:t>0.10</a:t>
                      </a:r>
                    </a:p>
                  </a:txBody>
                  <a:tcPr/>
                </a:tc>
                <a:tc>
                  <a:txBody>
                    <a:bodyPr/>
                    <a:lstStyle/>
                    <a:p>
                      <a:pPr lvl="0">
                        <a:buNone/>
                      </a:pPr>
                      <a:r>
                        <a:rPr lang="de-DE" sz="1400"/>
                        <a:t>0.10</a:t>
                      </a:r>
                    </a:p>
                  </a:txBody>
                  <a:tcPr/>
                </a:tc>
                <a:extLst>
                  <a:ext uri="{0D108BD9-81ED-4DB2-BD59-A6C34878D82A}">
                    <a16:rowId xmlns:a16="http://schemas.microsoft.com/office/drawing/2014/main" val="2377502259"/>
                  </a:ext>
                </a:extLst>
              </a:tr>
              <a:tr h="370839">
                <a:tc>
                  <a:txBody>
                    <a:bodyPr/>
                    <a:lstStyle/>
                    <a:p>
                      <a:pPr lvl="0">
                        <a:buNone/>
                      </a:pPr>
                      <a:r>
                        <a:rPr lang="de-DE" sz="1400" b="0" i="0" u="none" strike="noStrike" noProof="0">
                          <a:solidFill>
                            <a:srgbClr val="000000"/>
                          </a:solidFill>
                          <a:latin typeface="Arial"/>
                          <a:cs typeface="Arial"/>
                        </a:rPr>
                        <a:t>0.10</a:t>
                      </a:r>
                      <a:endParaRPr lang="en-US"/>
                    </a:p>
                  </a:txBody>
                  <a:tcPr/>
                </a:tc>
                <a:tc>
                  <a:txBody>
                    <a:bodyPr/>
                    <a:lstStyle/>
                    <a:p>
                      <a:pPr lvl="0">
                        <a:buNone/>
                      </a:pPr>
                      <a:r>
                        <a:rPr lang="de-DE" sz="1400" b="0" i="0" u="none" strike="noStrike" noProof="0">
                          <a:solidFill>
                            <a:srgbClr val="000000"/>
                          </a:solidFill>
                          <a:latin typeface="Arial"/>
                          <a:cs typeface="Arial"/>
                        </a:rPr>
                        <a:t>0.10</a:t>
                      </a:r>
                      <a:endParaRPr lang="en-US"/>
                    </a:p>
                  </a:txBody>
                  <a:tcPr/>
                </a:tc>
                <a:tc>
                  <a:txBody>
                    <a:bodyPr/>
                    <a:lstStyle/>
                    <a:p>
                      <a:pPr lvl="0">
                        <a:buNone/>
                      </a:pPr>
                      <a:r>
                        <a:rPr lang="de-DE" sz="1400" b="0" i="0" u="none" strike="noStrike" noProof="0">
                          <a:solidFill>
                            <a:srgbClr val="000000"/>
                          </a:solidFill>
                          <a:latin typeface="Arial"/>
                          <a:cs typeface="Arial"/>
                        </a:rPr>
                        <a:t>0.10</a:t>
                      </a:r>
                      <a:endParaRPr lang="en-US"/>
                    </a:p>
                  </a:txBody>
                  <a:tcPr/>
                </a:tc>
                <a:tc>
                  <a:txBody>
                    <a:bodyPr/>
                    <a:lstStyle/>
                    <a:p>
                      <a:pPr lvl="0">
                        <a:buNone/>
                      </a:pPr>
                      <a:r>
                        <a:rPr lang="de-DE" sz="1400" b="0" i="0" u="none" strike="noStrike" noProof="0">
                          <a:solidFill>
                            <a:srgbClr val="000000"/>
                          </a:solidFill>
                          <a:latin typeface="Arial"/>
                          <a:cs typeface="Arial"/>
                        </a:rPr>
                        <a:t>0.10</a:t>
                      </a:r>
                      <a:endParaRPr lang="en-US"/>
                    </a:p>
                  </a:txBody>
                  <a:tcPr/>
                </a:tc>
                <a:tc>
                  <a:txBody>
                    <a:bodyPr/>
                    <a:lstStyle/>
                    <a:p>
                      <a:pPr lvl="0">
                        <a:buNone/>
                      </a:pPr>
                      <a:r>
                        <a:rPr lang="de-DE" sz="1400" b="0" i="0" u="none" strike="noStrike" noProof="0">
                          <a:solidFill>
                            <a:srgbClr val="000000"/>
                          </a:solidFill>
                          <a:latin typeface="Arial"/>
                          <a:cs typeface="Arial"/>
                        </a:rPr>
                        <a:t>0.10</a:t>
                      </a:r>
                      <a:endParaRPr lang="en-US"/>
                    </a:p>
                  </a:txBody>
                  <a:tcPr/>
                </a:tc>
                <a:tc>
                  <a:txBody>
                    <a:bodyPr/>
                    <a:lstStyle/>
                    <a:p>
                      <a:pPr lvl="0">
                        <a:buNone/>
                      </a:pPr>
                      <a:r>
                        <a:rPr lang="de-DE" sz="1400" b="0" i="0" u="none" strike="noStrike" noProof="0">
                          <a:solidFill>
                            <a:srgbClr val="000000"/>
                          </a:solidFill>
                          <a:latin typeface="Arial"/>
                          <a:cs typeface="Arial"/>
                        </a:rPr>
                        <a:t>0.10</a:t>
                      </a:r>
                      <a:endParaRPr lang="en-US"/>
                    </a:p>
                  </a:txBody>
                  <a:tcPr/>
                </a:tc>
                <a:tc>
                  <a:txBody>
                    <a:bodyPr/>
                    <a:lstStyle/>
                    <a:p>
                      <a:pPr lvl="0">
                        <a:buNone/>
                      </a:pPr>
                      <a:r>
                        <a:rPr lang="de-DE" sz="1400" b="0" i="0" u="none" strike="noStrike" noProof="0">
                          <a:solidFill>
                            <a:srgbClr val="000000"/>
                          </a:solidFill>
                          <a:latin typeface="Arial"/>
                          <a:cs typeface="Arial"/>
                        </a:rPr>
                        <a:t>0.10</a:t>
                      </a:r>
                      <a:endParaRPr lang="en-US"/>
                    </a:p>
                  </a:txBody>
                  <a:tcPr/>
                </a:tc>
                <a:tc>
                  <a:txBody>
                    <a:bodyPr/>
                    <a:lstStyle/>
                    <a:p>
                      <a:pPr lvl="0">
                        <a:buNone/>
                      </a:pPr>
                      <a:r>
                        <a:rPr lang="de-DE" sz="1400" b="0" i="0" u="none" strike="noStrike" noProof="0">
                          <a:solidFill>
                            <a:srgbClr val="000000"/>
                          </a:solidFill>
                          <a:latin typeface="Arial"/>
                          <a:cs typeface="Arial"/>
                        </a:rPr>
                        <a:t>0.10</a:t>
                      </a:r>
                      <a:endParaRPr lang="en-US"/>
                    </a:p>
                  </a:txBody>
                  <a:tcPr/>
                </a:tc>
                <a:tc>
                  <a:txBody>
                    <a:bodyPr/>
                    <a:lstStyle/>
                    <a:p>
                      <a:pPr lvl="0">
                        <a:buNone/>
                      </a:pPr>
                      <a:r>
                        <a:rPr lang="de-DE" sz="1400" b="0" i="0" u="none" strike="noStrike" noProof="0">
                          <a:solidFill>
                            <a:srgbClr val="000000"/>
                          </a:solidFill>
                          <a:latin typeface="Arial"/>
                          <a:cs typeface="Arial"/>
                        </a:rPr>
                        <a:t>0.10</a:t>
                      </a:r>
                      <a:endParaRPr lang="en-US"/>
                    </a:p>
                  </a:txBody>
                  <a:tcPr/>
                </a:tc>
                <a:tc>
                  <a:txBody>
                    <a:bodyPr/>
                    <a:lstStyle/>
                    <a:p>
                      <a:pPr lvl="0">
                        <a:buNone/>
                      </a:pPr>
                      <a:r>
                        <a:rPr lang="de-DE" sz="1400" b="0" i="0" u="none" strike="noStrike" noProof="0">
                          <a:solidFill>
                            <a:srgbClr val="000000"/>
                          </a:solidFill>
                          <a:latin typeface="Arial"/>
                          <a:cs typeface="Arial"/>
                        </a:rPr>
                        <a:t>0.10</a:t>
                      </a:r>
                      <a:endParaRPr lang="en-US"/>
                    </a:p>
                  </a:txBody>
                  <a:tcPr/>
                </a:tc>
                <a:tc>
                  <a:txBody>
                    <a:bodyPr/>
                    <a:lstStyle/>
                    <a:p>
                      <a:pPr lvl="0">
                        <a:buNone/>
                      </a:pPr>
                      <a:r>
                        <a:rPr lang="de-DE" sz="1400" b="0" i="0" u="none" strike="noStrike" noProof="0">
                          <a:solidFill>
                            <a:srgbClr val="000000"/>
                          </a:solidFill>
                          <a:latin typeface="Arial"/>
                          <a:cs typeface="Arial"/>
                        </a:rPr>
                        <a:t>0.10</a:t>
                      </a:r>
                      <a:endParaRPr lang="en-US"/>
                    </a:p>
                  </a:txBody>
                  <a:tcPr/>
                </a:tc>
                <a:tc>
                  <a:txBody>
                    <a:bodyPr/>
                    <a:lstStyle/>
                    <a:p>
                      <a:pPr lvl="0">
                        <a:buNone/>
                      </a:pPr>
                      <a:r>
                        <a:rPr lang="de-DE" sz="1400" b="0" i="0" u="none" strike="noStrike" noProof="0">
                          <a:solidFill>
                            <a:srgbClr val="000000"/>
                          </a:solidFill>
                          <a:latin typeface="Arial"/>
                          <a:cs typeface="Arial"/>
                        </a:rPr>
                        <a:t>0.10</a:t>
                      </a:r>
                      <a:endParaRPr lang="en-US"/>
                    </a:p>
                  </a:txBody>
                  <a:tcPr/>
                </a:tc>
                <a:extLst>
                  <a:ext uri="{0D108BD9-81ED-4DB2-BD59-A6C34878D82A}">
                    <a16:rowId xmlns:a16="http://schemas.microsoft.com/office/drawing/2014/main" val="4180923322"/>
                  </a:ext>
                </a:extLst>
              </a:tr>
              <a:tr h="370838">
                <a:tc>
                  <a:txBody>
                    <a:bodyPr/>
                    <a:lstStyle/>
                    <a:p>
                      <a:pPr lvl="0">
                        <a:buNone/>
                      </a:pPr>
                      <a:r>
                        <a:rPr lang="de-DE" sz="1400"/>
                        <a:t>0.05</a:t>
                      </a:r>
                    </a:p>
                  </a:txBody>
                  <a:tcPr/>
                </a:tc>
                <a:tc>
                  <a:txBody>
                    <a:bodyPr/>
                    <a:lstStyle/>
                    <a:p>
                      <a:pPr lvl="0">
                        <a:buNone/>
                      </a:pPr>
                      <a:r>
                        <a:rPr lang="de-DE" sz="1400"/>
                        <a:t>0.05</a:t>
                      </a:r>
                    </a:p>
                  </a:txBody>
                  <a:tcPr/>
                </a:tc>
                <a:tc>
                  <a:txBody>
                    <a:bodyPr/>
                    <a:lstStyle/>
                    <a:p>
                      <a:pPr lvl="0">
                        <a:buNone/>
                      </a:pPr>
                      <a:r>
                        <a:rPr lang="de-DE" sz="1400"/>
                        <a:t>0.05</a:t>
                      </a:r>
                    </a:p>
                  </a:txBody>
                  <a:tcPr/>
                </a:tc>
                <a:tc>
                  <a:txBody>
                    <a:bodyPr/>
                    <a:lstStyle/>
                    <a:p>
                      <a:pPr lvl="0">
                        <a:buNone/>
                      </a:pPr>
                      <a:r>
                        <a:rPr lang="de-DE" sz="1400"/>
                        <a:t>0.05</a:t>
                      </a:r>
                    </a:p>
                  </a:txBody>
                  <a:tcPr/>
                </a:tc>
                <a:tc>
                  <a:txBody>
                    <a:bodyPr/>
                    <a:lstStyle/>
                    <a:p>
                      <a:pPr lvl="0">
                        <a:buNone/>
                      </a:pPr>
                      <a:r>
                        <a:rPr lang="de-DE" sz="1400"/>
                        <a:t>0.05</a:t>
                      </a:r>
                    </a:p>
                  </a:txBody>
                  <a:tcPr/>
                </a:tc>
                <a:tc>
                  <a:txBody>
                    <a:bodyPr/>
                    <a:lstStyle/>
                    <a:p>
                      <a:pPr lvl="0">
                        <a:buNone/>
                      </a:pPr>
                      <a:r>
                        <a:rPr lang="de-DE" sz="1400"/>
                        <a:t>0.15</a:t>
                      </a:r>
                    </a:p>
                  </a:txBody>
                  <a:tcPr/>
                </a:tc>
                <a:tc>
                  <a:txBody>
                    <a:bodyPr/>
                    <a:lstStyle/>
                    <a:p>
                      <a:pPr lvl="0">
                        <a:buNone/>
                      </a:pPr>
                      <a:r>
                        <a:rPr lang="de-DE" sz="1400"/>
                        <a:t>0.15</a:t>
                      </a:r>
                    </a:p>
                  </a:txBody>
                  <a:tcPr/>
                </a:tc>
                <a:tc>
                  <a:txBody>
                    <a:bodyPr/>
                    <a:lstStyle/>
                    <a:p>
                      <a:pPr lvl="0">
                        <a:buNone/>
                      </a:pPr>
                      <a:r>
                        <a:rPr lang="de-DE" sz="1400"/>
                        <a:t>0.15</a:t>
                      </a:r>
                    </a:p>
                  </a:txBody>
                  <a:tcPr/>
                </a:tc>
                <a:tc>
                  <a:txBody>
                    <a:bodyPr/>
                    <a:lstStyle/>
                    <a:p>
                      <a:pPr lvl="0">
                        <a:buNone/>
                      </a:pPr>
                      <a:r>
                        <a:rPr lang="de-DE" sz="1400"/>
                        <a:t>0.15</a:t>
                      </a:r>
                    </a:p>
                  </a:txBody>
                  <a:tcPr/>
                </a:tc>
                <a:tc>
                  <a:txBody>
                    <a:bodyPr/>
                    <a:lstStyle/>
                    <a:p>
                      <a:pPr lvl="0">
                        <a:buNone/>
                      </a:pPr>
                      <a:r>
                        <a:rPr lang="de-DE" sz="1400"/>
                        <a:t>0.15</a:t>
                      </a:r>
                    </a:p>
                  </a:txBody>
                  <a:tcPr/>
                </a:tc>
                <a:tc>
                  <a:txBody>
                    <a:bodyPr/>
                    <a:lstStyle/>
                    <a:p>
                      <a:pPr lvl="0">
                        <a:buNone/>
                      </a:pPr>
                      <a:r>
                        <a:rPr lang="de-DE" sz="1400"/>
                        <a:t>0.15</a:t>
                      </a:r>
                    </a:p>
                  </a:txBody>
                  <a:tcPr/>
                </a:tc>
                <a:tc>
                  <a:txBody>
                    <a:bodyPr/>
                    <a:lstStyle/>
                    <a:p>
                      <a:pPr lvl="0">
                        <a:buNone/>
                      </a:pPr>
                      <a:r>
                        <a:rPr lang="de-DE" sz="1400"/>
                        <a:t>0.15</a:t>
                      </a:r>
                    </a:p>
                  </a:txBody>
                  <a:tcPr/>
                </a:tc>
                <a:extLst>
                  <a:ext uri="{0D108BD9-81ED-4DB2-BD59-A6C34878D82A}">
                    <a16:rowId xmlns:a16="http://schemas.microsoft.com/office/drawing/2014/main" val="3425758347"/>
                  </a:ext>
                </a:extLst>
              </a:tr>
              <a:tr h="370838">
                <a:tc>
                  <a:txBody>
                    <a:bodyPr/>
                    <a:lstStyle/>
                    <a:p>
                      <a:pPr lvl="0">
                        <a:buNone/>
                      </a:pPr>
                      <a:r>
                        <a:rPr lang="de-DE" sz="1400"/>
                        <a:t>0.05</a:t>
                      </a:r>
                    </a:p>
                  </a:txBody>
                  <a:tcPr/>
                </a:tc>
                <a:tc>
                  <a:txBody>
                    <a:bodyPr/>
                    <a:lstStyle/>
                    <a:p>
                      <a:pPr lvl="0">
                        <a:buNone/>
                      </a:pPr>
                      <a:r>
                        <a:rPr lang="de-DE" sz="1400"/>
                        <a:t>0.05</a:t>
                      </a:r>
                    </a:p>
                  </a:txBody>
                  <a:tcPr/>
                </a:tc>
                <a:tc>
                  <a:txBody>
                    <a:bodyPr/>
                    <a:lstStyle/>
                    <a:p>
                      <a:pPr lvl="0">
                        <a:buNone/>
                      </a:pPr>
                      <a:r>
                        <a:rPr lang="de-DE" sz="1400"/>
                        <a:t>0.05</a:t>
                      </a:r>
                    </a:p>
                  </a:txBody>
                  <a:tcPr/>
                </a:tc>
                <a:tc>
                  <a:txBody>
                    <a:bodyPr/>
                    <a:lstStyle/>
                    <a:p>
                      <a:pPr lvl="0">
                        <a:buNone/>
                      </a:pPr>
                      <a:r>
                        <a:rPr lang="de-DE" sz="1400"/>
                        <a:t>0.05</a:t>
                      </a:r>
                    </a:p>
                  </a:txBody>
                  <a:tcPr/>
                </a:tc>
                <a:tc>
                  <a:txBody>
                    <a:bodyPr/>
                    <a:lstStyle/>
                    <a:p>
                      <a:pPr lvl="0">
                        <a:buNone/>
                      </a:pPr>
                      <a:r>
                        <a:rPr lang="de-DE" sz="1400"/>
                        <a:t>0.05</a:t>
                      </a:r>
                    </a:p>
                  </a:txBody>
                  <a:tcPr/>
                </a:tc>
                <a:tc>
                  <a:txBody>
                    <a:bodyPr/>
                    <a:lstStyle/>
                    <a:p>
                      <a:pPr lvl="0">
                        <a:buNone/>
                      </a:pPr>
                      <a:r>
                        <a:rPr lang="de-DE" sz="1400"/>
                        <a:t>0.20</a:t>
                      </a:r>
                    </a:p>
                  </a:txBody>
                  <a:tcPr/>
                </a:tc>
                <a:tc>
                  <a:txBody>
                    <a:bodyPr/>
                    <a:lstStyle/>
                    <a:p>
                      <a:pPr lvl="0">
                        <a:buNone/>
                      </a:pPr>
                      <a:r>
                        <a:rPr lang="de-DE" sz="1400"/>
                        <a:t>0.20</a:t>
                      </a:r>
                    </a:p>
                  </a:txBody>
                  <a:tcPr/>
                </a:tc>
                <a:tc>
                  <a:txBody>
                    <a:bodyPr/>
                    <a:lstStyle/>
                    <a:p>
                      <a:pPr lvl="0">
                        <a:buNone/>
                      </a:pPr>
                      <a:r>
                        <a:rPr lang="de-DE" sz="1400"/>
                        <a:t>0.20</a:t>
                      </a:r>
                    </a:p>
                  </a:txBody>
                  <a:tcPr/>
                </a:tc>
                <a:tc>
                  <a:txBody>
                    <a:bodyPr/>
                    <a:lstStyle/>
                    <a:p>
                      <a:pPr lvl="0">
                        <a:buNone/>
                      </a:pPr>
                      <a:r>
                        <a:rPr lang="de-DE" sz="1400"/>
                        <a:t>0.20</a:t>
                      </a:r>
                    </a:p>
                  </a:txBody>
                  <a:tcPr/>
                </a:tc>
                <a:tc>
                  <a:txBody>
                    <a:bodyPr/>
                    <a:lstStyle/>
                    <a:p>
                      <a:pPr lvl="0">
                        <a:buNone/>
                      </a:pPr>
                      <a:r>
                        <a:rPr lang="de-DE" sz="1400"/>
                        <a:t>0.20</a:t>
                      </a:r>
                    </a:p>
                  </a:txBody>
                  <a:tcPr/>
                </a:tc>
                <a:tc>
                  <a:txBody>
                    <a:bodyPr/>
                    <a:lstStyle/>
                    <a:p>
                      <a:pPr lvl="0">
                        <a:buNone/>
                      </a:pPr>
                      <a:r>
                        <a:rPr lang="de-DE" sz="1400"/>
                        <a:t>0.20</a:t>
                      </a:r>
                    </a:p>
                  </a:txBody>
                  <a:tcPr/>
                </a:tc>
                <a:tc>
                  <a:txBody>
                    <a:bodyPr/>
                    <a:lstStyle/>
                    <a:p>
                      <a:pPr lvl="0">
                        <a:buNone/>
                      </a:pPr>
                      <a:r>
                        <a:rPr lang="de-DE" sz="1400"/>
                        <a:t>0.20</a:t>
                      </a:r>
                    </a:p>
                  </a:txBody>
                  <a:tcPr/>
                </a:tc>
                <a:extLst>
                  <a:ext uri="{0D108BD9-81ED-4DB2-BD59-A6C34878D82A}">
                    <a16:rowId xmlns:a16="http://schemas.microsoft.com/office/drawing/2014/main" val="3786543771"/>
                  </a:ext>
                </a:extLst>
              </a:tr>
              <a:tr h="370838">
                <a:tc>
                  <a:txBody>
                    <a:bodyPr/>
                    <a:lstStyle/>
                    <a:p>
                      <a:pPr lvl="0">
                        <a:buNone/>
                      </a:pPr>
                      <a:r>
                        <a:rPr lang="de-DE" sz="1400"/>
                        <a:t>0.20</a:t>
                      </a:r>
                    </a:p>
                  </a:txBody>
                  <a:tcPr/>
                </a:tc>
                <a:tc>
                  <a:txBody>
                    <a:bodyPr/>
                    <a:lstStyle/>
                    <a:p>
                      <a:pPr lvl="0">
                        <a:buNone/>
                      </a:pPr>
                      <a:r>
                        <a:rPr lang="de-DE" sz="1400"/>
                        <a:t>0.20</a:t>
                      </a:r>
                    </a:p>
                  </a:txBody>
                  <a:tcPr/>
                </a:tc>
                <a:tc>
                  <a:txBody>
                    <a:bodyPr/>
                    <a:lstStyle/>
                    <a:p>
                      <a:pPr lvl="0">
                        <a:buNone/>
                      </a:pPr>
                      <a:r>
                        <a:rPr lang="de-DE" sz="1400"/>
                        <a:t>0.20</a:t>
                      </a:r>
                    </a:p>
                  </a:txBody>
                  <a:tcPr/>
                </a:tc>
                <a:tc>
                  <a:txBody>
                    <a:bodyPr/>
                    <a:lstStyle/>
                    <a:p>
                      <a:pPr lvl="0">
                        <a:buNone/>
                      </a:pPr>
                      <a:r>
                        <a:rPr lang="de-DE" sz="1400"/>
                        <a:t>0.20</a:t>
                      </a:r>
                    </a:p>
                  </a:txBody>
                  <a:tcPr/>
                </a:tc>
                <a:tc>
                  <a:txBody>
                    <a:bodyPr/>
                    <a:lstStyle/>
                    <a:p>
                      <a:pPr lvl="0">
                        <a:buNone/>
                      </a:pPr>
                      <a:r>
                        <a:rPr lang="de-DE" sz="1400"/>
                        <a:t>0.20</a:t>
                      </a:r>
                    </a:p>
                  </a:txBody>
                  <a:tcPr/>
                </a:tc>
                <a:tc>
                  <a:txBody>
                    <a:bodyPr/>
                    <a:lstStyle/>
                    <a:p>
                      <a:pPr lvl="0">
                        <a:buNone/>
                      </a:pPr>
                      <a:r>
                        <a:rPr lang="de-DE" sz="1400"/>
                        <a:t>0.40</a:t>
                      </a:r>
                    </a:p>
                  </a:txBody>
                  <a:tcPr/>
                </a:tc>
                <a:tc>
                  <a:txBody>
                    <a:bodyPr/>
                    <a:lstStyle/>
                    <a:p>
                      <a:pPr lvl="0">
                        <a:buNone/>
                      </a:pPr>
                      <a:r>
                        <a:rPr lang="de-DE" sz="1400"/>
                        <a:t>0.40</a:t>
                      </a:r>
                    </a:p>
                  </a:txBody>
                  <a:tcPr/>
                </a:tc>
                <a:tc>
                  <a:txBody>
                    <a:bodyPr/>
                    <a:lstStyle/>
                    <a:p>
                      <a:pPr lvl="0">
                        <a:buNone/>
                      </a:pPr>
                      <a:r>
                        <a:rPr lang="de-DE" sz="1400"/>
                        <a:t>0.40</a:t>
                      </a:r>
                    </a:p>
                  </a:txBody>
                  <a:tcPr/>
                </a:tc>
                <a:tc>
                  <a:txBody>
                    <a:bodyPr/>
                    <a:lstStyle/>
                    <a:p>
                      <a:pPr lvl="0">
                        <a:buNone/>
                      </a:pPr>
                      <a:r>
                        <a:rPr lang="de-DE" sz="1400"/>
                        <a:t>0.40</a:t>
                      </a:r>
                    </a:p>
                  </a:txBody>
                  <a:tcPr/>
                </a:tc>
                <a:tc>
                  <a:txBody>
                    <a:bodyPr/>
                    <a:lstStyle/>
                    <a:p>
                      <a:pPr lvl="0">
                        <a:buNone/>
                      </a:pPr>
                      <a:r>
                        <a:rPr lang="de-DE" sz="1400"/>
                        <a:t>0.40</a:t>
                      </a:r>
                    </a:p>
                  </a:txBody>
                  <a:tcPr/>
                </a:tc>
                <a:tc>
                  <a:txBody>
                    <a:bodyPr/>
                    <a:lstStyle/>
                    <a:p>
                      <a:pPr lvl="0">
                        <a:buNone/>
                      </a:pPr>
                      <a:r>
                        <a:rPr lang="de-DE" sz="1400"/>
                        <a:t>0.40</a:t>
                      </a:r>
                    </a:p>
                  </a:txBody>
                  <a:tcPr/>
                </a:tc>
                <a:tc>
                  <a:txBody>
                    <a:bodyPr/>
                    <a:lstStyle/>
                    <a:p>
                      <a:pPr lvl="0">
                        <a:buNone/>
                      </a:pPr>
                      <a:r>
                        <a:rPr lang="de-DE" sz="1400"/>
                        <a:t>0.40</a:t>
                      </a:r>
                    </a:p>
                  </a:txBody>
                  <a:tcPr/>
                </a:tc>
                <a:extLst>
                  <a:ext uri="{0D108BD9-81ED-4DB2-BD59-A6C34878D82A}">
                    <a16:rowId xmlns:a16="http://schemas.microsoft.com/office/drawing/2014/main" val="3117144072"/>
                  </a:ext>
                </a:extLst>
              </a:tr>
            </a:tbl>
          </a:graphicData>
        </a:graphic>
      </p:graphicFrame>
    </p:spTree>
    <p:extLst>
      <p:ext uri="{BB962C8B-B14F-4D97-AF65-F5344CB8AC3E}">
        <p14:creationId xmlns:p14="http://schemas.microsoft.com/office/powerpoint/2010/main" val="200166688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AD8EEF-85D3-46B4-283C-BB24FF95EB78}"/>
              </a:ext>
            </a:extLst>
          </p:cNvPr>
          <p:cNvSpPr>
            <a:spLocks noGrp="1"/>
          </p:cNvSpPr>
          <p:nvPr>
            <p:ph type="title"/>
          </p:nvPr>
        </p:nvSpPr>
        <p:spPr/>
        <p:txBody>
          <a:bodyPr/>
          <a:lstStyle/>
          <a:p>
            <a:r>
              <a:rPr lang="en-US" err="1">
                <a:latin typeface="Arial"/>
                <a:cs typeface="Arial"/>
              </a:rPr>
              <a:t>Feeder_metadata</a:t>
            </a:r>
            <a:r>
              <a:rPr lang="en-US">
                <a:latin typeface="Arial"/>
                <a:cs typeface="Arial"/>
              </a:rPr>
              <a:t> (Temperature = 0)  GPT-OSS:120b  rows=10</a:t>
            </a:r>
          </a:p>
        </p:txBody>
      </p:sp>
      <p:graphicFrame>
        <p:nvGraphicFramePr>
          <p:cNvPr id="4" name="Chart 3">
            <a:extLst>
              <a:ext uri="{FF2B5EF4-FFF2-40B4-BE49-F238E27FC236}">
                <a16:creationId xmlns:a16="http://schemas.microsoft.com/office/drawing/2014/main" id="{D58509AE-AEBF-05FE-1297-FB6CE1505A36}"/>
              </a:ext>
            </a:extLst>
          </p:cNvPr>
          <p:cNvGraphicFramePr/>
          <p:nvPr>
            <p:extLst>
              <p:ext uri="{D42A27DB-BD31-4B8C-83A1-F6EECF244321}">
                <p14:modId xmlns:p14="http://schemas.microsoft.com/office/powerpoint/2010/main" val="2585837681"/>
              </p:ext>
            </p:extLst>
          </p:nvPr>
        </p:nvGraphicFramePr>
        <p:xfrm>
          <a:off x="1149724" y="1510179"/>
          <a:ext cx="6844552" cy="3842777"/>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163404854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EC2BD1-AC2B-480B-D545-942D6D8E9461}"/>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9041C739-5FC0-57EA-FA94-746E8F63A862}"/>
              </a:ext>
            </a:extLst>
          </p:cNvPr>
          <p:cNvSpPr>
            <a:spLocks noGrp="1"/>
          </p:cNvSpPr>
          <p:nvPr>
            <p:ph type="title"/>
          </p:nvPr>
        </p:nvSpPr>
        <p:spPr/>
        <p:txBody>
          <a:bodyPr/>
          <a:lstStyle/>
          <a:p>
            <a:r>
              <a:rPr lang="en-US" err="1">
                <a:latin typeface="Arial"/>
                <a:cs typeface="Arial"/>
              </a:rPr>
              <a:t>Feeder_metadata</a:t>
            </a:r>
            <a:r>
              <a:rPr lang="en-US">
                <a:latin typeface="Arial"/>
                <a:cs typeface="Arial"/>
              </a:rPr>
              <a:t> (Temperature = 0)  GPT-OSS:20b rows=10</a:t>
            </a:r>
            <a:endParaRPr lang="en-US"/>
          </a:p>
        </p:txBody>
      </p:sp>
      <p:graphicFrame>
        <p:nvGraphicFramePr>
          <p:cNvPr id="4" name="Tabelle 3">
            <a:extLst>
              <a:ext uri="{FF2B5EF4-FFF2-40B4-BE49-F238E27FC236}">
                <a16:creationId xmlns:a16="http://schemas.microsoft.com/office/drawing/2014/main" id="{18A511E9-8B42-91EE-BB4D-5C68D9CAB8EE}"/>
              </a:ext>
            </a:extLst>
          </p:cNvPr>
          <p:cNvGraphicFramePr>
            <a:graphicFrameLocks noGrp="1"/>
          </p:cNvGraphicFramePr>
          <p:nvPr>
            <p:extLst>
              <p:ext uri="{D42A27DB-BD31-4B8C-83A1-F6EECF244321}">
                <p14:modId xmlns:p14="http://schemas.microsoft.com/office/powerpoint/2010/main" val="2851734394"/>
              </p:ext>
            </p:extLst>
          </p:nvPr>
        </p:nvGraphicFramePr>
        <p:xfrm>
          <a:off x="295015" y="976376"/>
          <a:ext cx="8628575" cy="4000676"/>
        </p:xfrm>
        <a:graphic>
          <a:graphicData uri="http://schemas.openxmlformats.org/drawingml/2006/table">
            <a:tbl>
              <a:tblPr firstRow="1" bandRow="1">
                <a:tableStyleId>{5C22544A-7EE6-4342-B048-85BDC9FD1C3A}</a:tableStyleId>
              </a:tblPr>
              <a:tblGrid>
                <a:gridCol w="713417">
                  <a:extLst>
                    <a:ext uri="{9D8B030D-6E8A-4147-A177-3AD203B41FA5}">
                      <a16:colId xmlns:a16="http://schemas.microsoft.com/office/drawing/2014/main" val="928571187"/>
                    </a:ext>
                  </a:extLst>
                </a:gridCol>
                <a:gridCol w="713417">
                  <a:extLst>
                    <a:ext uri="{9D8B030D-6E8A-4147-A177-3AD203B41FA5}">
                      <a16:colId xmlns:a16="http://schemas.microsoft.com/office/drawing/2014/main" val="3482727297"/>
                    </a:ext>
                  </a:extLst>
                </a:gridCol>
                <a:gridCol w="713417">
                  <a:extLst>
                    <a:ext uri="{9D8B030D-6E8A-4147-A177-3AD203B41FA5}">
                      <a16:colId xmlns:a16="http://schemas.microsoft.com/office/drawing/2014/main" val="2681182858"/>
                    </a:ext>
                  </a:extLst>
                </a:gridCol>
                <a:gridCol w="713417">
                  <a:extLst>
                    <a:ext uri="{9D8B030D-6E8A-4147-A177-3AD203B41FA5}">
                      <a16:colId xmlns:a16="http://schemas.microsoft.com/office/drawing/2014/main" val="149693097"/>
                    </a:ext>
                  </a:extLst>
                </a:gridCol>
                <a:gridCol w="713417">
                  <a:extLst>
                    <a:ext uri="{9D8B030D-6E8A-4147-A177-3AD203B41FA5}">
                      <a16:colId xmlns:a16="http://schemas.microsoft.com/office/drawing/2014/main" val="3124726241"/>
                    </a:ext>
                  </a:extLst>
                </a:gridCol>
                <a:gridCol w="713417">
                  <a:extLst>
                    <a:ext uri="{9D8B030D-6E8A-4147-A177-3AD203B41FA5}">
                      <a16:colId xmlns:a16="http://schemas.microsoft.com/office/drawing/2014/main" val="2154533912"/>
                    </a:ext>
                  </a:extLst>
                </a:gridCol>
                <a:gridCol w="713417">
                  <a:extLst>
                    <a:ext uri="{9D8B030D-6E8A-4147-A177-3AD203B41FA5}">
                      <a16:colId xmlns:a16="http://schemas.microsoft.com/office/drawing/2014/main" val="2092475998"/>
                    </a:ext>
                  </a:extLst>
                </a:gridCol>
                <a:gridCol w="713417">
                  <a:extLst>
                    <a:ext uri="{9D8B030D-6E8A-4147-A177-3AD203B41FA5}">
                      <a16:colId xmlns:a16="http://schemas.microsoft.com/office/drawing/2014/main" val="3910534623"/>
                    </a:ext>
                  </a:extLst>
                </a:gridCol>
                <a:gridCol w="713417">
                  <a:extLst>
                    <a:ext uri="{9D8B030D-6E8A-4147-A177-3AD203B41FA5}">
                      <a16:colId xmlns:a16="http://schemas.microsoft.com/office/drawing/2014/main" val="1805982607"/>
                    </a:ext>
                  </a:extLst>
                </a:gridCol>
                <a:gridCol w="713417">
                  <a:extLst>
                    <a:ext uri="{9D8B030D-6E8A-4147-A177-3AD203B41FA5}">
                      <a16:colId xmlns:a16="http://schemas.microsoft.com/office/drawing/2014/main" val="3967829655"/>
                    </a:ext>
                  </a:extLst>
                </a:gridCol>
                <a:gridCol w="713417">
                  <a:extLst>
                    <a:ext uri="{9D8B030D-6E8A-4147-A177-3AD203B41FA5}">
                      <a16:colId xmlns:a16="http://schemas.microsoft.com/office/drawing/2014/main" val="169780462"/>
                    </a:ext>
                  </a:extLst>
                </a:gridCol>
                <a:gridCol w="780988">
                  <a:extLst>
                    <a:ext uri="{9D8B030D-6E8A-4147-A177-3AD203B41FA5}">
                      <a16:colId xmlns:a16="http://schemas.microsoft.com/office/drawing/2014/main" val="683431738"/>
                    </a:ext>
                  </a:extLst>
                </a:gridCol>
              </a:tblGrid>
              <a:tr h="578470">
                <a:tc>
                  <a:txBody>
                    <a:bodyPr/>
                    <a:lstStyle/>
                    <a:p>
                      <a:endParaRPr lang="de-DE" sz="1400"/>
                    </a:p>
                  </a:txBody>
                  <a:tcPr/>
                </a:tc>
                <a:tc>
                  <a:txBody>
                    <a:bodyPr/>
                    <a:lstStyle/>
                    <a:p>
                      <a:pPr lvl="0">
                        <a:buNone/>
                      </a:pPr>
                      <a:r>
                        <a:rPr lang="de-DE" sz="1400" err="1"/>
                        <a:t>feeder</a:t>
                      </a:r>
                    </a:p>
                  </a:txBody>
                  <a:tcPr/>
                </a:tc>
                <a:tc>
                  <a:txBody>
                    <a:bodyPr/>
                    <a:lstStyle/>
                    <a:p>
                      <a:pPr marL="0" lvl="0" indent="0" algn="l">
                        <a:lnSpc>
                          <a:spcPct val="100000"/>
                        </a:lnSpc>
                        <a:buNone/>
                      </a:pPr>
                      <a:r>
                        <a:rPr lang="de-DE" sz="1400" b="1" i="0" u="none" strike="noStrike" baseline="0" noProof="0" err="1">
                          <a:solidFill>
                            <a:srgbClr val="FFFFFF"/>
                          </a:solidFill>
                          <a:latin typeface="Arial"/>
                          <a:cs typeface="Arial"/>
                        </a:rPr>
                        <a:t>substation</a:t>
                      </a:r>
                      <a:endParaRPr lang="de-DE" err="1"/>
                    </a:p>
                    <a:p>
                      <a:pPr lvl="0">
                        <a:buNone/>
                      </a:pPr>
                      <a:endParaRPr lang="de-DE" sz="1400"/>
                    </a:p>
                  </a:txBody>
                  <a:tcPr/>
                </a:tc>
                <a:tc>
                  <a:txBody>
                    <a:bodyPr/>
                    <a:lstStyle/>
                    <a:p>
                      <a:r>
                        <a:rPr lang="de-DE" sz="1400"/>
                        <a:t>date</a:t>
                      </a:r>
                    </a:p>
                  </a:txBody>
                  <a:tcPr/>
                </a:tc>
                <a:tc>
                  <a:txBody>
                    <a:bodyPr/>
                    <a:lstStyle/>
                    <a:p>
                      <a:r>
                        <a:rPr lang="de-DE" sz="1400" err="1"/>
                        <a:t>Housing_unit_count</a:t>
                      </a:r>
                    </a:p>
                  </a:txBody>
                  <a:tcPr/>
                </a:tc>
                <a:tc>
                  <a:txBody>
                    <a:bodyPr/>
                    <a:lstStyle/>
                    <a:p>
                      <a:pPr marL="0" lvl="0" indent="0" algn="l">
                        <a:lnSpc>
                          <a:spcPct val="100000"/>
                        </a:lnSpc>
                        <a:buNone/>
                      </a:pPr>
                      <a:r>
                        <a:rPr lang="de-DE" sz="1400" b="1" i="0" u="none" strike="noStrike" baseline="0" noProof="0" err="1">
                          <a:solidFill>
                            <a:srgbClr val="FFFFFF"/>
                          </a:solidFill>
                          <a:latin typeface="Arial"/>
                          <a:cs typeface="Arial"/>
                        </a:rPr>
                        <a:t>industry_and_commerce_count</a:t>
                      </a:r>
                      <a:endParaRPr lang="de-DE" err="1"/>
                    </a:p>
                    <a:p>
                      <a:pPr lvl="0">
                        <a:buNone/>
                      </a:pPr>
                      <a:endParaRPr lang="de-DE" sz="1400"/>
                    </a:p>
                  </a:txBody>
                  <a:tcPr/>
                </a:tc>
                <a:tc>
                  <a:txBody>
                    <a:bodyPr/>
                    <a:lstStyle/>
                    <a:p>
                      <a:pPr marL="0" lvl="0" indent="0" algn="l">
                        <a:lnSpc>
                          <a:spcPct val="100000"/>
                        </a:lnSpc>
                        <a:buNone/>
                      </a:pPr>
                      <a:r>
                        <a:rPr lang="de-DE" sz="1400" b="1" i="0" u="none" strike="noStrike" baseline="0" noProof="0" err="1">
                          <a:solidFill>
                            <a:srgbClr val="FFFFFF"/>
                          </a:solidFill>
                          <a:latin typeface="Arial"/>
                          <a:cs typeface="Arial"/>
                        </a:rPr>
                        <a:t>storage_heaters_kW</a:t>
                      </a:r>
                      <a:endParaRPr lang="de-DE" err="1"/>
                    </a:p>
                    <a:p>
                      <a:pPr lvl="0">
                        <a:buNone/>
                      </a:pPr>
                      <a:endParaRPr lang="de-DE" sz="1400"/>
                    </a:p>
                  </a:txBody>
                  <a:tcPr/>
                </a:tc>
                <a:tc>
                  <a:txBody>
                    <a:bodyPr/>
                    <a:lstStyle/>
                    <a:p>
                      <a:pPr marL="0" lvl="0" indent="0" algn="l">
                        <a:lnSpc>
                          <a:spcPct val="100000"/>
                        </a:lnSpc>
                        <a:buNone/>
                      </a:pPr>
                      <a:r>
                        <a:rPr lang="de-DE" sz="1400" b="1" i="0" u="none" strike="noStrike" baseline="0" noProof="0" err="1">
                          <a:solidFill>
                            <a:srgbClr val="FFFFFF"/>
                          </a:solidFill>
                          <a:latin typeface="Arial"/>
                          <a:cs typeface="Arial"/>
                        </a:rPr>
                        <a:t>heat_pumps_kW</a:t>
                      </a:r>
                      <a:endParaRPr lang="de-DE" err="1"/>
                    </a:p>
                    <a:p>
                      <a:pPr lvl="0">
                        <a:buNone/>
                      </a:pPr>
                      <a:endParaRPr lang="de-DE" sz="1400"/>
                    </a:p>
                  </a:txBody>
                  <a:tcPr/>
                </a:tc>
                <a:tc>
                  <a:txBody>
                    <a:bodyPr/>
                    <a:lstStyle/>
                    <a:p>
                      <a:pPr marL="0" lvl="0" indent="0" algn="l">
                        <a:lnSpc>
                          <a:spcPct val="100000"/>
                        </a:lnSpc>
                        <a:buNone/>
                      </a:pPr>
                      <a:r>
                        <a:rPr lang="de-DE" sz="1400" b="1" i="0" u="none" strike="noStrike" baseline="0" noProof="0" err="1">
                          <a:solidFill>
                            <a:srgbClr val="FFFFFF"/>
                          </a:solidFill>
                          <a:latin typeface="Arial"/>
                          <a:cs typeface="Arial"/>
                        </a:rPr>
                        <a:t>electric_heaters_kW</a:t>
                      </a:r>
                      <a:endParaRPr lang="de-DE" err="1"/>
                    </a:p>
                    <a:p>
                      <a:pPr lvl="0">
                        <a:buNone/>
                      </a:pPr>
                      <a:endParaRPr lang="de-DE" sz="1400"/>
                    </a:p>
                  </a:txBody>
                  <a:tcPr/>
                </a:tc>
                <a:tc>
                  <a:txBody>
                    <a:bodyPr/>
                    <a:lstStyle/>
                    <a:p>
                      <a:pPr marL="0" lvl="0" indent="0" algn="l">
                        <a:lnSpc>
                          <a:spcPct val="100000"/>
                        </a:lnSpc>
                        <a:buNone/>
                      </a:pPr>
                      <a:r>
                        <a:rPr lang="de-DE" sz="1400" b="1" i="0" u="none" strike="noStrike" baseline="0" noProof="0" err="1">
                          <a:solidFill>
                            <a:srgbClr val="FFFFFF"/>
                          </a:solidFill>
                          <a:latin typeface="Arial"/>
                          <a:cs typeface="Arial"/>
                        </a:rPr>
                        <a:t>hot_water_tanks_kW</a:t>
                      </a:r>
                      <a:endParaRPr lang="de-DE" err="1"/>
                    </a:p>
                    <a:p>
                      <a:pPr lvl="0">
                        <a:buNone/>
                      </a:pPr>
                      <a:endParaRPr lang="de-DE" sz="1400"/>
                    </a:p>
                  </a:txBody>
                  <a:tcPr/>
                </a:tc>
                <a:tc>
                  <a:txBody>
                    <a:bodyPr/>
                    <a:lstStyle/>
                    <a:p>
                      <a:pPr marL="0" lvl="0" indent="0" algn="l">
                        <a:lnSpc>
                          <a:spcPct val="100000"/>
                        </a:lnSpc>
                        <a:buNone/>
                      </a:pPr>
                      <a:r>
                        <a:rPr lang="de-DE" sz="1400" b="1" i="0" u="none" strike="noStrike" baseline="0" noProof="0" err="1">
                          <a:solidFill>
                            <a:srgbClr val="FFFFFF"/>
                          </a:solidFill>
                          <a:latin typeface="Arial"/>
                          <a:cs typeface="Arial"/>
                        </a:rPr>
                        <a:t>flow-type_heaters_kW</a:t>
                      </a:r>
                      <a:endParaRPr lang="de-DE" err="1"/>
                    </a:p>
                    <a:p>
                      <a:pPr lvl="0">
                        <a:buNone/>
                      </a:pPr>
                      <a:endParaRPr lang="de-DE" sz="1400"/>
                    </a:p>
                  </a:txBody>
                  <a:tcPr/>
                </a:tc>
                <a:tc>
                  <a:txBody>
                    <a:bodyPr/>
                    <a:lstStyle/>
                    <a:p>
                      <a:pPr marL="0" lvl="0" indent="0" algn="l">
                        <a:lnSpc>
                          <a:spcPct val="100000"/>
                        </a:lnSpc>
                        <a:buNone/>
                      </a:pPr>
                      <a:r>
                        <a:rPr lang="de-DE" sz="1400" b="1" i="0" u="none" strike="noStrike" baseline="0" noProof="0" err="1">
                          <a:solidFill>
                            <a:srgbClr val="FFFFFF"/>
                          </a:solidFill>
                          <a:latin typeface="Arial"/>
                          <a:cs typeface="Arial"/>
                        </a:rPr>
                        <a:t>EV_chargers_kW</a:t>
                      </a:r>
                      <a:endParaRPr lang="de-DE" err="1"/>
                    </a:p>
                    <a:p>
                      <a:pPr lvl="0">
                        <a:buNone/>
                      </a:pPr>
                      <a:endParaRPr lang="de-DE" sz="1400"/>
                    </a:p>
                  </a:txBody>
                  <a:tcPr/>
                </a:tc>
                <a:extLst>
                  <a:ext uri="{0D108BD9-81ED-4DB2-BD59-A6C34878D82A}">
                    <a16:rowId xmlns:a16="http://schemas.microsoft.com/office/drawing/2014/main" val="2441269539"/>
                  </a:ext>
                </a:extLst>
              </a:tr>
              <a:tr h="426027">
                <a:tc>
                  <a:txBody>
                    <a:bodyPr/>
                    <a:lstStyle/>
                    <a:p>
                      <a:r>
                        <a:rPr lang="de-DE" sz="1400"/>
                        <a:t>1</a:t>
                      </a:r>
                    </a:p>
                  </a:txBody>
                  <a:tcPr/>
                </a:tc>
                <a:tc>
                  <a:txBody>
                    <a:bodyPr/>
                    <a:lstStyle/>
                    <a:p>
                      <a:r>
                        <a:rPr lang="de-DE" sz="1400"/>
                        <a:t>0.95-1</a:t>
                      </a:r>
                    </a:p>
                  </a:txBody>
                  <a:tcPr/>
                </a:tc>
                <a:tc>
                  <a:txBody>
                    <a:bodyPr/>
                    <a:lstStyle/>
                    <a:p>
                      <a:r>
                        <a:rPr lang="de-DE" sz="1400"/>
                        <a:t>0.93-1</a:t>
                      </a:r>
                    </a:p>
                  </a:txBody>
                  <a:tcPr/>
                </a:tc>
                <a:tc>
                  <a:txBody>
                    <a:bodyPr/>
                    <a:lstStyle/>
                    <a:p>
                      <a:r>
                        <a:rPr lang="de-DE" sz="1400"/>
                        <a:t>0.25</a:t>
                      </a:r>
                    </a:p>
                  </a:txBody>
                  <a:tcPr/>
                </a:tc>
                <a:tc>
                  <a:txBody>
                    <a:bodyPr/>
                    <a:lstStyle/>
                    <a:p>
                      <a:r>
                        <a:rPr lang="de-DE" sz="1400"/>
                        <a:t>0.15</a:t>
                      </a:r>
                    </a:p>
                  </a:txBody>
                  <a:tcPr/>
                </a:tc>
                <a:tc>
                  <a:txBody>
                    <a:bodyPr/>
                    <a:lstStyle/>
                    <a:p>
                      <a:r>
                        <a:rPr lang="de-DE" sz="1400"/>
                        <a:t>0.10</a:t>
                      </a:r>
                    </a:p>
                  </a:txBody>
                  <a:tcPr/>
                </a:tc>
                <a:tc>
                  <a:txBody>
                    <a:bodyPr/>
                    <a:lstStyle/>
                    <a:p>
                      <a:r>
                        <a:rPr lang="de-DE" sz="1400"/>
                        <a:t>0.01</a:t>
                      </a:r>
                    </a:p>
                  </a:txBody>
                  <a:tcPr/>
                </a:tc>
                <a:tc>
                  <a:txBody>
                    <a:bodyPr/>
                    <a:lstStyle/>
                    <a:p>
                      <a:pPr lvl="0">
                        <a:buNone/>
                      </a:pPr>
                      <a:r>
                        <a:rPr lang="de-DE" sz="1400" b="0" i="0" u="none" strike="noStrike" noProof="0">
                          <a:solidFill>
                            <a:srgbClr val="000000"/>
                          </a:solidFill>
                          <a:latin typeface="Arial"/>
                          <a:cs typeface="Arial"/>
                        </a:rPr>
                        <a:t>0.01</a:t>
                      </a:r>
                      <a:endParaRPr lang="en-US"/>
                    </a:p>
                  </a:txBody>
                  <a:tcPr/>
                </a:tc>
                <a:tc>
                  <a:txBody>
                    <a:bodyPr/>
                    <a:lstStyle/>
                    <a:p>
                      <a:pPr lvl="0">
                        <a:buNone/>
                      </a:pPr>
                      <a:r>
                        <a:rPr lang="de-DE" sz="1400" b="0" i="0" u="none" strike="noStrike" noProof="0">
                          <a:solidFill>
                            <a:srgbClr val="000000"/>
                          </a:solidFill>
                          <a:latin typeface="Arial"/>
                          <a:cs typeface="Arial"/>
                        </a:rPr>
                        <a:t>0.01</a:t>
                      </a:r>
                      <a:endParaRPr lang="en-US"/>
                    </a:p>
                  </a:txBody>
                  <a:tcPr/>
                </a:tc>
                <a:tc>
                  <a:txBody>
                    <a:bodyPr/>
                    <a:lstStyle/>
                    <a:p>
                      <a:pPr lvl="0">
                        <a:buNone/>
                      </a:pPr>
                      <a:r>
                        <a:rPr lang="de-DE" sz="1400" b="0" i="0" u="none" strike="noStrike" noProof="0">
                          <a:solidFill>
                            <a:srgbClr val="000000"/>
                          </a:solidFill>
                          <a:latin typeface="Arial"/>
                          <a:cs typeface="Arial"/>
                        </a:rPr>
                        <a:t>0.01</a:t>
                      </a:r>
                      <a:endParaRPr lang="en-US"/>
                    </a:p>
                  </a:txBody>
                  <a:tcPr/>
                </a:tc>
                <a:tc>
                  <a:txBody>
                    <a:bodyPr/>
                    <a:lstStyle/>
                    <a:p>
                      <a:pPr lvl="0">
                        <a:buNone/>
                      </a:pPr>
                      <a:r>
                        <a:rPr lang="de-DE" sz="1400" b="0" i="0" u="none" strike="noStrike" noProof="0">
                          <a:solidFill>
                            <a:srgbClr val="000000"/>
                          </a:solidFill>
                          <a:latin typeface="Arial"/>
                          <a:cs typeface="Arial"/>
                        </a:rPr>
                        <a:t>0.01</a:t>
                      </a:r>
                      <a:endParaRPr lang="en-US"/>
                    </a:p>
                  </a:txBody>
                  <a:tcPr/>
                </a:tc>
                <a:tc>
                  <a:txBody>
                    <a:bodyPr/>
                    <a:lstStyle/>
                    <a:p>
                      <a:pPr lvl="0">
                        <a:buNone/>
                      </a:pPr>
                      <a:r>
                        <a:rPr lang="de-DE" sz="1400" b="0" i="0" u="none" strike="noStrike" noProof="0">
                          <a:solidFill>
                            <a:srgbClr val="000000"/>
                          </a:solidFill>
                          <a:latin typeface="Arial"/>
                          <a:cs typeface="Arial"/>
                        </a:rPr>
                        <a:t>0.01</a:t>
                      </a:r>
                      <a:endParaRPr lang="en-US"/>
                    </a:p>
                  </a:txBody>
                  <a:tcPr/>
                </a:tc>
                <a:extLst>
                  <a:ext uri="{0D108BD9-81ED-4DB2-BD59-A6C34878D82A}">
                    <a16:rowId xmlns:a16="http://schemas.microsoft.com/office/drawing/2014/main" val="43103680"/>
                  </a:ext>
                </a:extLst>
              </a:tr>
              <a:tr h="368709">
                <a:tc>
                  <a:txBody>
                    <a:bodyPr/>
                    <a:lstStyle/>
                    <a:p>
                      <a:r>
                        <a:rPr lang="de-DE" sz="1400"/>
                        <a:t>2</a:t>
                      </a:r>
                    </a:p>
                  </a:txBody>
                  <a:tcPr/>
                </a:tc>
                <a:tc>
                  <a:txBody>
                    <a:bodyPr/>
                    <a:lstStyle/>
                    <a:p>
                      <a:r>
                        <a:rPr lang="de-DE" sz="1400"/>
                        <a:t>0.95-1</a:t>
                      </a:r>
                    </a:p>
                  </a:txBody>
                  <a:tcPr/>
                </a:tc>
                <a:tc>
                  <a:txBody>
                    <a:bodyPr/>
                    <a:lstStyle/>
                    <a:p>
                      <a:r>
                        <a:rPr lang="de-DE" sz="1400"/>
                        <a:t>0.93-1</a:t>
                      </a:r>
                    </a:p>
                  </a:txBody>
                  <a:tcPr/>
                </a:tc>
                <a:tc>
                  <a:txBody>
                    <a:bodyPr/>
                    <a:lstStyle/>
                    <a:p>
                      <a:r>
                        <a:rPr lang="de-DE" sz="1400"/>
                        <a:t>0.88-1</a:t>
                      </a:r>
                    </a:p>
                  </a:txBody>
                  <a:tcPr/>
                </a:tc>
                <a:tc>
                  <a:txBody>
                    <a:bodyPr/>
                    <a:lstStyle/>
                    <a:p>
                      <a:r>
                        <a:rPr lang="de-DE" sz="1400"/>
                        <a:t>0.75-1</a:t>
                      </a:r>
                    </a:p>
                  </a:txBody>
                  <a:tcPr/>
                </a:tc>
                <a:tc>
                  <a:txBody>
                    <a:bodyPr/>
                    <a:lstStyle/>
                    <a:p>
                      <a:r>
                        <a:rPr lang="de-DE" sz="1400"/>
                        <a:t>0.70-1</a:t>
                      </a:r>
                    </a:p>
                  </a:txBody>
                  <a:tcPr/>
                </a:tc>
                <a:tc>
                  <a:txBody>
                    <a:bodyPr/>
                    <a:lstStyle/>
                    <a:p>
                      <a:r>
                        <a:rPr lang="de-DE" sz="1400"/>
                        <a:t>0.30</a:t>
                      </a:r>
                    </a:p>
                  </a:txBody>
                  <a:tcPr/>
                </a:tc>
                <a:tc>
                  <a:txBody>
                    <a:bodyPr/>
                    <a:lstStyle/>
                    <a:p>
                      <a:r>
                        <a:rPr lang="de-DE" sz="1400"/>
                        <a:t>0.28</a:t>
                      </a:r>
                    </a:p>
                  </a:txBody>
                  <a:tcPr/>
                </a:tc>
                <a:tc>
                  <a:txBody>
                    <a:bodyPr/>
                    <a:lstStyle/>
                    <a:p>
                      <a:r>
                        <a:rPr lang="de-DE" sz="1400"/>
                        <a:t>0.25</a:t>
                      </a:r>
                    </a:p>
                  </a:txBody>
                  <a:tcPr/>
                </a:tc>
                <a:tc>
                  <a:txBody>
                    <a:bodyPr/>
                    <a:lstStyle/>
                    <a:p>
                      <a:r>
                        <a:rPr lang="de-DE" sz="1400"/>
                        <a:t>0.20</a:t>
                      </a:r>
                    </a:p>
                  </a:txBody>
                  <a:tcPr/>
                </a:tc>
                <a:tc>
                  <a:txBody>
                    <a:bodyPr/>
                    <a:lstStyle/>
                    <a:p>
                      <a:pPr lvl="0">
                        <a:buNone/>
                      </a:pPr>
                      <a:r>
                        <a:rPr lang="de-DE" sz="1400"/>
                        <a:t>0.18</a:t>
                      </a:r>
                    </a:p>
                  </a:txBody>
                  <a:tcPr/>
                </a:tc>
                <a:tc>
                  <a:txBody>
                    <a:bodyPr/>
                    <a:lstStyle/>
                    <a:p>
                      <a:pPr lvl="0">
                        <a:buNone/>
                      </a:pPr>
                      <a:r>
                        <a:rPr lang="de-DE" sz="1400"/>
                        <a:t>0.15</a:t>
                      </a:r>
                    </a:p>
                  </a:txBody>
                  <a:tcPr/>
                </a:tc>
                <a:extLst>
                  <a:ext uri="{0D108BD9-81ED-4DB2-BD59-A6C34878D82A}">
                    <a16:rowId xmlns:a16="http://schemas.microsoft.com/office/drawing/2014/main" val="3187255955"/>
                  </a:ext>
                </a:extLst>
              </a:tr>
              <a:tr h="405245">
                <a:tc>
                  <a:txBody>
                    <a:bodyPr/>
                    <a:lstStyle/>
                    <a:p>
                      <a:pPr lvl="0">
                        <a:buNone/>
                      </a:pPr>
                      <a:r>
                        <a:rPr lang="de-DE" sz="1400"/>
                        <a:t>3</a:t>
                      </a:r>
                    </a:p>
                  </a:txBody>
                  <a:tcPr/>
                </a:tc>
                <a:tc>
                  <a:txBody>
                    <a:bodyPr/>
                    <a:lstStyle/>
                    <a:p>
                      <a:pPr lvl="0">
                        <a:buNone/>
                      </a:pPr>
                      <a:r>
                        <a:rPr lang="de-DE" sz="1400"/>
                        <a:t>0.95-1</a:t>
                      </a:r>
                    </a:p>
                  </a:txBody>
                  <a:tcPr/>
                </a:tc>
                <a:tc>
                  <a:txBody>
                    <a:bodyPr/>
                    <a:lstStyle/>
                    <a:p>
                      <a:pPr lvl="0">
                        <a:buNone/>
                      </a:pPr>
                      <a:r>
                        <a:rPr lang="de-DE" sz="1400"/>
                        <a:t>0.92-1</a:t>
                      </a:r>
                    </a:p>
                  </a:txBody>
                  <a:tcPr/>
                </a:tc>
                <a:tc>
                  <a:txBody>
                    <a:bodyPr/>
                    <a:lstStyle/>
                    <a:p>
                      <a:pPr lvl="0">
                        <a:buNone/>
                      </a:pPr>
                      <a:r>
                        <a:rPr lang="de-DE" sz="1400"/>
                        <a:t>0.88-1</a:t>
                      </a:r>
                    </a:p>
                  </a:txBody>
                  <a:tcPr/>
                </a:tc>
                <a:tc>
                  <a:txBody>
                    <a:bodyPr/>
                    <a:lstStyle/>
                    <a:p>
                      <a:pPr lvl="0">
                        <a:buNone/>
                      </a:pPr>
                      <a:r>
                        <a:rPr lang="de-DE" sz="1400"/>
                        <a:t>0.88-1</a:t>
                      </a:r>
                    </a:p>
                  </a:txBody>
                  <a:tcPr/>
                </a:tc>
                <a:tc>
                  <a:txBody>
                    <a:bodyPr/>
                    <a:lstStyle/>
                    <a:p>
                      <a:pPr lvl="0">
                        <a:buNone/>
                      </a:pPr>
                      <a:r>
                        <a:rPr lang="de-DE" sz="1400"/>
                        <a:t>0.86-1</a:t>
                      </a:r>
                    </a:p>
                  </a:txBody>
                  <a:tcPr/>
                </a:tc>
                <a:tc>
                  <a:txBody>
                    <a:bodyPr/>
                    <a:lstStyle/>
                    <a:p>
                      <a:pPr lvl="0">
                        <a:buNone/>
                      </a:pPr>
                      <a:r>
                        <a:rPr lang="de-DE" sz="1400" b="0" i="0" u="none" strike="noStrike" noProof="0">
                          <a:solidFill>
                            <a:srgbClr val="000000"/>
                          </a:solidFill>
                          <a:latin typeface="Arial"/>
                          <a:cs typeface="Arial"/>
                        </a:rPr>
                        <a:t>0.55</a:t>
                      </a:r>
                    </a:p>
                  </a:txBody>
                  <a:tcPr/>
                </a:tc>
                <a:tc>
                  <a:txBody>
                    <a:bodyPr/>
                    <a:lstStyle/>
                    <a:p>
                      <a:pPr lvl="0">
                        <a:buNone/>
                      </a:pPr>
                      <a:r>
                        <a:rPr lang="de-DE" sz="1400" b="0" i="0" u="none" strike="noStrike" noProof="0">
                          <a:solidFill>
                            <a:srgbClr val="000000"/>
                          </a:solidFill>
                          <a:latin typeface="Arial"/>
                          <a:cs typeface="Arial"/>
                        </a:rPr>
                        <a:t>0.50</a:t>
                      </a:r>
                    </a:p>
                  </a:txBody>
                  <a:tcPr/>
                </a:tc>
                <a:tc>
                  <a:txBody>
                    <a:bodyPr/>
                    <a:lstStyle/>
                    <a:p>
                      <a:pPr lvl="0">
                        <a:buNone/>
                      </a:pPr>
                      <a:r>
                        <a:rPr lang="de-DE" sz="1400" b="0" i="0" u="none" strike="noStrike" noProof="0">
                          <a:solidFill>
                            <a:srgbClr val="000000"/>
                          </a:solidFill>
                          <a:latin typeface="Arial"/>
                          <a:cs typeface="Arial"/>
                        </a:rPr>
                        <a:t>0.45</a:t>
                      </a:r>
                    </a:p>
                  </a:txBody>
                  <a:tcPr/>
                </a:tc>
                <a:tc>
                  <a:txBody>
                    <a:bodyPr/>
                    <a:lstStyle/>
                    <a:p>
                      <a:pPr lvl="0">
                        <a:buNone/>
                      </a:pPr>
                      <a:r>
                        <a:rPr lang="de-DE" sz="1400" b="0" i="0" u="none" strike="noStrike" noProof="0">
                          <a:solidFill>
                            <a:srgbClr val="000000"/>
                          </a:solidFill>
                          <a:latin typeface="Arial"/>
                          <a:cs typeface="Arial"/>
                        </a:rPr>
                        <a:t>0.40</a:t>
                      </a:r>
                    </a:p>
                  </a:txBody>
                  <a:tcPr/>
                </a:tc>
                <a:tc>
                  <a:txBody>
                    <a:bodyPr/>
                    <a:lstStyle/>
                    <a:p>
                      <a:pPr lvl="0">
                        <a:buNone/>
                      </a:pPr>
                      <a:r>
                        <a:rPr lang="de-DE" sz="1400" b="0" i="0" u="none" strike="noStrike" noProof="0">
                          <a:solidFill>
                            <a:srgbClr val="000000"/>
                          </a:solidFill>
                          <a:latin typeface="Arial"/>
                          <a:cs typeface="Arial"/>
                        </a:rPr>
                        <a:t>0.38</a:t>
                      </a:r>
                    </a:p>
                  </a:txBody>
                  <a:tcPr/>
                </a:tc>
                <a:tc>
                  <a:txBody>
                    <a:bodyPr/>
                    <a:lstStyle/>
                    <a:p>
                      <a:pPr lvl="0">
                        <a:buNone/>
                      </a:pPr>
                      <a:r>
                        <a:rPr lang="de-DE" sz="1400" b="0" i="0" u="none" strike="noStrike" noProof="0">
                          <a:solidFill>
                            <a:srgbClr val="000000"/>
                          </a:solidFill>
                          <a:latin typeface="Arial"/>
                          <a:cs typeface="Arial"/>
                        </a:rPr>
                        <a:t>0.70</a:t>
                      </a:r>
                    </a:p>
                  </a:txBody>
                  <a:tcPr/>
                </a:tc>
                <a:extLst>
                  <a:ext uri="{0D108BD9-81ED-4DB2-BD59-A6C34878D82A}">
                    <a16:rowId xmlns:a16="http://schemas.microsoft.com/office/drawing/2014/main" val="3901482368"/>
                  </a:ext>
                </a:extLst>
              </a:tr>
              <a:tr h="405245">
                <a:tc>
                  <a:txBody>
                    <a:bodyPr/>
                    <a:lstStyle/>
                    <a:p>
                      <a:pPr lvl="0">
                        <a:buNone/>
                      </a:pPr>
                      <a:r>
                        <a:rPr lang="de-DE" sz="1400"/>
                        <a:t>4</a:t>
                      </a:r>
                    </a:p>
                  </a:txBody>
                  <a:tcPr/>
                </a:tc>
                <a:tc>
                  <a:txBody>
                    <a:bodyPr/>
                    <a:lstStyle/>
                    <a:p>
                      <a:pPr lvl="0">
                        <a:buNone/>
                      </a:pPr>
                      <a:r>
                        <a:rPr lang="de-DE" sz="1400"/>
                        <a:t>0.95-1</a:t>
                      </a:r>
                    </a:p>
                  </a:txBody>
                  <a:tcPr/>
                </a:tc>
                <a:tc>
                  <a:txBody>
                    <a:bodyPr/>
                    <a:lstStyle/>
                    <a:p>
                      <a:pPr lvl="0">
                        <a:buNone/>
                      </a:pPr>
                      <a:r>
                        <a:rPr lang="de-DE" sz="1400"/>
                        <a:t>0.90-1</a:t>
                      </a:r>
                    </a:p>
                  </a:txBody>
                  <a:tcPr/>
                </a:tc>
                <a:tc>
                  <a:txBody>
                    <a:bodyPr/>
                    <a:lstStyle/>
                    <a:p>
                      <a:pPr lvl="0">
                        <a:buNone/>
                      </a:pPr>
                      <a:r>
                        <a:rPr lang="de-DE" sz="1400"/>
                        <a:t>0.70-1</a:t>
                      </a:r>
                    </a:p>
                  </a:txBody>
                  <a:tcPr/>
                </a:tc>
                <a:tc>
                  <a:txBody>
                    <a:bodyPr/>
                    <a:lstStyle/>
                    <a:p>
                      <a:pPr lvl="0">
                        <a:buNone/>
                      </a:pPr>
                      <a:r>
                        <a:rPr lang="de-DE" sz="1400"/>
                        <a:t>0.85-1</a:t>
                      </a:r>
                    </a:p>
                  </a:txBody>
                  <a:tcPr/>
                </a:tc>
                <a:tc>
                  <a:txBody>
                    <a:bodyPr/>
                    <a:lstStyle/>
                    <a:p>
                      <a:pPr lvl="0">
                        <a:buNone/>
                      </a:pPr>
                      <a:r>
                        <a:rPr lang="de-DE" sz="1400"/>
                        <a:t>0.60-1</a:t>
                      </a:r>
                    </a:p>
                  </a:txBody>
                  <a:tcPr/>
                </a:tc>
                <a:tc>
                  <a:txBody>
                    <a:bodyPr/>
                    <a:lstStyle/>
                    <a:p>
                      <a:pPr lvl="0">
                        <a:buNone/>
                      </a:pPr>
                      <a:r>
                        <a:rPr lang="de-DE" sz="1400"/>
                        <a:t>0.80-1</a:t>
                      </a:r>
                    </a:p>
                  </a:txBody>
                  <a:tcPr/>
                </a:tc>
                <a:tc>
                  <a:txBody>
                    <a:bodyPr/>
                    <a:lstStyle/>
                    <a:p>
                      <a:pPr lvl="0">
                        <a:buNone/>
                      </a:pPr>
                      <a:r>
                        <a:rPr lang="de-DE" sz="1400"/>
                        <a:t>0.80-1</a:t>
                      </a:r>
                    </a:p>
                  </a:txBody>
                  <a:tcPr/>
                </a:tc>
                <a:tc>
                  <a:txBody>
                    <a:bodyPr/>
                    <a:lstStyle/>
                    <a:p>
                      <a:pPr lvl="0">
                        <a:buNone/>
                      </a:pPr>
                      <a:r>
                        <a:rPr lang="de-DE" sz="1400"/>
                        <a:t>0.80-1</a:t>
                      </a:r>
                    </a:p>
                  </a:txBody>
                  <a:tcPr/>
                </a:tc>
                <a:tc>
                  <a:txBody>
                    <a:bodyPr/>
                    <a:lstStyle/>
                    <a:p>
                      <a:pPr lvl="0">
                        <a:buNone/>
                      </a:pPr>
                      <a:r>
                        <a:rPr lang="de-DE" sz="1400"/>
                        <a:t>0.80-1</a:t>
                      </a:r>
                    </a:p>
                  </a:txBody>
                  <a:tcPr/>
                </a:tc>
                <a:tc>
                  <a:txBody>
                    <a:bodyPr/>
                    <a:lstStyle/>
                    <a:p>
                      <a:pPr lvl="0">
                        <a:buNone/>
                      </a:pPr>
                      <a:r>
                        <a:rPr lang="de-DE" sz="1400"/>
                        <a:t>0.80-1</a:t>
                      </a:r>
                    </a:p>
                  </a:txBody>
                  <a:tcPr/>
                </a:tc>
                <a:tc>
                  <a:txBody>
                    <a:bodyPr/>
                    <a:lstStyle/>
                    <a:p>
                      <a:pPr lvl="0">
                        <a:buNone/>
                      </a:pPr>
                      <a:r>
                        <a:rPr lang="de-DE" sz="1400"/>
                        <a:t>0.50</a:t>
                      </a:r>
                    </a:p>
                  </a:txBody>
                  <a:tcPr/>
                </a:tc>
                <a:extLst>
                  <a:ext uri="{0D108BD9-81ED-4DB2-BD59-A6C34878D82A}">
                    <a16:rowId xmlns:a16="http://schemas.microsoft.com/office/drawing/2014/main" val="1382547422"/>
                  </a:ext>
                </a:extLst>
              </a:tr>
              <a:tr h="405245">
                <a:tc>
                  <a:txBody>
                    <a:bodyPr/>
                    <a:lstStyle/>
                    <a:p>
                      <a:pPr lvl="0">
                        <a:buNone/>
                      </a:pPr>
                      <a:r>
                        <a:rPr lang="de-DE" sz="1400"/>
                        <a:t>5</a:t>
                      </a:r>
                    </a:p>
                  </a:txBody>
                  <a:tcPr/>
                </a:tc>
                <a:tc>
                  <a:txBody>
                    <a:bodyPr/>
                    <a:lstStyle/>
                    <a:p>
                      <a:pPr lvl="0">
                        <a:buNone/>
                      </a:pPr>
                      <a:r>
                        <a:rPr lang="de-DE" sz="1400"/>
                        <a:t>0.95-1</a:t>
                      </a:r>
                    </a:p>
                  </a:txBody>
                  <a:tcPr/>
                </a:tc>
                <a:tc>
                  <a:txBody>
                    <a:bodyPr/>
                    <a:lstStyle/>
                    <a:p>
                      <a:pPr lvl="0">
                        <a:buNone/>
                      </a:pPr>
                      <a:r>
                        <a:rPr lang="de-DE" sz="1400"/>
                        <a:t>0.90-1</a:t>
                      </a:r>
                    </a:p>
                  </a:txBody>
                  <a:tcPr/>
                </a:tc>
                <a:tc>
                  <a:txBody>
                    <a:bodyPr/>
                    <a:lstStyle/>
                    <a:p>
                      <a:pPr lvl="0">
                        <a:buNone/>
                      </a:pPr>
                      <a:r>
                        <a:rPr lang="de-DE" sz="1400"/>
                        <a:t>0.70-1</a:t>
                      </a:r>
                    </a:p>
                  </a:txBody>
                  <a:tcPr/>
                </a:tc>
                <a:tc>
                  <a:txBody>
                    <a:bodyPr/>
                    <a:lstStyle/>
                    <a:p>
                      <a:pPr lvl="0">
                        <a:buNone/>
                      </a:pPr>
                      <a:r>
                        <a:rPr lang="de-DE" sz="1400"/>
                        <a:t>0.45</a:t>
                      </a:r>
                    </a:p>
                  </a:txBody>
                  <a:tcPr/>
                </a:tc>
                <a:tc>
                  <a:txBody>
                    <a:bodyPr/>
                    <a:lstStyle/>
                    <a:p>
                      <a:pPr lvl="0">
                        <a:buNone/>
                      </a:pPr>
                      <a:r>
                        <a:rPr lang="de-DE" sz="1400"/>
                        <a:t>0.40</a:t>
                      </a:r>
                    </a:p>
                  </a:txBody>
                  <a:tcPr/>
                </a:tc>
                <a:tc>
                  <a:txBody>
                    <a:bodyPr/>
                    <a:lstStyle/>
                    <a:p>
                      <a:pPr lvl="0">
                        <a:buNone/>
                      </a:pPr>
                      <a:r>
                        <a:rPr lang="de-DE" sz="1400"/>
                        <a:t>0.35</a:t>
                      </a:r>
                    </a:p>
                  </a:txBody>
                  <a:tcPr/>
                </a:tc>
                <a:tc>
                  <a:txBody>
                    <a:bodyPr/>
                    <a:lstStyle/>
                    <a:p>
                      <a:pPr lvl="0">
                        <a:buNone/>
                      </a:pPr>
                      <a:r>
                        <a:rPr lang="de-DE" sz="1400"/>
                        <a:t>0.30</a:t>
                      </a:r>
                    </a:p>
                  </a:txBody>
                  <a:tcPr/>
                </a:tc>
                <a:tc>
                  <a:txBody>
                    <a:bodyPr/>
                    <a:lstStyle/>
                    <a:p>
                      <a:pPr lvl="0">
                        <a:buNone/>
                      </a:pPr>
                      <a:r>
                        <a:rPr lang="de-DE" sz="1400"/>
                        <a:t>0.25</a:t>
                      </a:r>
                    </a:p>
                  </a:txBody>
                  <a:tcPr/>
                </a:tc>
                <a:tc>
                  <a:txBody>
                    <a:bodyPr/>
                    <a:lstStyle/>
                    <a:p>
                      <a:pPr lvl="0">
                        <a:buNone/>
                      </a:pPr>
                      <a:r>
                        <a:rPr lang="de-DE" sz="1400"/>
                        <a:t>0.20</a:t>
                      </a:r>
                    </a:p>
                  </a:txBody>
                  <a:tcPr/>
                </a:tc>
                <a:tc>
                  <a:txBody>
                    <a:bodyPr/>
                    <a:lstStyle/>
                    <a:p>
                      <a:pPr lvl="0">
                        <a:buNone/>
                      </a:pPr>
                      <a:r>
                        <a:rPr lang="de-DE" sz="1400"/>
                        <a:t>0.20</a:t>
                      </a:r>
                    </a:p>
                  </a:txBody>
                  <a:tcPr/>
                </a:tc>
                <a:tc>
                  <a:txBody>
                    <a:bodyPr/>
                    <a:lstStyle/>
                    <a:p>
                      <a:pPr lvl="0">
                        <a:buNone/>
                      </a:pPr>
                      <a:r>
                        <a:rPr lang="de-DE" sz="1400"/>
                        <a:t>0.15</a:t>
                      </a:r>
                    </a:p>
                  </a:txBody>
                  <a:tcPr/>
                </a:tc>
                <a:extLst>
                  <a:ext uri="{0D108BD9-81ED-4DB2-BD59-A6C34878D82A}">
                    <a16:rowId xmlns:a16="http://schemas.microsoft.com/office/drawing/2014/main" val="1599548848"/>
                  </a:ext>
                </a:extLst>
              </a:tr>
              <a:tr h="405245">
                <a:tc>
                  <a:txBody>
                    <a:bodyPr/>
                    <a:lstStyle/>
                    <a:p>
                      <a:pPr lvl="0">
                        <a:buNone/>
                      </a:pPr>
                      <a:r>
                        <a:rPr lang="de-DE" sz="1400"/>
                        <a:t>6</a:t>
                      </a:r>
                    </a:p>
                  </a:txBody>
                  <a:tcPr/>
                </a:tc>
                <a:tc>
                  <a:txBody>
                    <a:bodyPr/>
                    <a:lstStyle/>
                    <a:p>
                      <a:pPr lvl="0">
                        <a:buNone/>
                      </a:pPr>
                      <a:r>
                        <a:rPr lang="de-DE" sz="1400"/>
                        <a:t>0.90-1</a:t>
                      </a:r>
                    </a:p>
                  </a:txBody>
                  <a:tcPr/>
                </a:tc>
                <a:tc>
                  <a:txBody>
                    <a:bodyPr/>
                    <a:lstStyle/>
                    <a:p>
                      <a:pPr lvl="0">
                        <a:buNone/>
                      </a:pPr>
                      <a:r>
                        <a:rPr lang="de-DE" sz="1400"/>
                        <a:t>0.85-1</a:t>
                      </a:r>
                    </a:p>
                  </a:txBody>
                  <a:tcPr/>
                </a:tc>
                <a:tc>
                  <a:txBody>
                    <a:bodyPr/>
                    <a:lstStyle/>
                    <a:p>
                      <a:pPr lvl="0">
                        <a:buNone/>
                      </a:pPr>
                      <a:r>
                        <a:rPr lang="de-DE" sz="1400"/>
                        <a:t>0.55</a:t>
                      </a:r>
                    </a:p>
                  </a:txBody>
                  <a:tcPr/>
                </a:tc>
                <a:tc>
                  <a:txBody>
                    <a:bodyPr/>
                    <a:lstStyle/>
                    <a:p>
                      <a:pPr lvl="0">
                        <a:buNone/>
                      </a:pPr>
                      <a:r>
                        <a:rPr lang="de-DE" sz="1400"/>
                        <a:t>0.20</a:t>
                      </a:r>
                    </a:p>
                  </a:txBody>
                  <a:tcPr/>
                </a:tc>
                <a:tc>
                  <a:txBody>
                    <a:bodyPr/>
                    <a:lstStyle/>
                    <a:p>
                      <a:pPr lvl="0">
                        <a:buNone/>
                      </a:pPr>
                      <a:r>
                        <a:rPr lang="de-DE" sz="1400"/>
                        <a:t>0.20</a:t>
                      </a:r>
                    </a:p>
                  </a:txBody>
                  <a:tcPr/>
                </a:tc>
                <a:tc>
                  <a:txBody>
                    <a:bodyPr/>
                    <a:lstStyle/>
                    <a:p>
                      <a:pPr lvl="0">
                        <a:buNone/>
                      </a:pPr>
                      <a:r>
                        <a:rPr lang="de-DE" sz="1400"/>
                        <a:t>0.20</a:t>
                      </a:r>
                    </a:p>
                  </a:txBody>
                  <a:tcPr/>
                </a:tc>
                <a:tc>
                  <a:txBody>
                    <a:bodyPr/>
                    <a:lstStyle/>
                    <a:p>
                      <a:pPr lvl="0">
                        <a:buNone/>
                      </a:pPr>
                      <a:r>
                        <a:rPr lang="de-DE" sz="1400"/>
                        <a:t>0.20</a:t>
                      </a:r>
                    </a:p>
                  </a:txBody>
                  <a:tcPr/>
                </a:tc>
                <a:tc>
                  <a:txBody>
                    <a:bodyPr/>
                    <a:lstStyle/>
                    <a:p>
                      <a:pPr lvl="0">
                        <a:buNone/>
                      </a:pPr>
                      <a:r>
                        <a:rPr lang="de-DE" sz="1400"/>
                        <a:t>0.20</a:t>
                      </a:r>
                    </a:p>
                  </a:txBody>
                  <a:tcPr/>
                </a:tc>
                <a:tc>
                  <a:txBody>
                    <a:bodyPr/>
                    <a:lstStyle/>
                    <a:p>
                      <a:pPr lvl="0">
                        <a:buNone/>
                      </a:pPr>
                      <a:r>
                        <a:rPr lang="de-DE" sz="1400"/>
                        <a:t>0.20</a:t>
                      </a:r>
                    </a:p>
                  </a:txBody>
                  <a:tcPr/>
                </a:tc>
                <a:tc>
                  <a:txBody>
                    <a:bodyPr/>
                    <a:lstStyle/>
                    <a:p>
                      <a:pPr lvl="0">
                        <a:buNone/>
                      </a:pPr>
                      <a:r>
                        <a:rPr lang="de-DE" sz="1400"/>
                        <a:t>0.20</a:t>
                      </a:r>
                    </a:p>
                  </a:txBody>
                  <a:tcPr/>
                </a:tc>
                <a:tc>
                  <a:txBody>
                    <a:bodyPr/>
                    <a:lstStyle/>
                    <a:p>
                      <a:pPr lvl="0">
                        <a:buNone/>
                      </a:pPr>
                      <a:r>
                        <a:rPr lang="de-DE" sz="1400"/>
                        <a:t>0.20</a:t>
                      </a:r>
                    </a:p>
                  </a:txBody>
                  <a:tcPr/>
                </a:tc>
                <a:extLst>
                  <a:ext uri="{0D108BD9-81ED-4DB2-BD59-A6C34878D82A}">
                    <a16:rowId xmlns:a16="http://schemas.microsoft.com/office/drawing/2014/main" val="2701468708"/>
                  </a:ext>
                </a:extLst>
              </a:tr>
            </a:tbl>
          </a:graphicData>
        </a:graphic>
      </p:graphicFrame>
      <p:graphicFrame>
        <p:nvGraphicFramePr>
          <p:cNvPr id="6" name="Tabelle 5">
            <a:extLst>
              <a:ext uri="{FF2B5EF4-FFF2-40B4-BE49-F238E27FC236}">
                <a16:creationId xmlns:a16="http://schemas.microsoft.com/office/drawing/2014/main" id="{4C4AA5FD-A44C-40C5-7F78-7E17F0445161}"/>
              </a:ext>
            </a:extLst>
          </p:cNvPr>
          <p:cNvGraphicFramePr>
            <a:graphicFrameLocks noGrp="1"/>
          </p:cNvGraphicFramePr>
          <p:nvPr>
            <p:extLst>
              <p:ext uri="{D42A27DB-BD31-4B8C-83A1-F6EECF244321}">
                <p14:modId xmlns:p14="http://schemas.microsoft.com/office/powerpoint/2010/main" val="1792945275"/>
              </p:ext>
            </p:extLst>
          </p:nvPr>
        </p:nvGraphicFramePr>
        <p:xfrm>
          <a:off x="288607" y="5105550"/>
          <a:ext cx="8553444" cy="3596633"/>
        </p:xfrm>
        <a:graphic>
          <a:graphicData uri="http://schemas.openxmlformats.org/drawingml/2006/table">
            <a:tbl>
              <a:tblPr firstRow="1" bandRow="1">
                <a:tableStyleId>{5C22544A-7EE6-4342-B048-85BDC9FD1C3A}</a:tableStyleId>
              </a:tblPr>
              <a:tblGrid>
                <a:gridCol w="712787">
                  <a:extLst>
                    <a:ext uri="{9D8B030D-6E8A-4147-A177-3AD203B41FA5}">
                      <a16:colId xmlns:a16="http://schemas.microsoft.com/office/drawing/2014/main" val="894150566"/>
                    </a:ext>
                  </a:extLst>
                </a:gridCol>
                <a:gridCol w="712787">
                  <a:extLst>
                    <a:ext uri="{9D8B030D-6E8A-4147-A177-3AD203B41FA5}">
                      <a16:colId xmlns:a16="http://schemas.microsoft.com/office/drawing/2014/main" val="4010572092"/>
                    </a:ext>
                  </a:extLst>
                </a:gridCol>
                <a:gridCol w="712787">
                  <a:extLst>
                    <a:ext uri="{9D8B030D-6E8A-4147-A177-3AD203B41FA5}">
                      <a16:colId xmlns:a16="http://schemas.microsoft.com/office/drawing/2014/main" val="3271437378"/>
                    </a:ext>
                  </a:extLst>
                </a:gridCol>
                <a:gridCol w="712787">
                  <a:extLst>
                    <a:ext uri="{9D8B030D-6E8A-4147-A177-3AD203B41FA5}">
                      <a16:colId xmlns:a16="http://schemas.microsoft.com/office/drawing/2014/main" val="3580078458"/>
                    </a:ext>
                  </a:extLst>
                </a:gridCol>
                <a:gridCol w="712787">
                  <a:extLst>
                    <a:ext uri="{9D8B030D-6E8A-4147-A177-3AD203B41FA5}">
                      <a16:colId xmlns:a16="http://schemas.microsoft.com/office/drawing/2014/main" val="2224828075"/>
                    </a:ext>
                  </a:extLst>
                </a:gridCol>
                <a:gridCol w="712787">
                  <a:extLst>
                    <a:ext uri="{9D8B030D-6E8A-4147-A177-3AD203B41FA5}">
                      <a16:colId xmlns:a16="http://schemas.microsoft.com/office/drawing/2014/main" val="3053313761"/>
                    </a:ext>
                  </a:extLst>
                </a:gridCol>
                <a:gridCol w="712787">
                  <a:extLst>
                    <a:ext uri="{9D8B030D-6E8A-4147-A177-3AD203B41FA5}">
                      <a16:colId xmlns:a16="http://schemas.microsoft.com/office/drawing/2014/main" val="2014364257"/>
                    </a:ext>
                  </a:extLst>
                </a:gridCol>
                <a:gridCol w="712787">
                  <a:extLst>
                    <a:ext uri="{9D8B030D-6E8A-4147-A177-3AD203B41FA5}">
                      <a16:colId xmlns:a16="http://schemas.microsoft.com/office/drawing/2014/main" val="1831583623"/>
                    </a:ext>
                  </a:extLst>
                </a:gridCol>
                <a:gridCol w="712787">
                  <a:extLst>
                    <a:ext uri="{9D8B030D-6E8A-4147-A177-3AD203B41FA5}">
                      <a16:colId xmlns:a16="http://schemas.microsoft.com/office/drawing/2014/main" val="3705079698"/>
                    </a:ext>
                  </a:extLst>
                </a:gridCol>
                <a:gridCol w="712787">
                  <a:extLst>
                    <a:ext uri="{9D8B030D-6E8A-4147-A177-3AD203B41FA5}">
                      <a16:colId xmlns:a16="http://schemas.microsoft.com/office/drawing/2014/main" val="2293653269"/>
                    </a:ext>
                  </a:extLst>
                </a:gridCol>
                <a:gridCol w="712787">
                  <a:extLst>
                    <a:ext uri="{9D8B030D-6E8A-4147-A177-3AD203B41FA5}">
                      <a16:colId xmlns:a16="http://schemas.microsoft.com/office/drawing/2014/main" val="511868558"/>
                    </a:ext>
                  </a:extLst>
                </a:gridCol>
                <a:gridCol w="712787">
                  <a:extLst>
                    <a:ext uri="{9D8B030D-6E8A-4147-A177-3AD203B41FA5}">
                      <a16:colId xmlns:a16="http://schemas.microsoft.com/office/drawing/2014/main" val="549178337"/>
                    </a:ext>
                  </a:extLst>
                </a:gridCol>
              </a:tblGrid>
              <a:tr h="370840">
                <a:tc>
                  <a:txBody>
                    <a:bodyPr/>
                    <a:lstStyle/>
                    <a:p>
                      <a:pPr marL="0" lvl="0" indent="0" algn="l">
                        <a:lnSpc>
                          <a:spcPct val="100000"/>
                        </a:lnSpc>
                        <a:buNone/>
                      </a:pPr>
                      <a:r>
                        <a:rPr lang="de-DE" sz="1400" b="1" i="0" u="none" strike="noStrike" baseline="0" noProof="0" err="1">
                          <a:solidFill>
                            <a:srgbClr val="FFFFFF"/>
                          </a:solidFill>
                          <a:latin typeface="Arial"/>
                          <a:cs typeface="Arial"/>
                        </a:rPr>
                        <a:t>public_lighting_kW</a:t>
                      </a:r>
                      <a:endParaRPr lang="de-DE" sz="1400" err="1"/>
                    </a:p>
                    <a:p>
                      <a:pPr lvl="0">
                        <a:buNone/>
                      </a:pPr>
                      <a:endParaRPr lang="de-DE" sz="1400"/>
                    </a:p>
                  </a:txBody>
                  <a:tcPr/>
                </a:tc>
                <a:tc>
                  <a:txBody>
                    <a:bodyPr/>
                    <a:lstStyle/>
                    <a:p>
                      <a:pPr marL="0" lvl="0" indent="0" algn="l">
                        <a:lnSpc>
                          <a:spcPct val="100000"/>
                        </a:lnSpc>
                        <a:buNone/>
                      </a:pPr>
                      <a:r>
                        <a:rPr lang="de-DE" sz="1400" b="1" i="0" u="none" strike="noStrike" baseline="0" noProof="0" err="1">
                          <a:solidFill>
                            <a:srgbClr val="FFFFFF"/>
                          </a:solidFill>
                          <a:latin typeface="Arial"/>
                          <a:cs typeface="Arial"/>
                        </a:rPr>
                        <a:t>other_consumers_kW</a:t>
                      </a:r>
                      <a:endParaRPr lang="de-DE" err="1"/>
                    </a:p>
                    <a:p>
                      <a:pPr lvl="0">
                        <a:buNone/>
                      </a:pPr>
                      <a:endParaRPr lang="de-DE" sz="1400"/>
                    </a:p>
                  </a:txBody>
                  <a:tcPr/>
                </a:tc>
                <a:tc>
                  <a:txBody>
                    <a:bodyPr/>
                    <a:lstStyle/>
                    <a:p>
                      <a:pPr marL="0" lvl="0" indent="0" algn="l">
                        <a:lnSpc>
                          <a:spcPct val="100000"/>
                        </a:lnSpc>
                        <a:buNone/>
                      </a:pPr>
                      <a:r>
                        <a:rPr lang="de-DE" sz="1400" b="1" i="0" u="none" strike="noStrike" baseline="0" noProof="0" err="1">
                          <a:solidFill>
                            <a:srgbClr val="FFFFFF"/>
                          </a:solidFill>
                          <a:latin typeface="Arial"/>
                          <a:cs typeface="Arial"/>
                        </a:rPr>
                        <a:t>batteries_kW</a:t>
                      </a:r>
                      <a:endParaRPr lang="de-DE" err="1"/>
                    </a:p>
                    <a:p>
                      <a:pPr lvl="0">
                        <a:buNone/>
                      </a:pPr>
                      <a:endParaRPr lang="de-DE" sz="1400"/>
                    </a:p>
                  </a:txBody>
                  <a:tcPr/>
                </a:tc>
                <a:tc>
                  <a:txBody>
                    <a:bodyPr/>
                    <a:lstStyle/>
                    <a:p>
                      <a:pPr marL="0" lvl="0" indent="0" algn="l">
                        <a:lnSpc>
                          <a:spcPct val="100000"/>
                        </a:lnSpc>
                        <a:buNone/>
                      </a:pPr>
                      <a:r>
                        <a:rPr lang="de-DE" sz="1400" b="1" i="0" u="none" strike="noStrike" baseline="0" noProof="0" err="1">
                          <a:solidFill>
                            <a:srgbClr val="FFFFFF"/>
                          </a:solidFill>
                          <a:latin typeface="Arial"/>
                          <a:cs typeface="Arial"/>
                        </a:rPr>
                        <a:t>PV_systems_kW</a:t>
                      </a:r>
                      <a:endParaRPr lang="de-DE" err="1"/>
                    </a:p>
                    <a:p>
                      <a:pPr lvl="0">
                        <a:buNone/>
                      </a:pPr>
                      <a:endParaRPr lang="de-DE" sz="1400"/>
                    </a:p>
                  </a:txBody>
                  <a:tcPr/>
                </a:tc>
                <a:tc>
                  <a:txBody>
                    <a:bodyPr/>
                    <a:lstStyle/>
                    <a:p>
                      <a:pPr marL="0" lvl="0" indent="0" algn="l">
                        <a:lnSpc>
                          <a:spcPct val="100000"/>
                        </a:lnSpc>
                        <a:buNone/>
                      </a:pPr>
                      <a:r>
                        <a:rPr lang="de-DE" sz="1400" b="1" i="0" u="none" strike="noStrike" baseline="0" noProof="0" err="1">
                          <a:solidFill>
                            <a:srgbClr val="FFFFFF"/>
                          </a:solidFill>
                          <a:latin typeface="Arial"/>
                          <a:cs typeface="Arial"/>
                        </a:rPr>
                        <a:t>chp_kW</a:t>
                      </a:r>
                      <a:endParaRPr lang="de-DE" err="1"/>
                    </a:p>
                    <a:p>
                      <a:pPr lvl="0">
                        <a:buNone/>
                      </a:pPr>
                      <a:endParaRPr lang="de-DE" sz="1400"/>
                    </a:p>
                  </a:txBody>
                  <a:tcPr/>
                </a:tc>
                <a:tc>
                  <a:txBody>
                    <a:bodyPr/>
                    <a:lstStyle/>
                    <a:p>
                      <a:pPr marL="0" lvl="0" indent="0" algn="l">
                        <a:lnSpc>
                          <a:spcPct val="100000"/>
                        </a:lnSpc>
                        <a:buNone/>
                      </a:pPr>
                      <a:r>
                        <a:rPr lang="de-DE" sz="1400" b="1" i="0" u="none" strike="noStrike" baseline="0" noProof="0">
                          <a:solidFill>
                            <a:srgbClr val="FFFFFF"/>
                          </a:solidFill>
                          <a:latin typeface="Arial"/>
                          <a:cs typeface="Arial"/>
                        </a:rPr>
                        <a:t>g0_general_kWh</a:t>
                      </a:r>
                      <a:endParaRPr lang="de-DE"/>
                    </a:p>
                    <a:p>
                      <a:pPr lvl="0">
                        <a:buNone/>
                      </a:pPr>
                      <a:endParaRPr lang="de-DE" sz="1400"/>
                    </a:p>
                  </a:txBody>
                  <a:tcPr/>
                </a:tc>
                <a:tc>
                  <a:txBody>
                    <a:bodyPr/>
                    <a:lstStyle/>
                    <a:p>
                      <a:pPr marL="0" lvl="0" indent="0" algn="l">
                        <a:lnSpc>
                          <a:spcPct val="100000"/>
                        </a:lnSpc>
                        <a:buNone/>
                      </a:pPr>
                      <a:r>
                        <a:rPr lang="de-DE" sz="1400" b="1" i="0" u="none" strike="noStrike" baseline="0" noProof="0">
                          <a:solidFill>
                            <a:srgbClr val="FFFFFF"/>
                          </a:solidFill>
                          <a:latin typeface="Arial"/>
                          <a:cs typeface="Arial"/>
                        </a:rPr>
                        <a:t>g1_workdays_kWh</a:t>
                      </a:r>
                      <a:endParaRPr lang="de-DE"/>
                    </a:p>
                    <a:p>
                      <a:pPr lvl="0">
                        <a:buNone/>
                      </a:pPr>
                      <a:endParaRPr lang="de-DE" sz="1400"/>
                    </a:p>
                  </a:txBody>
                  <a:tcPr/>
                </a:tc>
                <a:tc>
                  <a:txBody>
                    <a:bodyPr/>
                    <a:lstStyle/>
                    <a:p>
                      <a:pPr marL="0" lvl="0" indent="0" algn="l">
                        <a:lnSpc>
                          <a:spcPct val="100000"/>
                        </a:lnSpc>
                        <a:buNone/>
                      </a:pPr>
                      <a:r>
                        <a:rPr lang="de-DE" sz="1400" b="1" i="0" u="none" strike="noStrike" baseline="0" noProof="0">
                          <a:solidFill>
                            <a:srgbClr val="FFFFFF"/>
                          </a:solidFill>
                          <a:latin typeface="Arial"/>
                          <a:cs typeface="Arial"/>
                        </a:rPr>
                        <a:t>g2_evening_kWh</a:t>
                      </a:r>
                      <a:endParaRPr lang="de-DE"/>
                    </a:p>
                    <a:p>
                      <a:pPr lvl="0">
                        <a:buNone/>
                      </a:pPr>
                      <a:endParaRPr lang="de-DE" sz="1400"/>
                    </a:p>
                  </a:txBody>
                  <a:tcPr/>
                </a:tc>
                <a:tc>
                  <a:txBody>
                    <a:bodyPr/>
                    <a:lstStyle/>
                    <a:p>
                      <a:pPr marL="0" lvl="0" indent="0" algn="l">
                        <a:lnSpc>
                          <a:spcPct val="100000"/>
                        </a:lnSpc>
                        <a:buNone/>
                      </a:pPr>
                      <a:r>
                        <a:rPr lang="de-DE" sz="1400" b="1" i="0" u="none" strike="noStrike" baseline="0" noProof="0">
                          <a:solidFill>
                            <a:srgbClr val="FFFFFF"/>
                          </a:solidFill>
                          <a:latin typeface="Arial"/>
                          <a:cs typeface="Arial"/>
                        </a:rPr>
                        <a:t>g3_gontinuous_kWh</a:t>
                      </a:r>
                      <a:endParaRPr lang="de-DE"/>
                    </a:p>
                    <a:p>
                      <a:pPr lvl="0">
                        <a:buNone/>
                      </a:pPr>
                      <a:endParaRPr lang="de-DE" sz="1400"/>
                    </a:p>
                  </a:txBody>
                  <a:tcPr/>
                </a:tc>
                <a:tc>
                  <a:txBody>
                    <a:bodyPr/>
                    <a:lstStyle/>
                    <a:p>
                      <a:pPr marL="0" lvl="0" indent="0" algn="l">
                        <a:lnSpc>
                          <a:spcPct val="100000"/>
                        </a:lnSpc>
                        <a:buNone/>
                      </a:pPr>
                      <a:r>
                        <a:rPr lang="de-DE" sz="1400" b="1" i="0" u="none" strike="noStrike" baseline="0" noProof="0">
                          <a:solidFill>
                            <a:srgbClr val="FFFFFF"/>
                          </a:solidFill>
                          <a:latin typeface="Arial"/>
                          <a:cs typeface="Arial"/>
                        </a:rPr>
                        <a:t>g4_shop_hairdresser_kWh</a:t>
                      </a:r>
                      <a:endParaRPr lang="de-DE"/>
                    </a:p>
                    <a:p>
                      <a:pPr lvl="0">
                        <a:buNone/>
                      </a:pPr>
                      <a:endParaRPr lang="de-DE" sz="1400"/>
                    </a:p>
                  </a:txBody>
                  <a:tcPr/>
                </a:tc>
                <a:tc>
                  <a:txBody>
                    <a:bodyPr/>
                    <a:lstStyle/>
                    <a:p>
                      <a:pPr marL="0" lvl="0" indent="0" algn="l">
                        <a:lnSpc>
                          <a:spcPct val="100000"/>
                        </a:lnSpc>
                        <a:buNone/>
                      </a:pPr>
                      <a:r>
                        <a:rPr lang="de-DE" sz="1400" b="1" i="0" u="none" strike="noStrike" baseline="0" noProof="0">
                          <a:solidFill>
                            <a:srgbClr val="FFFFFF"/>
                          </a:solidFill>
                          <a:latin typeface="Arial"/>
                          <a:cs typeface="Arial"/>
                        </a:rPr>
                        <a:t>g5_bakery_kWh</a:t>
                      </a:r>
                      <a:endParaRPr lang="de-DE"/>
                    </a:p>
                    <a:p>
                      <a:pPr lvl="0">
                        <a:buNone/>
                      </a:pPr>
                      <a:endParaRPr lang="de-DE" sz="1400"/>
                    </a:p>
                  </a:txBody>
                  <a:tcPr/>
                </a:tc>
                <a:tc>
                  <a:txBody>
                    <a:bodyPr/>
                    <a:lstStyle/>
                    <a:p>
                      <a:pPr marL="0" lvl="0" indent="0" algn="l">
                        <a:lnSpc>
                          <a:spcPct val="100000"/>
                        </a:lnSpc>
                        <a:buNone/>
                      </a:pPr>
                      <a:r>
                        <a:rPr lang="de-DE" sz="1400" b="1" i="0" u="none" strike="noStrike" baseline="0" noProof="0">
                          <a:solidFill>
                            <a:srgbClr val="FFFFFF"/>
                          </a:solidFill>
                          <a:latin typeface="Arial"/>
                          <a:cs typeface="Arial"/>
                        </a:rPr>
                        <a:t>g6_weekend_kWh</a:t>
                      </a:r>
                      <a:endParaRPr lang="de-DE"/>
                    </a:p>
                    <a:p>
                      <a:pPr lvl="0">
                        <a:buNone/>
                      </a:pPr>
                      <a:endParaRPr lang="de-DE" sz="1400"/>
                    </a:p>
                  </a:txBody>
                  <a:tcPr/>
                </a:tc>
                <a:extLst>
                  <a:ext uri="{0D108BD9-81ED-4DB2-BD59-A6C34878D82A}">
                    <a16:rowId xmlns:a16="http://schemas.microsoft.com/office/drawing/2014/main" val="4084541425"/>
                  </a:ext>
                </a:extLst>
              </a:tr>
              <a:tr h="370840">
                <a:tc>
                  <a:txBody>
                    <a:bodyPr/>
                    <a:lstStyle/>
                    <a:p>
                      <a:pPr lvl="0">
                        <a:buNone/>
                      </a:pPr>
                      <a:r>
                        <a:rPr lang="de-DE" sz="1400" b="0" i="0" u="none" strike="noStrike" noProof="0">
                          <a:solidFill>
                            <a:srgbClr val="000000"/>
                          </a:solidFill>
                          <a:latin typeface="Arial"/>
                          <a:cs typeface="Arial"/>
                        </a:rPr>
                        <a:t>0.01</a:t>
                      </a:r>
                      <a:endParaRPr lang="en-US"/>
                    </a:p>
                  </a:txBody>
                  <a:tcPr/>
                </a:tc>
                <a:tc>
                  <a:txBody>
                    <a:bodyPr/>
                    <a:lstStyle/>
                    <a:p>
                      <a:pPr lvl="0">
                        <a:buNone/>
                      </a:pPr>
                      <a:r>
                        <a:rPr lang="de-DE" sz="1400" b="0" i="0" u="none" strike="noStrike" noProof="0">
                          <a:solidFill>
                            <a:srgbClr val="000000"/>
                          </a:solidFill>
                          <a:latin typeface="Arial"/>
                          <a:cs typeface="Arial"/>
                        </a:rPr>
                        <a:t>0.01</a:t>
                      </a:r>
                      <a:endParaRPr lang="en-US"/>
                    </a:p>
                  </a:txBody>
                  <a:tcPr/>
                </a:tc>
                <a:tc>
                  <a:txBody>
                    <a:bodyPr/>
                    <a:lstStyle/>
                    <a:p>
                      <a:pPr lvl="0">
                        <a:buNone/>
                      </a:pPr>
                      <a:r>
                        <a:rPr lang="de-DE" sz="1400" b="0" i="0" u="none" strike="noStrike" noProof="0">
                          <a:solidFill>
                            <a:srgbClr val="000000"/>
                          </a:solidFill>
                          <a:latin typeface="Arial"/>
                          <a:cs typeface="Arial"/>
                        </a:rPr>
                        <a:t>0.01</a:t>
                      </a:r>
                      <a:endParaRPr lang="en-US"/>
                    </a:p>
                  </a:txBody>
                  <a:tcPr/>
                </a:tc>
                <a:tc>
                  <a:txBody>
                    <a:bodyPr/>
                    <a:lstStyle/>
                    <a:p>
                      <a:pPr lvl="0">
                        <a:buNone/>
                      </a:pPr>
                      <a:r>
                        <a:rPr lang="de-DE" sz="1400" b="0" i="0" u="none" strike="noStrike" noProof="0">
                          <a:solidFill>
                            <a:srgbClr val="000000"/>
                          </a:solidFill>
                          <a:latin typeface="Arial"/>
                          <a:cs typeface="Arial"/>
                        </a:rPr>
                        <a:t>0.01</a:t>
                      </a:r>
                      <a:endParaRPr lang="en-US"/>
                    </a:p>
                  </a:txBody>
                  <a:tcPr/>
                </a:tc>
                <a:tc>
                  <a:txBody>
                    <a:bodyPr/>
                    <a:lstStyle/>
                    <a:p>
                      <a:pPr lvl="0">
                        <a:buNone/>
                      </a:pPr>
                      <a:r>
                        <a:rPr lang="de-DE" sz="1400" b="0" i="0" u="none" strike="noStrike" noProof="0">
                          <a:solidFill>
                            <a:srgbClr val="000000"/>
                          </a:solidFill>
                          <a:latin typeface="Arial"/>
                          <a:cs typeface="Arial"/>
                        </a:rPr>
                        <a:t>0.01</a:t>
                      </a:r>
                      <a:endParaRPr lang="en-US"/>
                    </a:p>
                  </a:txBody>
                  <a:tcPr/>
                </a:tc>
                <a:tc>
                  <a:txBody>
                    <a:bodyPr/>
                    <a:lstStyle/>
                    <a:p>
                      <a:pPr lvl="0">
                        <a:buNone/>
                      </a:pPr>
                      <a:r>
                        <a:rPr lang="de-DE" sz="1400" b="0" i="0" u="none" strike="noStrike" noProof="0">
                          <a:solidFill>
                            <a:srgbClr val="000000"/>
                          </a:solidFill>
                          <a:latin typeface="Arial"/>
                          <a:cs typeface="Arial"/>
                        </a:rPr>
                        <a:t>0.01</a:t>
                      </a:r>
                      <a:endParaRPr lang="en-US"/>
                    </a:p>
                  </a:txBody>
                  <a:tcPr/>
                </a:tc>
                <a:tc>
                  <a:txBody>
                    <a:bodyPr/>
                    <a:lstStyle/>
                    <a:p>
                      <a:pPr lvl="0">
                        <a:buNone/>
                      </a:pPr>
                      <a:r>
                        <a:rPr lang="de-DE" sz="1400" b="0" i="0" u="none" strike="noStrike" noProof="0">
                          <a:solidFill>
                            <a:srgbClr val="000000"/>
                          </a:solidFill>
                          <a:latin typeface="Arial"/>
                          <a:cs typeface="Arial"/>
                        </a:rPr>
                        <a:t>0.01</a:t>
                      </a:r>
                      <a:endParaRPr lang="en-US"/>
                    </a:p>
                  </a:txBody>
                  <a:tcPr/>
                </a:tc>
                <a:tc>
                  <a:txBody>
                    <a:bodyPr/>
                    <a:lstStyle/>
                    <a:p>
                      <a:pPr lvl="0">
                        <a:buNone/>
                      </a:pPr>
                      <a:r>
                        <a:rPr lang="de-DE" sz="1400" b="0" i="0" u="none" strike="noStrike" noProof="0">
                          <a:solidFill>
                            <a:srgbClr val="000000"/>
                          </a:solidFill>
                          <a:latin typeface="Arial"/>
                          <a:cs typeface="Arial"/>
                        </a:rPr>
                        <a:t>0.01</a:t>
                      </a:r>
                      <a:endParaRPr lang="en-US"/>
                    </a:p>
                  </a:txBody>
                  <a:tcPr/>
                </a:tc>
                <a:tc>
                  <a:txBody>
                    <a:bodyPr/>
                    <a:lstStyle/>
                    <a:p>
                      <a:pPr lvl="0">
                        <a:buNone/>
                      </a:pPr>
                      <a:r>
                        <a:rPr lang="de-DE" sz="1400" b="0" i="0" u="none" strike="noStrike" noProof="0">
                          <a:solidFill>
                            <a:srgbClr val="000000"/>
                          </a:solidFill>
                          <a:latin typeface="Arial"/>
                          <a:cs typeface="Arial"/>
                        </a:rPr>
                        <a:t>0.01</a:t>
                      </a:r>
                      <a:endParaRPr lang="en-US"/>
                    </a:p>
                  </a:txBody>
                  <a:tcPr/>
                </a:tc>
                <a:tc>
                  <a:txBody>
                    <a:bodyPr/>
                    <a:lstStyle/>
                    <a:p>
                      <a:pPr lvl="0">
                        <a:buNone/>
                      </a:pPr>
                      <a:r>
                        <a:rPr lang="de-DE" sz="1400" b="0" i="0" u="none" strike="noStrike" noProof="0">
                          <a:solidFill>
                            <a:srgbClr val="000000"/>
                          </a:solidFill>
                          <a:latin typeface="Arial"/>
                          <a:cs typeface="Arial"/>
                        </a:rPr>
                        <a:t>0.01</a:t>
                      </a:r>
                      <a:endParaRPr lang="en-US"/>
                    </a:p>
                  </a:txBody>
                  <a:tcPr/>
                </a:tc>
                <a:tc>
                  <a:txBody>
                    <a:bodyPr/>
                    <a:lstStyle/>
                    <a:p>
                      <a:pPr lvl="0">
                        <a:buNone/>
                      </a:pPr>
                      <a:r>
                        <a:rPr lang="de-DE" sz="1400" b="0" i="0" u="none" strike="noStrike" noProof="0">
                          <a:solidFill>
                            <a:srgbClr val="000000"/>
                          </a:solidFill>
                          <a:latin typeface="Arial"/>
                          <a:cs typeface="Arial"/>
                        </a:rPr>
                        <a:t>0.01</a:t>
                      </a:r>
                      <a:endParaRPr lang="en-US"/>
                    </a:p>
                  </a:txBody>
                  <a:tcPr/>
                </a:tc>
                <a:tc>
                  <a:txBody>
                    <a:bodyPr/>
                    <a:lstStyle/>
                    <a:p>
                      <a:pPr lvl="0">
                        <a:buNone/>
                      </a:pPr>
                      <a:r>
                        <a:rPr lang="de-DE" sz="1400" b="0" i="0" u="none" strike="noStrike" noProof="0">
                          <a:solidFill>
                            <a:srgbClr val="000000"/>
                          </a:solidFill>
                          <a:latin typeface="Arial"/>
                          <a:cs typeface="Arial"/>
                        </a:rPr>
                        <a:t>0.01</a:t>
                      </a:r>
                      <a:endParaRPr lang="en-US"/>
                    </a:p>
                  </a:txBody>
                  <a:tcPr/>
                </a:tc>
                <a:extLst>
                  <a:ext uri="{0D108BD9-81ED-4DB2-BD59-A6C34878D82A}">
                    <a16:rowId xmlns:a16="http://schemas.microsoft.com/office/drawing/2014/main" val="4198767"/>
                  </a:ext>
                </a:extLst>
              </a:tr>
              <a:tr h="370840">
                <a:tc>
                  <a:txBody>
                    <a:bodyPr/>
                    <a:lstStyle/>
                    <a:p>
                      <a:r>
                        <a:rPr lang="de-DE" sz="1400"/>
                        <a:t>0.12</a:t>
                      </a:r>
                    </a:p>
                  </a:txBody>
                  <a:tcPr/>
                </a:tc>
                <a:tc>
                  <a:txBody>
                    <a:bodyPr/>
                    <a:lstStyle/>
                    <a:p>
                      <a:r>
                        <a:rPr lang="de-DE" sz="1400"/>
                        <a:t>0.10</a:t>
                      </a:r>
                    </a:p>
                  </a:txBody>
                  <a:tcPr/>
                </a:tc>
                <a:tc>
                  <a:txBody>
                    <a:bodyPr/>
                    <a:lstStyle/>
                    <a:p>
                      <a:r>
                        <a:rPr lang="de-DE" sz="1400"/>
                        <a:t>0.08</a:t>
                      </a:r>
                    </a:p>
                  </a:txBody>
                  <a:tcPr/>
                </a:tc>
                <a:tc>
                  <a:txBody>
                    <a:bodyPr/>
                    <a:lstStyle/>
                    <a:p>
                      <a:r>
                        <a:rPr lang="de-DE" sz="1400"/>
                        <a:t>0.05</a:t>
                      </a:r>
                    </a:p>
                  </a:txBody>
                  <a:tcPr/>
                </a:tc>
                <a:tc>
                  <a:txBody>
                    <a:bodyPr/>
                    <a:lstStyle/>
                    <a:p>
                      <a:r>
                        <a:rPr lang="de-DE" sz="1400"/>
                        <a:t>0.04</a:t>
                      </a:r>
                    </a:p>
                  </a:txBody>
                  <a:tcPr/>
                </a:tc>
                <a:tc>
                  <a:txBody>
                    <a:bodyPr/>
                    <a:lstStyle/>
                    <a:p>
                      <a:r>
                        <a:rPr lang="de-DE" sz="1400"/>
                        <a:t>0.55</a:t>
                      </a:r>
                    </a:p>
                  </a:txBody>
                  <a:tcPr/>
                </a:tc>
                <a:tc>
                  <a:txBody>
                    <a:bodyPr/>
                    <a:lstStyle/>
                    <a:p>
                      <a:r>
                        <a:rPr lang="de-DE" sz="1400"/>
                        <a:t>0.55</a:t>
                      </a:r>
                    </a:p>
                  </a:txBody>
                  <a:tcPr/>
                </a:tc>
                <a:tc>
                  <a:txBody>
                    <a:bodyPr/>
                    <a:lstStyle/>
                    <a:p>
                      <a:r>
                        <a:rPr lang="de-DE" sz="1400"/>
                        <a:t>0.52</a:t>
                      </a:r>
                    </a:p>
                  </a:txBody>
                  <a:tcPr/>
                </a:tc>
                <a:tc>
                  <a:txBody>
                    <a:bodyPr/>
                    <a:lstStyle/>
                    <a:p>
                      <a:pPr lvl="0">
                        <a:buNone/>
                      </a:pPr>
                      <a:r>
                        <a:rPr lang="de-DE" sz="1400"/>
                        <a:t>0.48</a:t>
                      </a:r>
                    </a:p>
                  </a:txBody>
                  <a:tcPr/>
                </a:tc>
                <a:tc>
                  <a:txBody>
                    <a:bodyPr/>
                    <a:lstStyle/>
                    <a:p>
                      <a:r>
                        <a:rPr lang="de-DE" sz="1400"/>
                        <a:t>0.45</a:t>
                      </a:r>
                    </a:p>
                  </a:txBody>
                  <a:tcPr/>
                </a:tc>
                <a:tc>
                  <a:txBody>
                    <a:bodyPr/>
                    <a:lstStyle/>
                    <a:p>
                      <a:pPr lvl="0">
                        <a:buNone/>
                      </a:pPr>
                      <a:r>
                        <a:rPr lang="de-DE" sz="1400"/>
                        <a:t>0.42</a:t>
                      </a:r>
                    </a:p>
                  </a:txBody>
                  <a:tcPr/>
                </a:tc>
                <a:tc>
                  <a:txBody>
                    <a:bodyPr/>
                    <a:lstStyle/>
                    <a:p>
                      <a:pPr lvl="0">
                        <a:buNone/>
                      </a:pPr>
                      <a:r>
                        <a:rPr lang="de-DE" sz="1400"/>
                        <a:t>0.40</a:t>
                      </a:r>
                    </a:p>
                  </a:txBody>
                  <a:tcPr/>
                </a:tc>
                <a:extLst>
                  <a:ext uri="{0D108BD9-81ED-4DB2-BD59-A6C34878D82A}">
                    <a16:rowId xmlns:a16="http://schemas.microsoft.com/office/drawing/2014/main" val="2377502259"/>
                  </a:ext>
                </a:extLst>
              </a:tr>
              <a:tr h="370839">
                <a:tc>
                  <a:txBody>
                    <a:bodyPr/>
                    <a:lstStyle/>
                    <a:p>
                      <a:pPr lvl="0">
                        <a:buNone/>
                      </a:pPr>
                      <a:r>
                        <a:rPr lang="de-DE" sz="1400" b="0" i="0" u="none" strike="noStrike" noProof="0">
                          <a:solidFill>
                            <a:srgbClr val="000000"/>
                          </a:solidFill>
                          <a:latin typeface="Arial"/>
                          <a:cs typeface="Arial"/>
                        </a:rPr>
                        <a:t>0.35</a:t>
                      </a:r>
                    </a:p>
                  </a:txBody>
                  <a:tcPr/>
                </a:tc>
                <a:tc>
                  <a:txBody>
                    <a:bodyPr/>
                    <a:lstStyle/>
                    <a:p>
                      <a:pPr lvl="0">
                        <a:buNone/>
                      </a:pPr>
                      <a:r>
                        <a:rPr lang="de-DE" sz="1400" b="0" i="0" u="none" strike="noStrike" noProof="0">
                          <a:solidFill>
                            <a:srgbClr val="000000"/>
                          </a:solidFill>
                          <a:latin typeface="Arial"/>
                          <a:cs typeface="Arial"/>
                        </a:rPr>
                        <a:t>0.30</a:t>
                      </a:r>
                    </a:p>
                  </a:txBody>
                  <a:tcPr/>
                </a:tc>
                <a:tc>
                  <a:txBody>
                    <a:bodyPr/>
                    <a:lstStyle/>
                    <a:p>
                      <a:pPr lvl="0">
                        <a:buNone/>
                      </a:pPr>
                      <a:r>
                        <a:rPr lang="de-DE" sz="1400" b="0" i="0" u="none" strike="noStrike" noProof="0">
                          <a:solidFill>
                            <a:srgbClr val="000000"/>
                          </a:solidFill>
                          <a:latin typeface="Arial"/>
                          <a:cs typeface="Arial"/>
                        </a:rPr>
                        <a:t>0.25</a:t>
                      </a:r>
                    </a:p>
                  </a:txBody>
                  <a:tcPr/>
                </a:tc>
                <a:tc>
                  <a:txBody>
                    <a:bodyPr/>
                    <a:lstStyle/>
                    <a:p>
                      <a:pPr lvl="0">
                        <a:buNone/>
                      </a:pPr>
                      <a:r>
                        <a:rPr lang="de-DE" sz="1400" b="0" i="0" u="none" strike="noStrike" noProof="0">
                          <a:solidFill>
                            <a:srgbClr val="000000"/>
                          </a:solidFill>
                          <a:latin typeface="Arial"/>
                          <a:cs typeface="Arial"/>
                        </a:rPr>
                        <a:t>0.20</a:t>
                      </a:r>
                    </a:p>
                  </a:txBody>
                  <a:tcPr/>
                </a:tc>
                <a:tc>
                  <a:txBody>
                    <a:bodyPr/>
                    <a:lstStyle/>
                    <a:p>
                      <a:pPr lvl="0">
                        <a:buNone/>
                      </a:pPr>
                      <a:r>
                        <a:rPr lang="de-DE" sz="1400" b="0" i="0" u="none" strike="noStrike" noProof="0">
                          <a:solidFill>
                            <a:srgbClr val="000000"/>
                          </a:solidFill>
                          <a:latin typeface="Arial"/>
                          <a:cs typeface="Arial"/>
                        </a:rPr>
                        <a:t>0.15</a:t>
                      </a:r>
                    </a:p>
                  </a:txBody>
                  <a:tcPr/>
                </a:tc>
                <a:tc>
                  <a:txBody>
                    <a:bodyPr/>
                    <a:lstStyle/>
                    <a:p>
                      <a:pPr lvl="0">
                        <a:buNone/>
                      </a:pPr>
                      <a:r>
                        <a:rPr lang="de-DE" sz="1400" b="0" i="0" u="none" strike="noStrike" noProof="0">
                          <a:solidFill>
                            <a:srgbClr val="000000"/>
                          </a:solidFill>
                          <a:latin typeface="Arial"/>
                          <a:cs typeface="Arial"/>
                        </a:rPr>
                        <a:t>0.10</a:t>
                      </a:r>
                    </a:p>
                  </a:txBody>
                  <a:tcPr/>
                </a:tc>
                <a:tc>
                  <a:txBody>
                    <a:bodyPr/>
                    <a:lstStyle/>
                    <a:p>
                      <a:pPr lvl="0">
                        <a:buNone/>
                      </a:pPr>
                      <a:r>
                        <a:rPr lang="de-DE" sz="1400" b="0" i="0" u="none" strike="noStrike" noProof="0">
                          <a:solidFill>
                            <a:srgbClr val="000000"/>
                          </a:solidFill>
                          <a:latin typeface="Arial"/>
                          <a:cs typeface="Arial"/>
                        </a:rPr>
                        <a:t>0.08</a:t>
                      </a:r>
                    </a:p>
                  </a:txBody>
                  <a:tcPr/>
                </a:tc>
                <a:tc>
                  <a:txBody>
                    <a:bodyPr/>
                    <a:lstStyle/>
                    <a:p>
                      <a:pPr lvl="0">
                        <a:buNone/>
                      </a:pPr>
                      <a:r>
                        <a:rPr lang="de-DE" sz="1400" b="0" i="0" u="none" strike="noStrike" noProof="0">
                          <a:solidFill>
                            <a:srgbClr val="000000"/>
                          </a:solidFill>
                          <a:latin typeface="Arial"/>
                          <a:cs typeface="Arial"/>
                        </a:rPr>
                        <a:t>0.06</a:t>
                      </a:r>
                    </a:p>
                  </a:txBody>
                  <a:tcPr/>
                </a:tc>
                <a:tc>
                  <a:txBody>
                    <a:bodyPr/>
                    <a:lstStyle/>
                    <a:p>
                      <a:pPr lvl="0">
                        <a:buNone/>
                      </a:pPr>
                      <a:r>
                        <a:rPr lang="de-DE" sz="1400" b="0" i="0" u="none" strike="noStrike" noProof="0">
                          <a:solidFill>
                            <a:srgbClr val="000000"/>
                          </a:solidFill>
                          <a:latin typeface="Arial"/>
                          <a:cs typeface="Arial"/>
                        </a:rPr>
                        <a:t>0.05</a:t>
                      </a:r>
                    </a:p>
                  </a:txBody>
                  <a:tcPr/>
                </a:tc>
                <a:tc>
                  <a:txBody>
                    <a:bodyPr/>
                    <a:lstStyle/>
                    <a:p>
                      <a:pPr lvl="0">
                        <a:buNone/>
                      </a:pPr>
                      <a:r>
                        <a:rPr lang="de-DE" sz="1400" b="0" i="0" u="none" strike="noStrike" noProof="0">
                          <a:solidFill>
                            <a:srgbClr val="000000"/>
                          </a:solidFill>
                          <a:latin typeface="Arial"/>
                          <a:cs typeface="Arial"/>
                        </a:rPr>
                        <a:t>0.03</a:t>
                      </a:r>
                    </a:p>
                  </a:txBody>
                  <a:tcPr/>
                </a:tc>
                <a:tc>
                  <a:txBody>
                    <a:bodyPr/>
                    <a:lstStyle/>
                    <a:p>
                      <a:pPr lvl="0">
                        <a:buNone/>
                      </a:pPr>
                      <a:r>
                        <a:rPr lang="de-DE" sz="1400" b="0" i="0" u="none" strike="noStrike" noProof="0">
                          <a:solidFill>
                            <a:srgbClr val="000000"/>
                          </a:solidFill>
                          <a:latin typeface="Arial"/>
                          <a:cs typeface="Arial"/>
                        </a:rPr>
                        <a:t>0.01</a:t>
                      </a:r>
                    </a:p>
                  </a:txBody>
                  <a:tcPr/>
                </a:tc>
                <a:tc>
                  <a:txBody>
                    <a:bodyPr/>
                    <a:lstStyle/>
                    <a:p>
                      <a:pPr lvl="0">
                        <a:buNone/>
                      </a:pPr>
                      <a:r>
                        <a:rPr lang="de-DE" sz="1400" b="0" i="0" u="none" strike="noStrike" noProof="0">
                          <a:solidFill>
                            <a:srgbClr val="000000"/>
                          </a:solidFill>
                          <a:latin typeface="Arial"/>
                          <a:cs typeface="Arial"/>
                        </a:rPr>
                        <a:t>0.02</a:t>
                      </a:r>
                    </a:p>
                  </a:txBody>
                  <a:tcPr/>
                </a:tc>
                <a:extLst>
                  <a:ext uri="{0D108BD9-81ED-4DB2-BD59-A6C34878D82A}">
                    <a16:rowId xmlns:a16="http://schemas.microsoft.com/office/drawing/2014/main" val="4180923322"/>
                  </a:ext>
                </a:extLst>
              </a:tr>
              <a:tr h="370838">
                <a:tc>
                  <a:txBody>
                    <a:bodyPr/>
                    <a:lstStyle/>
                    <a:p>
                      <a:pPr lvl="0">
                        <a:buNone/>
                      </a:pPr>
                      <a:r>
                        <a:rPr lang="de-DE" sz="1400"/>
                        <a:t>0.75-1</a:t>
                      </a:r>
                    </a:p>
                  </a:txBody>
                  <a:tcPr/>
                </a:tc>
                <a:tc>
                  <a:txBody>
                    <a:bodyPr/>
                    <a:lstStyle/>
                    <a:p>
                      <a:pPr lvl="0">
                        <a:buNone/>
                      </a:pPr>
                      <a:r>
                        <a:rPr lang="de-DE" sz="1400"/>
                        <a:t>0.75-1</a:t>
                      </a:r>
                    </a:p>
                  </a:txBody>
                  <a:tcPr/>
                </a:tc>
                <a:tc>
                  <a:txBody>
                    <a:bodyPr/>
                    <a:lstStyle/>
                    <a:p>
                      <a:pPr lvl="0">
                        <a:buNone/>
                      </a:pPr>
                      <a:r>
                        <a:rPr lang="de-DE" sz="1400"/>
                        <a:t>0.75-1</a:t>
                      </a:r>
                    </a:p>
                  </a:txBody>
                  <a:tcPr/>
                </a:tc>
                <a:tc>
                  <a:txBody>
                    <a:bodyPr/>
                    <a:lstStyle/>
                    <a:p>
                      <a:pPr lvl="0">
                        <a:buNone/>
                      </a:pPr>
                      <a:r>
                        <a:rPr lang="de-DE" sz="1400"/>
                        <a:t>0.75-1</a:t>
                      </a:r>
                    </a:p>
                  </a:txBody>
                  <a:tcPr/>
                </a:tc>
                <a:tc>
                  <a:txBody>
                    <a:bodyPr/>
                    <a:lstStyle/>
                    <a:p>
                      <a:pPr lvl="0">
                        <a:buNone/>
                      </a:pPr>
                      <a:r>
                        <a:rPr lang="de-DE" sz="1400"/>
                        <a:t>0.75-1</a:t>
                      </a:r>
                    </a:p>
                  </a:txBody>
                  <a:tcPr/>
                </a:tc>
                <a:tc>
                  <a:txBody>
                    <a:bodyPr/>
                    <a:lstStyle/>
                    <a:p>
                      <a:pPr lvl="0">
                        <a:buNone/>
                      </a:pPr>
                      <a:r>
                        <a:rPr lang="de-DE" sz="1400"/>
                        <a:t>0.70-1</a:t>
                      </a:r>
                    </a:p>
                  </a:txBody>
                  <a:tcPr/>
                </a:tc>
                <a:tc>
                  <a:txBody>
                    <a:bodyPr/>
                    <a:lstStyle/>
                    <a:p>
                      <a:pPr lvl="0">
                        <a:buNone/>
                      </a:pPr>
                      <a:r>
                        <a:rPr lang="de-DE" sz="1400"/>
                        <a:t>0.70-1</a:t>
                      </a:r>
                    </a:p>
                  </a:txBody>
                  <a:tcPr/>
                </a:tc>
                <a:tc>
                  <a:txBody>
                    <a:bodyPr/>
                    <a:lstStyle/>
                    <a:p>
                      <a:pPr lvl="0">
                        <a:buNone/>
                      </a:pPr>
                      <a:r>
                        <a:rPr lang="de-DE" sz="1400"/>
                        <a:t>0.70-1</a:t>
                      </a:r>
                    </a:p>
                  </a:txBody>
                  <a:tcPr/>
                </a:tc>
                <a:tc>
                  <a:txBody>
                    <a:bodyPr/>
                    <a:lstStyle/>
                    <a:p>
                      <a:pPr lvl="0">
                        <a:buNone/>
                      </a:pPr>
                      <a:r>
                        <a:rPr lang="de-DE" sz="1400"/>
                        <a:t>0.70-1</a:t>
                      </a:r>
                    </a:p>
                  </a:txBody>
                  <a:tcPr/>
                </a:tc>
                <a:tc>
                  <a:txBody>
                    <a:bodyPr/>
                    <a:lstStyle/>
                    <a:p>
                      <a:pPr lvl="0">
                        <a:buNone/>
                      </a:pPr>
                      <a:r>
                        <a:rPr lang="de-DE" sz="1400"/>
                        <a:t>0.70-1</a:t>
                      </a:r>
                    </a:p>
                  </a:txBody>
                  <a:tcPr/>
                </a:tc>
                <a:tc>
                  <a:txBody>
                    <a:bodyPr/>
                    <a:lstStyle/>
                    <a:p>
                      <a:pPr lvl="0">
                        <a:buNone/>
                      </a:pPr>
                      <a:r>
                        <a:rPr lang="de-DE" sz="1400"/>
                        <a:t>0.70-1</a:t>
                      </a:r>
                    </a:p>
                  </a:txBody>
                  <a:tcPr/>
                </a:tc>
                <a:tc>
                  <a:txBody>
                    <a:bodyPr/>
                    <a:lstStyle/>
                    <a:p>
                      <a:pPr lvl="0">
                        <a:buNone/>
                      </a:pPr>
                      <a:r>
                        <a:rPr lang="de-DE" sz="1400"/>
                        <a:t>0.70-1</a:t>
                      </a:r>
                    </a:p>
                  </a:txBody>
                  <a:tcPr/>
                </a:tc>
                <a:extLst>
                  <a:ext uri="{0D108BD9-81ED-4DB2-BD59-A6C34878D82A}">
                    <a16:rowId xmlns:a16="http://schemas.microsoft.com/office/drawing/2014/main" val="3425758347"/>
                  </a:ext>
                </a:extLst>
              </a:tr>
              <a:tr h="370838">
                <a:tc>
                  <a:txBody>
                    <a:bodyPr/>
                    <a:lstStyle/>
                    <a:p>
                      <a:pPr lvl="0">
                        <a:buNone/>
                      </a:pPr>
                      <a:r>
                        <a:rPr lang="de-DE" sz="1400"/>
                        <a:t>0.10</a:t>
                      </a:r>
                    </a:p>
                  </a:txBody>
                  <a:tcPr/>
                </a:tc>
                <a:tc>
                  <a:txBody>
                    <a:bodyPr/>
                    <a:lstStyle/>
                    <a:p>
                      <a:pPr lvl="0">
                        <a:buNone/>
                      </a:pPr>
                      <a:r>
                        <a:rPr lang="de-DE" sz="1400"/>
                        <a:t>0.10</a:t>
                      </a:r>
                    </a:p>
                  </a:txBody>
                  <a:tcPr/>
                </a:tc>
                <a:tc>
                  <a:txBody>
                    <a:bodyPr/>
                    <a:lstStyle/>
                    <a:p>
                      <a:pPr lvl="0">
                        <a:buNone/>
                      </a:pPr>
                      <a:r>
                        <a:rPr lang="de-DE" sz="1400"/>
                        <a:t>0.05</a:t>
                      </a:r>
                    </a:p>
                  </a:txBody>
                  <a:tcPr/>
                </a:tc>
                <a:tc>
                  <a:txBody>
                    <a:bodyPr/>
                    <a:lstStyle/>
                    <a:p>
                      <a:pPr lvl="0">
                        <a:buNone/>
                      </a:pPr>
                      <a:r>
                        <a:rPr lang="de-DE" sz="1400"/>
                        <a:t>0.20</a:t>
                      </a:r>
                    </a:p>
                  </a:txBody>
                  <a:tcPr/>
                </a:tc>
                <a:tc>
                  <a:txBody>
                    <a:bodyPr/>
                    <a:lstStyle/>
                    <a:p>
                      <a:pPr lvl="0">
                        <a:buNone/>
                      </a:pPr>
                      <a:r>
                        <a:rPr lang="de-DE" sz="1400"/>
                        <a:t>0.25</a:t>
                      </a:r>
                    </a:p>
                  </a:txBody>
                  <a:tcPr/>
                </a:tc>
                <a:tc>
                  <a:txBody>
                    <a:bodyPr/>
                    <a:lstStyle/>
                    <a:p>
                      <a:pPr lvl="0">
                        <a:buNone/>
                      </a:pPr>
                      <a:r>
                        <a:rPr lang="de-DE" sz="1400"/>
                        <a:t>0.15</a:t>
                      </a:r>
                    </a:p>
                  </a:txBody>
                  <a:tcPr/>
                </a:tc>
                <a:tc>
                  <a:txBody>
                    <a:bodyPr/>
                    <a:lstStyle/>
                    <a:p>
                      <a:pPr lvl="0">
                        <a:buNone/>
                      </a:pPr>
                      <a:r>
                        <a:rPr lang="de-DE" sz="1400"/>
                        <a:t>0.12</a:t>
                      </a:r>
                    </a:p>
                  </a:txBody>
                  <a:tcPr/>
                </a:tc>
                <a:tc>
                  <a:txBody>
                    <a:bodyPr/>
                    <a:lstStyle/>
                    <a:p>
                      <a:pPr lvl="0">
                        <a:buNone/>
                      </a:pPr>
                      <a:r>
                        <a:rPr lang="de-DE" sz="1400"/>
                        <a:t>0.18</a:t>
                      </a:r>
                    </a:p>
                  </a:txBody>
                  <a:tcPr/>
                </a:tc>
                <a:tc>
                  <a:txBody>
                    <a:bodyPr/>
                    <a:lstStyle/>
                    <a:p>
                      <a:pPr lvl="0">
                        <a:buNone/>
                      </a:pPr>
                      <a:r>
                        <a:rPr lang="de-DE" sz="1400"/>
                        <a:t>0.08</a:t>
                      </a:r>
                    </a:p>
                  </a:txBody>
                  <a:tcPr/>
                </a:tc>
                <a:tc>
                  <a:txBody>
                    <a:bodyPr/>
                    <a:lstStyle/>
                    <a:p>
                      <a:pPr lvl="0">
                        <a:buNone/>
                      </a:pPr>
                      <a:r>
                        <a:rPr lang="de-DE" sz="1400"/>
                        <a:t>0.12</a:t>
                      </a:r>
                    </a:p>
                  </a:txBody>
                  <a:tcPr/>
                </a:tc>
                <a:tc>
                  <a:txBody>
                    <a:bodyPr/>
                    <a:lstStyle/>
                    <a:p>
                      <a:pPr lvl="0">
                        <a:buNone/>
                      </a:pPr>
                      <a:r>
                        <a:rPr lang="de-DE" sz="1400"/>
                        <a:t>0.09</a:t>
                      </a:r>
                    </a:p>
                  </a:txBody>
                  <a:tcPr/>
                </a:tc>
                <a:tc>
                  <a:txBody>
                    <a:bodyPr/>
                    <a:lstStyle/>
                    <a:p>
                      <a:pPr lvl="0">
                        <a:buNone/>
                      </a:pPr>
                      <a:r>
                        <a:rPr lang="de-DE" sz="1400"/>
                        <a:t>0.11</a:t>
                      </a:r>
                    </a:p>
                  </a:txBody>
                  <a:tcPr/>
                </a:tc>
                <a:extLst>
                  <a:ext uri="{0D108BD9-81ED-4DB2-BD59-A6C34878D82A}">
                    <a16:rowId xmlns:a16="http://schemas.microsoft.com/office/drawing/2014/main" val="3786543771"/>
                  </a:ext>
                </a:extLst>
              </a:tr>
              <a:tr h="370838">
                <a:tc>
                  <a:txBody>
                    <a:bodyPr/>
                    <a:lstStyle/>
                    <a:p>
                      <a:pPr lvl="0">
                        <a:buNone/>
                      </a:pPr>
                      <a:r>
                        <a:rPr lang="de-DE" sz="1400"/>
                        <a:t>0.20</a:t>
                      </a:r>
                    </a:p>
                  </a:txBody>
                  <a:tcPr/>
                </a:tc>
                <a:tc>
                  <a:txBody>
                    <a:bodyPr/>
                    <a:lstStyle/>
                    <a:p>
                      <a:pPr lvl="0">
                        <a:buNone/>
                      </a:pPr>
                      <a:r>
                        <a:rPr lang="de-DE" sz="1400"/>
                        <a:t>0.20</a:t>
                      </a:r>
                    </a:p>
                  </a:txBody>
                  <a:tcPr/>
                </a:tc>
                <a:tc>
                  <a:txBody>
                    <a:bodyPr/>
                    <a:lstStyle/>
                    <a:p>
                      <a:pPr lvl="0">
                        <a:buNone/>
                      </a:pPr>
                      <a:r>
                        <a:rPr lang="de-DE" sz="1400"/>
                        <a:t>0.20</a:t>
                      </a:r>
                    </a:p>
                  </a:txBody>
                  <a:tcPr/>
                </a:tc>
                <a:tc>
                  <a:txBody>
                    <a:bodyPr/>
                    <a:lstStyle/>
                    <a:p>
                      <a:pPr lvl="0">
                        <a:buNone/>
                      </a:pPr>
                      <a:r>
                        <a:rPr lang="de-DE" sz="1400"/>
                        <a:t>0.20</a:t>
                      </a:r>
                    </a:p>
                  </a:txBody>
                  <a:tcPr/>
                </a:tc>
                <a:tc>
                  <a:txBody>
                    <a:bodyPr/>
                    <a:lstStyle/>
                    <a:p>
                      <a:pPr lvl="0">
                        <a:buNone/>
                      </a:pPr>
                      <a:r>
                        <a:rPr lang="de-DE" sz="1400"/>
                        <a:t>0.20</a:t>
                      </a:r>
                    </a:p>
                  </a:txBody>
                  <a:tcPr/>
                </a:tc>
                <a:tc>
                  <a:txBody>
                    <a:bodyPr/>
                    <a:lstStyle/>
                    <a:p>
                      <a:pPr lvl="0">
                        <a:buNone/>
                      </a:pPr>
                      <a:r>
                        <a:rPr lang="de-DE" sz="1400"/>
                        <a:t>0.20</a:t>
                      </a:r>
                    </a:p>
                  </a:txBody>
                  <a:tcPr/>
                </a:tc>
                <a:tc>
                  <a:txBody>
                    <a:bodyPr/>
                    <a:lstStyle/>
                    <a:p>
                      <a:pPr lvl="0">
                        <a:buNone/>
                      </a:pPr>
                      <a:r>
                        <a:rPr lang="de-DE" sz="1400"/>
                        <a:t>0.20</a:t>
                      </a:r>
                    </a:p>
                  </a:txBody>
                  <a:tcPr/>
                </a:tc>
                <a:tc>
                  <a:txBody>
                    <a:bodyPr/>
                    <a:lstStyle/>
                    <a:p>
                      <a:pPr lvl="0">
                        <a:buNone/>
                      </a:pPr>
                      <a:r>
                        <a:rPr lang="de-DE" sz="1400"/>
                        <a:t>0.20</a:t>
                      </a:r>
                    </a:p>
                  </a:txBody>
                  <a:tcPr/>
                </a:tc>
                <a:tc>
                  <a:txBody>
                    <a:bodyPr/>
                    <a:lstStyle/>
                    <a:p>
                      <a:pPr lvl="0">
                        <a:buNone/>
                      </a:pPr>
                      <a:r>
                        <a:rPr lang="de-DE" sz="1400"/>
                        <a:t>0.20</a:t>
                      </a:r>
                    </a:p>
                  </a:txBody>
                  <a:tcPr/>
                </a:tc>
                <a:tc>
                  <a:txBody>
                    <a:bodyPr/>
                    <a:lstStyle/>
                    <a:p>
                      <a:pPr lvl="0">
                        <a:buNone/>
                      </a:pPr>
                      <a:r>
                        <a:rPr lang="de-DE" sz="1400"/>
                        <a:t>0.20</a:t>
                      </a:r>
                    </a:p>
                  </a:txBody>
                  <a:tcPr/>
                </a:tc>
                <a:tc>
                  <a:txBody>
                    <a:bodyPr/>
                    <a:lstStyle/>
                    <a:p>
                      <a:pPr lvl="0">
                        <a:buNone/>
                      </a:pPr>
                      <a:r>
                        <a:rPr lang="de-DE" sz="1400"/>
                        <a:t>0.20</a:t>
                      </a:r>
                    </a:p>
                  </a:txBody>
                  <a:tcPr/>
                </a:tc>
                <a:tc>
                  <a:txBody>
                    <a:bodyPr/>
                    <a:lstStyle/>
                    <a:p>
                      <a:pPr lvl="0">
                        <a:buNone/>
                      </a:pPr>
                      <a:r>
                        <a:rPr lang="de-DE" sz="1400"/>
                        <a:t>0.20</a:t>
                      </a:r>
                    </a:p>
                  </a:txBody>
                  <a:tcPr/>
                </a:tc>
                <a:extLst>
                  <a:ext uri="{0D108BD9-81ED-4DB2-BD59-A6C34878D82A}">
                    <a16:rowId xmlns:a16="http://schemas.microsoft.com/office/drawing/2014/main" val="3117144072"/>
                  </a:ext>
                </a:extLst>
              </a:tr>
            </a:tbl>
          </a:graphicData>
        </a:graphic>
      </p:graphicFrame>
    </p:spTree>
    <p:extLst>
      <p:ext uri="{BB962C8B-B14F-4D97-AF65-F5344CB8AC3E}">
        <p14:creationId xmlns:p14="http://schemas.microsoft.com/office/powerpoint/2010/main" val="102811829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AEA27C-D26D-B0AE-EE8C-65C7D032277C}"/>
              </a:ext>
            </a:extLst>
          </p:cNvPr>
          <p:cNvSpPr>
            <a:spLocks noGrp="1"/>
          </p:cNvSpPr>
          <p:nvPr>
            <p:ph type="title"/>
          </p:nvPr>
        </p:nvSpPr>
        <p:spPr/>
        <p:txBody>
          <a:bodyPr/>
          <a:lstStyle/>
          <a:p>
            <a:r>
              <a:rPr lang="en-US" err="1">
                <a:latin typeface="Arial"/>
                <a:cs typeface="Arial"/>
              </a:rPr>
              <a:t>Feeder_metadata</a:t>
            </a:r>
            <a:r>
              <a:rPr lang="en-US">
                <a:latin typeface="Arial"/>
                <a:cs typeface="Arial"/>
              </a:rPr>
              <a:t> (Temperature = 0)  GPT-OSS:20b rows=10</a:t>
            </a:r>
          </a:p>
        </p:txBody>
      </p:sp>
      <p:graphicFrame>
        <p:nvGraphicFramePr>
          <p:cNvPr id="4" name="Chart 3">
            <a:extLst>
              <a:ext uri="{FF2B5EF4-FFF2-40B4-BE49-F238E27FC236}">
                <a16:creationId xmlns:a16="http://schemas.microsoft.com/office/drawing/2014/main" id="{E264EF5D-DE42-8318-15CD-DD24D7427FDE}"/>
              </a:ext>
            </a:extLst>
          </p:cNvPr>
          <p:cNvGraphicFramePr/>
          <p:nvPr>
            <p:extLst>
              <p:ext uri="{D42A27DB-BD31-4B8C-83A1-F6EECF244321}">
                <p14:modId xmlns:p14="http://schemas.microsoft.com/office/powerpoint/2010/main" val="3463064867"/>
              </p:ext>
            </p:extLst>
          </p:nvPr>
        </p:nvGraphicFramePr>
        <p:xfrm>
          <a:off x="406400" y="1343479"/>
          <a:ext cx="8338457" cy="4423455"/>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168355189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04803B-E190-5A3A-47BA-0F2B3FEAA3FA}"/>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6EFE81A6-050D-73E6-8ABF-7BDBF2153624}"/>
              </a:ext>
            </a:extLst>
          </p:cNvPr>
          <p:cNvSpPr>
            <a:spLocks noGrp="1"/>
          </p:cNvSpPr>
          <p:nvPr>
            <p:ph type="title"/>
          </p:nvPr>
        </p:nvSpPr>
        <p:spPr/>
        <p:txBody>
          <a:bodyPr/>
          <a:lstStyle/>
          <a:p>
            <a:r>
              <a:rPr lang="en-US" err="1">
                <a:latin typeface="Arial"/>
                <a:cs typeface="Arial"/>
              </a:rPr>
              <a:t>Feeder_metadata</a:t>
            </a:r>
            <a:r>
              <a:rPr lang="en-US">
                <a:latin typeface="Arial"/>
                <a:cs typeface="Arial"/>
              </a:rPr>
              <a:t> (Temperature = 0) mistral-small-4-119b-2603 rows=10</a:t>
            </a:r>
            <a:endParaRPr lang="en-US"/>
          </a:p>
        </p:txBody>
      </p:sp>
      <p:graphicFrame>
        <p:nvGraphicFramePr>
          <p:cNvPr id="4" name="Tabelle 3">
            <a:extLst>
              <a:ext uri="{FF2B5EF4-FFF2-40B4-BE49-F238E27FC236}">
                <a16:creationId xmlns:a16="http://schemas.microsoft.com/office/drawing/2014/main" id="{275FF6DD-85EE-7629-138B-06C1447198CA}"/>
              </a:ext>
            </a:extLst>
          </p:cNvPr>
          <p:cNvGraphicFramePr>
            <a:graphicFrameLocks noGrp="1"/>
          </p:cNvGraphicFramePr>
          <p:nvPr>
            <p:extLst>
              <p:ext uri="{D42A27DB-BD31-4B8C-83A1-F6EECF244321}">
                <p14:modId xmlns:p14="http://schemas.microsoft.com/office/powerpoint/2010/main" val="490068902"/>
              </p:ext>
            </p:extLst>
          </p:nvPr>
        </p:nvGraphicFramePr>
        <p:xfrm>
          <a:off x="295015" y="976376"/>
          <a:ext cx="8628575" cy="4000676"/>
        </p:xfrm>
        <a:graphic>
          <a:graphicData uri="http://schemas.openxmlformats.org/drawingml/2006/table">
            <a:tbl>
              <a:tblPr firstRow="1" bandRow="1">
                <a:tableStyleId>{5C22544A-7EE6-4342-B048-85BDC9FD1C3A}</a:tableStyleId>
              </a:tblPr>
              <a:tblGrid>
                <a:gridCol w="713417">
                  <a:extLst>
                    <a:ext uri="{9D8B030D-6E8A-4147-A177-3AD203B41FA5}">
                      <a16:colId xmlns:a16="http://schemas.microsoft.com/office/drawing/2014/main" val="928571187"/>
                    </a:ext>
                  </a:extLst>
                </a:gridCol>
                <a:gridCol w="713417">
                  <a:extLst>
                    <a:ext uri="{9D8B030D-6E8A-4147-A177-3AD203B41FA5}">
                      <a16:colId xmlns:a16="http://schemas.microsoft.com/office/drawing/2014/main" val="3482727297"/>
                    </a:ext>
                  </a:extLst>
                </a:gridCol>
                <a:gridCol w="713417">
                  <a:extLst>
                    <a:ext uri="{9D8B030D-6E8A-4147-A177-3AD203B41FA5}">
                      <a16:colId xmlns:a16="http://schemas.microsoft.com/office/drawing/2014/main" val="2681182858"/>
                    </a:ext>
                  </a:extLst>
                </a:gridCol>
                <a:gridCol w="713417">
                  <a:extLst>
                    <a:ext uri="{9D8B030D-6E8A-4147-A177-3AD203B41FA5}">
                      <a16:colId xmlns:a16="http://schemas.microsoft.com/office/drawing/2014/main" val="149693097"/>
                    </a:ext>
                  </a:extLst>
                </a:gridCol>
                <a:gridCol w="713417">
                  <a:extLst>
                    <a:ext uri="{9D8B030D-6E8A-4147-A177-3AD203B41FA5}">
                      <a16:colId xmlns:a16="http://schemas.microsoft.com/office/drawing/2014/main" val="3124726241"/>
                    </a:ext>
                  </a:extLst>
                </a:gridCol>
                <a:gridCol w="713417">
                  <a:extLst>
                    <a:ext uri="{9D8B030D-6E8A-4147-A177-3AD203B41FA5}">
                      <a16:colId xmlns:a16="http://schemas.microsoft.com/office/drawing/2014/main" val="2154533912"/>
                    </a:ext>
                  </a:extLst>
                </a:gridCol>
                <a:gridCol w="713417">
                  <a:extLst>
                    <a:ext uri="{9D8B030D-6E8A-4147-A177-3AD203B41FA5}">
                      <a16:colId xmlns:a16="http://schemas.microsoft.com/office/drawing/2014/main" val="2092475998"/>
                    </a:ext>
                  </a:extLst>
                </a:gridCol>
                <a:gridCol w="713417">
                  <a:extLst>
                    <a:ext uri="{9D8B030D-6E8A-4147-A177-3AD203B41FA5}">
                      <a16:colId xmlns:a16="http://schemas.microsoft.com/office/drawing/2014/main" val="3910534623"/>
                    </a:ext>
                  </a:extLst>
                </a:gridCol>
                <a:gridCol w="713417">
                  <a:extLst>
                    <a:ext uri="{9D8B030D-6E8A-4147-A177-3AD203B41FA5}">
                      <a16:colId xmlns:a16="http://schemas.microsoft.com/office/drawing/2014/main" val="1805982607"/>
                    </a:ext>
                  </a:extLst>
                </a:gridCol>
                <a:gridCol w="713417">
                  <a:extLst>
                    <a:ext uri="{9D8B030D-6E8A-4147-A177-3AD203B41FA5}">
                      <a16:colId xmlns:a16="http://schemas.microsoft.com/office/drawing/2014/main" val="3967829655"/>
                    </a:ext>
                  </a:extLst>
                </a:gridCol>
                <a:gridCol w="713417">
                  <a:extLst>
                    <a:ext uri="{9D8B030D-6E8A-4147-A177-3AD203B41FA5}">
                      <a16:colId xmlns:a16="http://schemas.microsoft.com/office/drawing/2014/main" val="169780462"/>
                    </a:ext>
                  </a:extLst>
                </a:gridCol>
                <a:gridCol w="780988">
                  <a:extLst>
                    <a:ext uri="{9D8B030D-6E8A-4147-A177-3AD203B41FA5}">
                      <a16:colId xmlns:a16="http://schemas.microsoft.com/office/drawing/2014/main" val="683431738"/>
                    </a:ext>
                  </a:extLst>
                </a:gridCol>
              </a:tblGrid>
              <a:tr h="578470">
                <a:tc>
                  <a:txBody>
                    <a:bodyPr/>
                    <a:lstStyle/>
                    <a:p>
                      <a:endParaRPr lang="de-DE" sz="1400"/>
                    </a:p>
                  </a:txBody>
                  <a:tcPr/>
                </a:tc>
                <a:tc>
                  <a:txBody>
                    <a:bodyPr/>
                    <a:lstStyle/>
                    <a:p>
                      <a:pPr lvl="0">
                        <a:buNone/>
                      </a:pPr>
                      <a:r>
                        <a:rPr lang="de-DE" sz="1400" err="1"/>
                        <a:t>feeder</a:t>
                      </a:r>
                    </a:p>
                  </a:txBody>
                  <a:tcPr/>
                </a:tc>
                <a:tc>
                  <a:txBody>
                    <a:bodyPr/>
                    <a:lstStyle/>
                    <a:p>
                      <a:pPr marL="0" lvl="0" indent="0" algn="l">
                        <a:lnSpc>
                          <a:spcPct val="100000"/>
                        </a:lnSpc>
                        <a:buNone/>
                      </a:pPr>
                      <a:r>
                        <a:rPr lang="de-DE" sz="1400" b="1" i="0" u="none" strike="noStrike" baseline="0" noProof="0" err="1">
                          <a:solidFill>
                            <a:srgbClr val="FFFFFF"/>
                          </a:solidFill>
                          <a:latin typeface="Arial"/>
                          <a:cs typeface="Arial"/>
                        </a:rPr>
                        <a:t>substation</a:t>
                      </a:r>
                      <a:endParaRPr lang="de-DE" err="1"/>
                    </a:p>
                    <a:p>
                      <a:pPr lvl="0">
                        <a:buNone/>
                      </a:pPr>
                      <a:endParaRPr lang="de-DE" sz="1400"/>
                    </a:p>
                  </a:txBody>
                  <a:tcPr/>
                </a:tc>
                <a:tc>
                  <a:txBody>
                    <a:bodyPr/>
                    <a:lstStyle/>
                    <a:p>
                      <a:r>
                        <a:rPr lang="de-DE" sz="1400"/>
                        <a:t>date</a:t>
                      </a:r>
                    </a:p>
                  </a:txBody>
                  <a:tcPr/>
                </a:tc>
                <a:tc>
                  <a:txBody>
                    <a:bodyPr/>
                    <a:lstStyle/>
                    <a:p>
                      <a:r>
                        <a:rPr lang="de-DE" sz="1400" err="1"/>
                        <a:t>Housing_unit_count</a:t>
                      </a:r>
                    </a:p>
                  </a:txBody>
                  <a:tcPr/>
                </a:tc>
                <a:tc>
                  <a:txBody>
                    <a:bodyPr/>
                    <a:lstStyle/>
                    <a:p>
                      <a:pPr marL="0" lvl="0" indent="0" algn="l">
                        <a:lnSpc>
                          <a:spcPct val="100000"/>
                        </a:lnSpc>
                        <a:buNone/>
                      </a:pPr>
                      <a:r>
                        <a:rPr lang="de-DE" sz="1400" b="1" i="0" u="none" strike="noStrike" baseline="0" noProof="0" err="1">
                          <a:solidFill>
                            <a:srgbClr val="FFFFFF"/>
                          </a:solidFill>
                          <a:latin typeface="Arial"/>
                          <a:cs typeface="Arial"/>
                        </a:rPr>
                        <a:t>industry_and_commerce_count</a:t>
                      </a:r>
                      <a:endParaRPr lang="de-DE" err="1"/>
                    </a:p>
                    <a:p>
                      <a:pPr lvl="0">
                        <a:buNone/>
                      </a:pPr>
                      <a:endParaRPr lang="de-DE" sz="1400"/>
                    </a:p>
                  </a:txBody>
                  <a:tcPr/>
                </a:tc>
                <a:tc>
                  <a:txBody>
                    <a:bodyPr/>
                    <a:lstStyle/>
                    <a:p>
                      <a:pPr marL="0" lvl="0" indent="0" algn="l">
                        <a:lnSpc>
                          <a:spcPct val="100000"/>
                        </a:lnSpc>
                        <a:buNone/>
                      </a:pPr>
                      <a:r>
                        <a:rPr lang="de-DE" sz="1400" b="1" i="0" u="none" strike="noStrike" baseline="0" noProof="0" err="1">
                          <a:solidFill>
                            <a:srgbClr val="FFFFFF"/>
                          </a:solidFill>
                          <a:latin typeface="Arial"/>
                          <a:cs typeface="Arial"/>
                        </a:rPr>
                        <a:t>storage_heaters_kW</a:t>
                      </a:r>
                      <a:endParaRPr lang="de-DE" err="1"/>
                    </a:p>
                    <a:p>
                      <a:pPr lvl="0">
                        <a:buNone/>
                      </a:pPr>
                      <a:endParaRPr lang="de-DE" sz="1400"/>
                    </a:p>
                  </a:txBody>
                  <a:tcPr/>
                </a:tc>
                <a:tc>
                  <a:txBody>
                    <a:bodyPr/>
                    <a:lstStyle/>
                    <a:p>
                      <a:pPr marL="0" lvl="0" indent="0" algn="l">
                        <a:lnSpc>
                          <a:spcPct val="100000"/>
                        </a:lnSpc>
                        <a:buNone/>
                      </a:pPr>
                      <a:r>
                        <a:rPr lang="de-DE" sz="1400" b="1" i="0" u="none" strike="noStrike" baseline="0" noProof="0" err="1">
                          <a:solidFill>
                            <a:srgbClr val="FFFFFF"/>
                          </a:solidFill>
                          <a:latin typeface="Arial"/>
                          <a:cs typeface="Arial"/>
                        </a:rPr>
                        <a:t>heat_pumps_kW</a:t>
                      </a:r>
                      <a:endParaRPr lang="de-DE" err="1"/>
                    </a:p>
                    <a:p>
                      <a:pPr lvl="0">
                        <a:buNone/>
                      </a:pPr>
                      <a:endParaRPr lang="de-DE" sz="1400"/>
                    </a:p>
                  </a:txBody>
                  <a:tcPr/>
                </a:tc>
                <a:tc>
                  <a:txBody>
                    <a:bodyPr/>
                    <a:lstStyle/>
                    <a:p>
                      <a:pPr marL="0" lvl="0" indent="0" algn="l">
                        <a:lnSpc>
                          <a:spcPct val="100000"/>
                        </a:lnSpc>
                        <a:buNone/>
                      </a:pPr>
                      <a:r>
                        <a:rPr lang="de-DE" sz="1400" b="1" i="0" u="none" strike="noStrike" baseline="0" noProof="0" err="1">
                          <a:solidFill>
                            <a:srgbClr val="FFFFFF"/>
                          </a:solidFill>
                          <a:latin typeface="Arial"/>
                          <a:cs typeface="Arial"/>
                        </a:rPr>
                        <a:t>electric_heaters_kW</a:t>
                      </a:r>
                      <a:endParaRPr lang="de-DE" err="1"/>
                    </a:p>
                    <a:p>
                      <a:pPr lvl="0">
                        <a:buNone/>
                      </a:pPr>
                      <a:endParaRPr lang="de-DE" sz="1400"/>
                    </a:p>
                  </a:txBody>
                  <a:tcPr/>
                </a:tc>
                <a:tc>
                  <a:txBody>
                    <a:bodyPr/>
                    <a:lstStyle/>
                    <a:p>
                      <a:pPr marL="0" lvl="0" indent="0" algn="l">
                        <a:lnSpc>
                          <a:spcPct val="100000"/>
                        </a:lnSpc>
                        <a:buNone/>
                      </a:pPr>
                      <a:r>
                        <a:rPr lang="de-DE" sz="1400" b="1" i="0" u="none" strike="noStrike" baseline="0" noProof="0" err="1">
                          <a:solidFill>
                            <a:srgbClr val="FFFFFF"/>
                          </a:solidFill>
                          <a:latin typeface="Arial"/>
                          <a:cs typeface="Arial"/>
                        </a:rPr>
                        <a:t>hot_water_tanks_kW</a:t>
                      </a:r>
                      <a:endParaRPr lang="de-DE" err="1"/>
                    </a:p>
                    <a:p>
                      <a:pPr lvl="0">
                        <a:buNone/>
                      </a:pPr>
                      <a:endParaRPr lang="de-DE" sz="1400"/>
                    </a:p>
                  </a:txBody>
                  <a:tcPr/>
                </a:tc>
                <a:tc>
                  <a:txBody>
                    <a:bodyPr/>
                    <a:lstStyle/>
                    <a:p>
                      <a:pPr marL="0" lvl="0" indent="0" algn="l">
                        <a:lnSpc>
                          <a:spcPct val="100000"/>
                        </a:lnSpc>
                        <a:buNone/>
                      </a:pPr>
                      <a:r>
                        <a:rPr lang="de-DE" sz="1400" b="1" i="0" u="none" strike="noStrike" baseline="0" noProof="0" err="1">
                          <a:solidFill>
                            <a:srgbClr val="FFFFFF"/>
                          </a:solidFill>
                          <a:latin typeface="Arial"/>
                          <a:cs typeface="Arial"/>
                        </a:rPr>
                        <a:t>flow-type_heaters_kW</a:t>
                      </a:r>
                      <a:endParaRPr lang="de-DE" err="1"/>
                    </a:p>
                    <a:p>
                      <a:pPr lvl="0">
                        <a:buNone/>
                      </a:pPr>
                      <a:endParaRPr lang="de-DE" sz="1400"/>
                    </a:p>
                  </a:txBody>
                  <a:tcPr/>
                </a:tc>
                <a:tc>
                  <a:txBody>
                    <a:bodyPr/>
                    <a:lstStyle/>
                    <a:p>
                      <a:pPr marL="0" lvl="0" indent="0" algn="l">
                        <a:lnSpc>
                          <a:spcPct val="100000"/>
                        </a:lnSpc>
                        <a:buNone/>
                      </a:pPr>
                      <a:r>
                        <a:rPr lang="de-DE" sz="1400" b="1" i="0" u="none" strike="noStrike" baseline="0" noProof="0" err="1">
                          <a:solidFill>
                            <a:srgbClr val="FFFFFF"/>
                          </a:solidFill>
                          <a:latin typeface="Arial"/>
                          <a:cs typeface="Arial"/>
                        </a:rPr>
                        <a:t>EV_chargers_kW</a:t>
                      </a:r>
                      <a:endParaRPr lang="de-DE" err="1"/>
                    </a:p>
                    <a:p>
                      <a:pPr lvl="0">
                        <a:buNone/>
                      </a:pPr>
                      <a:endParaRPr lang="de-DE" sz="1400"/>
                    </a:p>
                  </a:txBody>
                  <a:tcPr/>
                </a:tc>
                <a:extLst>
                  <a:ext uri="{0D108BD9-81ED-4DB2-BD59-A6C34878D82A}">
                    <a16:rowId xmlns:a16="http://schemas.microsoft.com/office/drawing/2014/main" val="2441269539"/>
                  </a:ext>
                </a:extLst>
              </a:tr>
              <a:tr h="426027">
                <a:tc>
                  <a:txBody>
                    <a:bodyPr/>
                    <a:lstStyle/>
                    <a:p>
                      <a:r>
                        <a:rPr lang="de-DE" sz="1400"/>
                        <a:t>1</a:t>
                      </a:r>
                    </a:p>
                  </a:txBody>
                  <a:tcPr/>
                </a:tc>
                <a:tc>
                  <a:txBody>
                    <a:bodyPr/>
                    <a:lstStyle/>
                    <a:p>
                      <a:r>
                        <a:rPr lang="de-DE" sz="1400"/>
                        <a:t>0.95-1</a:t>
                      </a:r>
                    </a:p>
                  </a:txBody>
                  <a:tcPr/>
                </a:tc>
                <a:tc>
                  <a:txBody>
                    <a:bodyPr/>
                    <a:lstStyle/>
                    <a:p>
                      <a:r>
                        <a:rPr lang="de-DE" sz="1400"/>
                        <a:t>0.95-1</a:t>
                      </a:r>
                    </a:p>
                  </a:txBody>
                  <a:tcPr/>
                </a:tc>
                <a:tc>
                  <a:txBody>
                    <a:bodyPr/>
                    <a:lstStyle/>
                    <a:p>
                      <a:r>
                        <a:rPr lang="de-DE" sz="1400"/>
                        <a:t>0.80-1</a:t>
                      </a:r>
                    </a:p>
                  </a:txBody>
                  <a:tcPr/>
                </a:tc>
                <a:tc>
                  <a:txBody>
                    <a:bodyPr/>
                    <a:lstStyle/>
                    <a:p>
                      <a:r>
                        <a:rPr lang="de-DE" sz="1400"/>
                        <a:t>0.70-1</a:t>
                      </a:r>
                    </a:p>
                  </a:txBody>
                  <a:tcPr/>
                </a:tc>
                <a:tc>
                  <a:txBody>
                    <a:bodyPr/>
                    <a:lstStyle/>
                    <a:p>
                      <a:r>
                        <a:rPr lang="de-DE" sz="1400"/>
                        <a:t>0.60-1</a:t>
                      </a:r>
                    </a:p>
                  </a:txBody>
                  <a:tcPr/>
                </a:tc>
                <a:tc>
                  <a:txBody>
                    <a:bodyPr/>
                    <a:lstStyle/>
                    <a:p>
                      <a:r>
                        <a:rPr lang="de-DE" sz="1400"/>
                        <a:t>0.50</a:t>
                      </a:r>
                    </a:p>
                  </a:txBody>
                  <a:tcPr/>
                </a:tc>
                <a:tc>
                  <a:txBody>
                    <a:bodyPr/>
                    <a:lstStyle/>
                    <a:p>
                      <a:pPr lvl="0">
                        <a:buNone/>
                      </a:pPr>
                      <a:r>
                        <a:rPr lang="de-DE" sz="1400" b="0" i="0" u="none" strike="noStrike" noProof="0">
                          <a:solidFill>
                            <a:srgbClr val="000000"/>
                          </a:solidFill>
                          <a:latin typeface="Arial"/>
                          <a:cs typeface="Arial"/>
                        </a:rPr>
                        <a:t>0.50</a:t>
                      </a:r>
                    </a:p>
                  </a:txBody>
                  <a:tcPr/>
                </a:tc>
                <a:tc>
                  <a:txBody>
                    <a:bodyPr/>
                    <a:lstStyle/>
                    <a:p>
                      <a:pPr lvl="0">
                        <a:buNone/>
                      </a:pPr>
                      <a:r>
                        <a:rPr lang="de-DE" sz="1400" b="0" i="0" u="none" strike="noStrike" noProof="0">
                          <a:solidFill>
                            <a:srgbClr val="000000"/>
                          </a:solidFill>
                          <a:latin typeface="Arial"/>
                          <a:cs typeface="Arial"/>
                        </a:rPr>
                        <a:t>0.50</a:t>
                      </a:r>
                    </a:p>
                  </a:txBody>
                  <a:tcPr/>
                </a:tc>
                <a:tc>
                  <a:txBody>
                    <a:bodyPr/>
                    <a:lstStyle/>
                    <a:p>
                      <a:pPr lvl="0">
                        <a:buNone/>
                      </a:pPr>
                      <a:r>
                        <a:rPr lang="de-DE" sz="1400" b="0" i="0" u="none" strike="noStrike" noProof="0">
                          <a:solidFill>
                            <a:srgbClr val="000000"/>
                          </a:solidFill>
                          <a:latin typeface="Arial"/>
                          <a:cs typeface="Arial"/>
                        </a:rPr>
                        <a:t>0.50</a:t>
                      </a:r>
                    </a:p>
                  </a:txBody>
                  <a:tcPr/>
                </a:tc>
                <a:tc>
                  <a:txBody>
                    <a:bodyPr/>
                    <a:lstStyle/>
                    <a:p>
                      <a:pPr lvl="0">
                        <a:buNone/>
                      </a:pPr>
                      <a:r>
                        <a:rPr lang="de-DE" sz="1400" b="0" i="0" u="none" strike="noStrike" noProof="0">
                          <a:solidFill>
                            <a:srgbClr val="000000"/>
                          </a:solidFill>
                          <a:latin typeface="Arial"/>
                          <a:cs typeface="Arial"/>
                        </a:rPr>
                        <a:t>0.50</a:t>
                      </a:r>
                    </a:p>
                  </a:txBody>
                  <a:tcPr/>
                </a:tc>
                <a:tc>
                  <a:txBody>
                    <a:bodyPr/>
                    <a:lstStyle/>
                    <a:p>
                      <a:pPr lvl="0">
                        <a:buNone/>
                      </a:pPr>
                      <a:r>
                        <a:rPr lang="de-DE" sz="1400" b="0" i="0" u="none" strike="noStrike" noProof="0">
                          <a:solidFill>
                            <a:srgbClr val="000000"/>
                          </a:solidFill>
                          <a:latin typeface="Arial"/>
                          <a:cs typeface="Arial"/>
                        </a:rPr>
                        <a:t>0.50</a:t>
                      </a:r>
                    </a:p>
                  </a:txBody>
                  <a:tcPr/>
                </a:tc>
                <a:extLst>
                  <a:ext uri="{0D108BD9-81ED-4DB2-BD59-A6C34878D82A}">
                    <a16:rowId xmlns:a16="http://schemas.microsoft.com/office/drawing/2014/main" val="43103680"/>
                  </a:ext>
                </a:extLst>
              </a:tr>
              <a:tr h="368709">
                <a:tc>
                  <a:txBody>
                    <a:bodyPr/>
                    <a:lstStyle/>
                    <a:p>
                      <a:r>
                        <a:rPr lang="de-DE" sz="1400"/>
                        <a:t>2</a:t>
                      </a:r>
                    </a:p>
                  </a:txBody>
                  <a:tcPr/>
                </a:tc>
                <a:tc>
                  <a:txBody>
                    <a:bodyPr/>
                    <a:lstStyle/>
                    <a:p>
                      <a:r>
                        <a:rPr lang="de-DE" sz="1400"/>
                        <a:t>1.00-1</a:t>
                      </a:r>
                    </a:p>
                  </a:txBody>
                  <a:tcPr/>
                </a:tc>
                <a:tc>
                  <a:txBody>
                    <a:bodyPr/>
                    <a:lstStyle/>
                    <a:p>
                      <a:r>
                        <a:rPr lang="de-DE" sz="1400"/>
                        <a:t>1.00-1</a:t>
                      </a:r>
                    </a:p>
                  </a:txBody>
                  <a:tcPr/>
                </a:tc>
                <a:tc>
                  <a:txBody>
                    <a:bodyPr/>
                    <a:lstStyle/>
                    <a:p>
                      <a:r>
                        <a:rPr lang="de-DE" sz="1400"/>
                        <a:t>0.95</a:t>
                      </a:r>
                    </a:p>
                  </a:txBody>
                  <a:tcPr/>
                </a:tc>
                <a:tc>
                  <a:txBody>
                    <a:bodyPr/>
                    <a:lstStyle/>
                    <a:p>
                      <a:r>
                        <a:rPr lang="de-DE" sz="1400"/>
                        <a:t>0.80</a:t>
                      </a:r>
                    </a:p>
                  </a:txBody>
                  <a:tcPr/>
                </a:tc>
                <a:tc>
                  <a:txBody>
                    <a:bodyPr/>
                    <a:lstStyle/>
                    <a:p>
                      <a:r>
                        <a:rPr lang="de-DE" sz="1400"/>
                        <a:t>0.85</a:t>
                      </a:r>
                    </a:p>
                  </a:txBody>
                  <a:tcPr/>
                </a:tc>
                <a:tc>
                  <a:txBody>
                    <a:bodyPr/>
                    <a:lstStyle/>
                    <a:p>
                      <a:r>
                        <a:rPr lang="de-DE" sz="1400"/>
                        <a:t>0.70</a:t>
                      </a:r>
                    </a:p>
                  </a:txBody>
                  <a:tcPr/>
                </a:tc>
                <a:tc>
                  <a:txBody>
                    <a:bodyPr/>
                    <a:lstStyle/>
                    <a:p>
                      <a:r>
                        <a:rPr lang="de-DE" sz="1400"/>
                        <a:t>0.70</a:t>
                      </a:r>
                    </a:p>
                  </a:txBody>
                  <a:tcPr/>
                </a:tc>
                <a:tc>
                  <a:txBody>
                    <a:bodyPr/>
                    <a:lstStyle/>
                    <a:p>
                      <a:r>
                        <a:rPr lang="de-DE" sz="1400"/>
                        <a:t>0.70</a:t>
                      </a:r>
                    </a:p>
                  </a:txBody>
                  <a:tcPr/>
                </a:tc>
                <a:tc>
                  <a:txBody>
                    <a:bodyPr/>
                    <a:lstStyle/>
                    <a:p>
                      <a:r>
                        <a:rPr lang="de-DE" sz="1400"/>
                        <a:t>0.70</a:t>
                      </a:r>
                    </a:p>
                  </a:txBody>
                  <a:tcPr/>
                </a:tc>
                <a:tc>
                  <a:txBody>
                    <a:bodyPr/>
                    <a:lstStyle/>
                    <a:p>
                      <a:pPr lvl="0">
                        <a:buNone/>
                      </a:pPr>
                      <a:r>
                        <a:rPr lang="de-DE" sz="1400"/>
                        <a:t>0.70</a:t>
                      </a:r>
                    </a:p>
                  </a:txBody>
                  <a:tcPr/>
                </a:tc>
                <a:tc>
                  <a:txBody>
                    <a:bodyPr/>
                    <a:lstStyle/>
                    <a:p>
                      <a:pPr lvl="0">
                        <a:buNone/>
                      </a:pPr>
                      <a:r>
                        <a:rPr lang="de-DE" sz="1400"/>
                        <a:t>0.70</a:t>
                      </a:r>
                    </a:p>
                  </a:txBody>
                  <a:tcPr/>
                </a:tc>
                <a:extLst>
                  <a:ext uri="{0D108BD9-81ED-4DB2-BD59-A6C34878D82A}">
                    <a16:rowId xmlns:a16="http://schemas.microsoft.com/office/drawing/2014/main" val="3187255955"/>
                  </a:ext>
                </a:extLst>
              </a:tr>
              <a:tr h="405245">
                <a:tc>
                  <a:txBody>
                    <a:bodyPr/>
                    <a:lstStyle/>
                    <a:p>
                      <a:pPr lvl="0">
                        <a:buNone/>
                      </a:pPr>
                      <a:r>
                        <a:rPr lang="de-DE" sz="1400"/>
                        <a:t>3</a:t>
                      </a:r>
                    </a:p>
                  </a:txBody>
                  <a:tcPr/>
                </a:tc>
                <a:tc>
                  <a:txBody>
                    <a:bodyPr/>
                    <a:lstStyle/>
                    <a:p>
                      <a:pPr lvl="0">
                        <a:buNone/>
                      </a:pPr>
                      <a:r>
                        <a:rPr lang="de-DE" sz="1400"/>
                        <a:t>0</a:t>
                      </a:r>
                    </a:p>
                  </a:txBody>
                  <a:tcPr/>
                </a:tc>
                <a:tc>
                  <a:txBody>
                    <a:bodyPr/>
                    <a:lstStyle/>
                    <a:p>
                      <a:pPr lvl="0">
                        <a:buNone/>
                      </a:pPr>
                      <a:r>
                        <a:rPr lang="de-DE" sz="1400"/>
                        <a:t>0</a:t>
                      </a:r>
                    </a:p>
                  </a:txBody>
                  <a:tcPr/>
                </a:tc>
                <a:tc>
                  <a:txBody>
                    <a:bodyPr/>
                    <a:lstStyle/>
                    <a:p>
                      <a:pPr lvl="0">
                        <a:buNone/>
                      </a:pPr>
                      <a:r>
                        <a:rPr lang="de-DE" sz="1400"/>
                        <a:t>0</a:t>
                      </a:r>
                    </a:p>
                  </a:txBody>
                  <a:tcPr/>
                </a:tc>
                <a:tc>
                  <a:txBody>
                    <a:bodyPr/>
                    <a:lstStyle/>
                    <a:p>
                      <a:pPr lvl="0">
                        <a:buNone/>
                      </a:pPr>
                      <a:r>
                        <a:rPr lang="de-DE" sz="1400"/>
                        <a:t>0</a:t>
                      </a:r>
                    </a:p>
                  </a:txBody>
                  <a:tcPr/>
                </a:tc>
                <a:tc>
                  <a:txBody>
                    <a:bodyPr/>
                    <a:lstStyle/>
                    <a:p>
                      <a:pPr lvl="0">
                        <a:buNone/>
                      </a:pPr>
                      <a:r>
                        <a:rPr lang="de-DE" sz="1400"/>
                        <a:t>0</a:t>
                      </a:r>
                    </a:p>
                  </a:txBody>
                  <a:tcPr/>
                </a:tc>
                <a:tc>
                  <a:txBody>
                    <a:bodyPr/>
                    <a:lstStyle/>
                    <a:p>
                      <a:pPr lvl="0">
                        <a:buNone/>
                      </a:pPr>
                      <a:r>
                        <a:rPr lang="de-DE" sz="1400" b="0" i="0" u="none" strike="noStrike" noProof="0">
                          <a:solidFill>
                            <a:srgbClr val="000000"/>
                          </a:solidFill>
                          <a:latin typeface="Arial"/>
                          <a:cs typeface="Arial"/>
                        </a:rPr>
                        <a:t>0</a:t>
                      </a:r>
                    </a:p>
                  </a:txBody>
                  <a:tcPr/>
                </a:tc>
                <a:tc>
                  <a:txBody>
                    <a:bodyPr/>
                    <a:lstStyle/>
                    <a:p>
                      <a:pPr lvl="0">
                        <a:buNone/>
                      </a:pPr>
                      <a:r>
                        <a:rPr lang="de-DE" sz="1400" b="0" i="0" u="none" strike="noStrike" noProof="0">
                          <a:solidFill>
                            <a:srgbClr val="000000"/>
                          </a:solidFill>
                          <a:latin typeface="Arial"/>
                          <a:cs typeface="Arial"/>
                        </a:rPr>
                        <a:t>0</a:t>
                      </a:r>
                    </a:p>
                  </a:txBody>
                  <a:tcPr/>
                </a:tc>
                <a:tc>
                  <a:txBody>
                    <a:bodyPr/>
                    <a:lstStyle/>
                    <a:p>
                      <a:pPr lvl="0">
                        <a:buNone/>
                      </a:pPr>
                      <a:r>
                        <a:rPr lang="de-DE" sz="1400" b="0" i="0" u="none" strike="noStrike" noProof="0">
                          <a:solidFill>
                            <a:srgbClr val="000000"/>
                          </a:solidFill>
                          <a:latin typeface="Arial"/>
                          <a:cs typeface="Arial"/>
                        </a:rPr>
                        <a:t>0</a:t>
                      </a:r>
                    </a:p>
                  </a:txBody>
                  <a:tcPr/>
                </a:tc>
                <a:tc>
                  <a:txBody>
                    <a:bodyPr/>
                    <a:lstStyle/>
                    <a:p>
                      <a:pPr lvl="0">
                        <a:buNone/>
                      </a:pPr>
                      <a:r>
                        <a:rPr lang="de-DE" sz="1400" b="0" i="0" u="none" strike="noStrike" noProof="0">
                          <a:solidFill>
                            <a:srgbClr val="000000"/>
                          </a:solidFill>
                          <a:latin typeface="Arial"/>
                          <a:cs typeface="Arial"/>
                        </a:rPr>
                        <a:t>0</a:t>
                      </a:r>
                    </a:p>
                  </a:txBody>
                  <a:tcPr/>
                </a:tc>
                <a:tc>
                  <a:txBody>
                    <a:bodyPr/>
                    <a:lstStyle/>
                    <a:p>
                      <a:pPr lvl="0">
                        <a:buNone/>
                      </a:pPr>
                      <a:r>
                        <a:rPr lang="de-DE" sz="1400" b="0" i="0" u="none" strike="noStrike" noProof="0">
                          <a:solidFill>
                            <a:srgbClr val="000000"/>
                          </a:solidFill>
                          <a:latin typeface="Arial"/>
                          <a:cs typeface="Arial"/>
                        </a:rPr>
                        <a:t>0</a:t>
                      </a:r>
                    </a:p>
                  </a:txBody>
                  <a:tcPr/>
                </a:tc>
                <a:tc>
                  <a:txBody>
                    <a:bodyPr/>
                    <a:lstStyle/>
                    <a:p>
                      <a:pPr lvl="0">
                        <a:buNone/>
                      </a:pPr>
                      <a:r>
                        <a:rPr lang="de-DE" sz="1400" b="0" i="0" u="none" strike="noStrike" noProof="0">
                          <a:solidFill>
                            <a:srgbClr val="000000"/>
                          </a:solidFill>
                          <a:latin typeface="Arial"/>
                          <a:cs typeface="Arial"/>
                        </a:rPr>
                        <a:t>0</a:t>
                      </a:r>
                    </a:p>
                  </a:txBody>
                  <a:tcPr/>
                </a:tc>
                <a:extLst>
                  <a:ext uri="{0D108BD9-81ED-4DB2-BD59-A6C34878D82A}">
                    <a16:rowId xmlns:a16="http://schemas.microsoft.com/office/drawing/2014/main" val="3901482368"/>
                  </a:ext>
                </a:extLst>
              </a:tr>
              <a:tr h="405245">
                <a:tc>
                  <a:txBody>
                    <a:bodyPr/>
                    <a:lstStyle/>
                    <a:p>
                      <a:pPr lvl="0">
                        <a:buNone/>
                      </a:pPr>
                      <a:r>
                        <a:rPr lang="de-DE" sz="1400"/>
                        <a:t>4</a:t>
                      </a:r>
                    </a:p>
                  </a:txBody>
                  <a:tcPr/>
                </a:tc>
                <a:tc>
                  <a:txBody>
                    <a:bodyPr/>
                    <a:lstStyle/>
                    <a:p>
                      <a:pPr lvl="0">
                        <a:buNone/>
                      </a:pPr>
                      <a:r>
                        <a:rPr lang="de-DE" sz="1400"/>
                        <a:t>0</a:t>
                      </a:r>
                    </a:p>
                  </a:txBody>
                  <a:tcPr/>
                </a:tc>
                <a:tc>
                  <a:txBody>
                    <a:bodyPr/>
                    <a:lstStyle/>
                    <a:p>
                      <a:pPr lvl="0">
                        <a:buNone/>
                      </a:pPr>
                      <a:r>
                        <a:rPr lang="de-DE" sz="1400"/>
                        <a:t>0</a:t>
                      </a:r>
                    </a:p>
                  </a:txBody>
                  <a:tcPr/>
                </a:tc>
                <a:tc>
                  <a:txBody>
                    <a:bodyPr/>
                    <a:lstStyle/>
                    <a:p>
                      <a:pPr lvl="0">
                        <a:buNone/>
                      </a:pPr>
                      <a:r>
                        <a:rPr lang="de-DE" sz="1400"/>
                        <a:t>0</a:t>
                      </a:r>
                    </a:p>
                  </a:txBody>
                  <a:tcPr/>
                </a:tc>
                <a:tc>
                  <a:txBody>
                    <a:bodyPr/>
                    <a:lstStyle/>
                    <a:p>
                      <a:pPr lvl="0">
                        <a:buNone/>
                      </a:pPr>
                      <a:r>
                        <a:rPr lang="de-DE" sz="1400"/>
                        <a:t>0</a:t>
                      </a:r>
                    </a:p>
                  </a:txBody>
                  <a:tcPr/>
                </a:tc>
                <a:tc>
                  <a:txBody>
                    <a:bodyPr/>
                    <a:lstStyle/>
                    <a:p>
                      <a:pPr lvl="0">
                        <a:buNone/>
                      </a:pPr>
                      <a:r>
                        <a:rPr lang="de-DE" sz="1400"/>
                        <a:t>0</a:t>
                      </a:r>
                    </a:p>
                  </a:txBody>
                  <a:tcPr/>
                </a:tc>
                <a:tc>
                  <a:txBody>
                    <a:bodyPr/>
                    <a:lstStyle/>
                    <a:p>
                      <a:pPr lvl="0">
                        <a:buNone/>
                      </a:pPr>
                      <a:r>
                        <a:rPr lang="de-DE" sz="1400"/>
                        <a:t>0</a:t>
                      </a:r>
                    </a:p>
                  </a:txBody>
                  <a:tcPr/>
                </a:tc>
                <a:tc>
                  <a:txBody>
                    <a:bodyPr/>
                    <a:lstStyle/>
                    <a:p>
                      <a:pPr lvl="0">
                        <a:buNone/>
                      </a:pPr>
                      <a:r>
                        <a:rPr lang="de-DE" sz="1400"/>
                        <a:t>0</a:t>
                      </a:r>
                    </a:p>
                  </a:txBody>
                  <a:tcPr/>
                </a:tc>
                <a:tc>
                  <a:txBody>
                    <a:bodyPr/>
                    <a:lstStyle/>
                    <a:p>
                      <a:pPr lvl="0">
                        <a:buNone/>
                      </a:pPr>
                      <a:r>
                        <a:rPr lang="de-DE" sz="1400"/>
                        <a:t>0</a:t>
                      </a:r>
                    </a:p>
                  </a:txBody>
                  <a:tcPr/>
                </a:tc>
                <a:tc>
                  <a:txBody>
                    <a:bodyPr/>
                    <a:lstStyle/>
                    <a:p>
                      <a:pPr lvl="0">
                        <a:buNone/>
                      </a:pPr>
                      <a:r>
                        <a:rPr lang="de-DE" sz="1400"/>
                        <a:t>0</a:t>
                      </a:r>
                    </a:p>
                  </a:txBody>
                  <a:tcPr/>
                </a:tc>
                <a:tc>
                  <a:txBody>
                    <a:bodyPr/>
                    <a:lstStyle/>
                    <a:p>
                      <a:pPr lvl="0">
                        <a:buNone/>
                      </a:pPr>
                      <a:r>
                        <a:rPr lang="de-DE" sz="1400"/>
                        <a:t>0</a:t>
                      </a:r>
                    </a:p>
                  </a:txBody>
                  <a:tcPr/>
                </a:tc>
                <a:tc>
                  <a:txBody>
                    <a:bodyPr/>
                    <a:lstStyle/>
                    <a:p>
                      <a:pPr lvl="0">
                        <a:buNone/>
                      </a:pPr>
                      <a:r>
                        <a:rPr lang="de-DE" sz="1400"/>
                        <a:t>0</a:t>
                      </a:r>
                    </a:p>
                  </a:txBody>
                  <a:tcPr/>
                </a:tc>
                <a:extLst>
                  <a:ext uri="{0D108BD9-81ED-4DB2-BD59-A6C34878D82A}">
                    <a16:rowId xmlns:a16="http://schemas.microsoft.com/office/drawing/2014/main" val="1382547422"/>
                  </a:ext>
                </a:extLst>
              </a:tr>
              <a:tr h="405245">
                <a:tc>
                  <a:txBody>
                    <a:bodyPr/>
                    <a:lstStyle/>
                    <a:p>
                      <a:pPr lvl="0">
                        <a:buNone/>
                      </a:pPr>
                      <a:r>
                        <a:rPr lang="de-DE" sz="1400"/>
                        <a:t>5</a:t>
                      </a:r>
                    </a:p>
                  </a:txBody>
                  <a:tcPr/>
                </a:tc>
                <a:tc>
                  <a:txBody>
                    <a:bodyPr/>
                    <a:lstStyle/>
                    <a:p>
                      <a:pPr lvl="0">
                        <a:buNone/>
                      </a:pPr>
                      <a:r>
                        <a:rPr lang="de-DE" sz="1400"/>
                        <a:t>0</a:t>
                      </a:r>
                    </a:p>
                  </a:txBody>
                  <a:tcPr/>
                </a:tc>
                <a:tc>
                  <a:txBody>
                    <a:bodyPr/>
                    <a:lstStyle/>
                    <a:p>
                      <a:pPr lvl="0">
                        <a:buNone/>
                      </a:pPr>
                      <a:r>
                        <a:rPr lang="de-DE" sz="1400"/>
                        <a:t>0</a:t>
                      </a:r>
                    </a:p>
                  </a:txBody>
                  <a:tcPr/>
                </a:tc>
                <a:tc>
                  <a:txBody>
                    <a:bodyPr/>
                    <a:lstStyle/>
                    <a:p>
                      <a:pPr lvl="0">
                        <a:buNone/>
                      </a:pPr>
                      <a:r>
                        <a:rPr lang="de-DE" sz="1400"/>
                        <a:t>0</a:t>
                      </a:r>
                    </a:p>
                  </a:txBody>
                  <a:tcPr/>
                </a:tc>
                <a:tc>
                  <a:txBody>
                    <a:bodyPr/>
                    <a:lstStyle/>
                    <a:p>
                      <a:pPr lvl="0">
                        <a:buNone/>
                      </a:pPr>
                      <a:r>
                        <a:rPr lang="de-DE" sz="1400"/>
                        <a:t>0</a:t>
                      </a:r>
                    </a:p>
                  </a:txBody>
                  <a:tcPr/>
                </a:tc>
                <a:tc>
                  <a:txBody>
                    <a:bodyPr/>
                    <a:lstStyle/>
                    <a:p>
                      <a:pPr lvl="0">
                        <a:buNone/>
                      </a:pPr>
                      <a:r>
                        <a:rPr lang="de-DE" sz="1400"/>
                        <a:t>0</a:t>
                      </a:r>
                    </a:p>
                  </a:txBody>
                  <a:tcPr/>
                </a:tc>
                <a:tc>
                  <a:txBody>
                    <a:bodyPr/>
                    <a:lstStyle/>
                    <a:p>
                      <a:pPr lvl="0">
                        <a:buNone/>
                      </a:pPr>
                      <a:r>
                        <a:rPr lang="de-DE" sz="1400"/>
                        <a:t>0</a:t>
                      </a:r>
                    </a:p>
                  </a:txBody>
                  <a:tcPr/>
                </a:tc>
                <a:tc>
                  <a:txBody>
                    <a:bodyPr/>
                    <a:lstStyle/>
                    <a:p>
                      <a:pPr lvl="0">
                        <a:buNone/>
                      </a:pPr>
                      <a:r>
                        <a:rPr lang="de-DE" sz="1400"/>
                        <a:t>0</a:t>
                      </a:r>
                    </a:p>
                  </a:txBody>
                  <a:tcPr/>
                </a:tc>
                <a:tc>
                  <a:txBody>
                    <a:bodyPr/>
                    <a:lstStyle/>
                    <a:p>
                      <a:pPr lvl="0">
                        <a:buNone/>
                      </a:pPr>
                      <a:r>
                        <a:rPr lang="de-DE" sz="1400"/>
                        <a:t>0</a:t>
                      </a:r>
                    </a:p>
                  </a:txBody>
                  <a:tcPr/>
                </a:tc>
                <a:tc>
                  <a:txBody>
                    <a:bodyPr/>
                    <a:lstStyle/>
                    <a:p>
                      <a:pPr lvl="0">
                        <a:buNone/>
                      </a:pPr>
                      <a:r>
                        <a:rPr lang="de-DE" sz="1400"/>
                        <a:t>0</a:t>
                      </a:r>
                    </a:p>
                  </a:txBody>
                  <a:tcPr/>
                </a:tc>
                <a:tc>
                  <a:txBody>
                    <a:bodyPr/>
                    <a:lstStyle/>
                    <a:p>
                      <a:pPr lvl="0">
                        <a:buNone/>
                      </a:pPr>
                      <a:r>
                        <a:rPr lang="de-DE" sz="1400"/>
                        <a:t>0</a:t>
                      </a:r>
                    </a:p>
                  </a:txBody>
                  <a:tcPr/>
                </a:tc>
                <a:tc>
                  <a:txBody>
                    <a:bodyPr/>
                    <a:lstStyle/>
                    <a:p>
                      <a:pPr lvl="0">
                        <a:buNone/>
                      </a:pPr>
                      <a:r>
                        <a:rPr lang="de-DE" sz="1400"/>
                        <a:t>0</a:t>
                      </a:r>
                    </a:p>
                  </a:txBody>
                  <a:tcPr/>
                </a:tc>
                <a:extLst>
                  <a:ext uri="{0D108BD9-81ED-4DB2-BD59-A6C34878D82A}">
                    <a16:rowId xmlns:a16="http://schemas.microsoft.com/office/drawing/2014/main" val="1599548848"/>
                  </a:ext>
                </a:extLst>
              </a:tr>
              <a:tr h="405245">
                <a:tc>
                  <a:txBody>
                    <a:bodyPr/>
                    <a:lstStyle/>
                    <a:p>
                      <a:pPr lvl="0">
                        <a:buNone/>
                      </a:pPr>
                      <a:r>
                        <a:rPr lang="de-DE" sz="1400"/>
                        <a:t>6</a:t>
                      </a:r>
                    </a:p>
                  </a:txBody>
                  <a:tcPr/>
                </a:tc>
                <a:tc>
                  <a:txBody>
                    <a:bodyPr/>
                    <a:lstStyle/>
                    <a:p>
                      <a:pPr lvl="0">
                        <a:buNone/>
                      </a:pPr>
                      <a:r>
                        <a:rPr lang="de-DE" sz="1400"/>
                        <a:t>0-1</a:t>
                      </a:r>
                    </a:p>
                  </a:txBody>
                  <a:tcPr/>
                </a:tc>
                <a:tc>
                  <a:txBody>
                    <a:bodyPr/>
                    <a:lstStyle/>
                    <a:p>
                      <a:pPr lvl="0">
                        <a:buNone/>
                      </a:pPr>
                      <a:r>
                        <a:rPr lang="de-DE" sz="1400"/>
                        <a:t>0-1</a:t>
                      </a:r>
                    </a:p>
                  </a:txBody>
                  <a:tcPr/>
                </a:tc>
                <a:tc>
                  <a:txBody>
                    <a:bodyPr/>
                    <a:lstStyle/>
                    <a:p>
                      <a:pPr lvl="0">
                        <a:buNone/>
                      </a:pPr>
                      <a:r>
                        <a:rPr lang="de-DE" sz="1400"/>
                        <a:t>0-1</a:t>
                      </a:r>
                    </a:p>
                  </a:txBody>
                  <a:tcPr/>
                </a:tc>
                <a:tc>
                  <a:txBody>
                    <a:bodyPr/>
                    <a:lstStyle/>
                    <a:p>
                      <a:pPr lvl="0">
                        <a:buNone/>
                      </a:pPr>
                      <a:r>
                        <a:rPr lang="de-DE" sz="1400"/>
                        <a:t>0.30</a:t>
                      </a:r>
                    </a:p>
                  </a:txBody>
                  <a:tcPr/>
                </a:tc>
                <a:tc>
                  <a:txBody>
                    <a:bodyPr/>
                    <a:lstStyle/>
                    <a:p>
                      <a:pPr lvl="0">
                        <a:buNone/>
                      </a:pPr>
                      <a:r>
                        <a:rPr lang="de-DE" sz="1400"/>
                        <a:t>0.30</a:t>
                      </a:r>
                    </a:p>
                  </a:txBody>
                  <a:tcPr/>
                </a:tc>
                <a:tc>
                  <a:txBody>
                    <a:bodyPr/>
                    <a:lstStyle/>
                    <a:p>
                      <a:pPr lvl="0">
                        <a:buNone/>
                      </a:pPr>
                      <a:r>
                        <a:rPr lang="de-DE" sz="1400"/>
                        <a:t>0.50</a:t>
                      </a:r>
                    </a:p>
                  </a:txBody>
                  <a:tcPr/>
                </a:tc>
                <a:tc>
                  <a:txBody>
                    <a:bodyPr/>
                    <a:lstStyle/>
                    <a:p>
                      <a:pPr lvl="0">
                        <a:buNone/>
                      </a:pPr>
                      <a:r>
                        <a:rPr lang="de-DE" sz="1400"/>
                        <a:t>0.50</a:t>
                      </a:r>
                      <a:endParaRPr lang="en-US"/>
                    </a:p>
                  </a:txBody>
                  <a:tcPr/>
                </a:tc>
                <a:tc>
                  <a:txBody>
                    <a:bodyPr/>
                    <a:lstStyle/>
                    <a:p>
                      <a:pPr lvl="0">
                        <a:buNone/>
                      </a:pPr>
                      <a:r>
                        <a:rPr lang="de-DE" sz="1400"/>
                        <a:t>0.50</a:t>
                      </a:r>
                    </a:p>
                  </a:txBody>
                  <a:tcPr/>
                </a:tc>
                <a:tc>
                  <a:txBody>
                    <a:bodyPr/>
                    <a:lstStyle/>
                    <a:p>
                      <a:pPr lvl="0">
                        <a:buNone/>
                      </a:pPr>
                      <a:r>
                        <a:rPr lang="de-DE" sz="1400"/>
                        <a:t>0.50</a:t>
                      </a:r>
                    </a:p>
                  </a:txBody>
                  <a:tcPr/>
                </a:tc>
                <a:tc>
                  <a:txBody>
                    <a:bodyPr/>
                    <a:lstStyle/>
                    <a:p>
                      <a:pPr lvl="0">
                        <a:buNone/>
                      </a:pPr>
                      <a:r>
                        <a:rPr lang="de-DE" sz="1400"/>
                        <a:t>0.50</a:t>
                      </a:r>
                    </a:p>
                  </a:txBody>
                  <a:tcPr/>
                </a:tc>
                <a:tc>
                  <a:txBody>
                    <a:bodyPr/>
                    <a:lstStyle/>
                    <a:p>
                      <a:pPr lvl="0">
                        <a:buNone/>
                      </a:pPr>
                      <a:r>
                        <a:rPr lang="de-DE" sz="1400"/>
                        <a:t>0.50</a:t>
                      </a:r>
                    </a:p>
                  </a:txBody>
                  <a:tcPr/>
                </a:tc>
                <a:extLst>
                  <a:ext uri="{0D108BD9-81ED-4DB2-BD59-A6C34878D82A}">
                    <a16:rowId xmlns:a16="http://schemas.microsoft.com/office/drawing/2014/main" val="2701468708"/>
                  </a:ext>
                </a:extLst>
              </a:tr>
            </a:tbl>
          </a:graphicData>
        </a:graphic>
      </p:graphicFrame>
      <p:graphicFrame>
        <p:nvGraphicFramePr>
          <p:cNvPr id="6" name="Tabelle 5">
            <a:extLst>
              <a:ext uri="{FF2B5EF4-FFF2-40B4-BE49-F238E27FC236}">
                <a16:creationId xmlns:a16="http://schemas.microsoft.com/office/drawing/2014/main" id="{D70BAF5E-53D5-F7A4-FDFF-D20AD234A5A4}"/>
              </a:ext>
            </a:extLst>
          </p:cNvPr>
          <p:cNvGraphicFramePr>
            <a:graphicFrameLocks noGrp="1"/>
          </p:cNvGraphicFramePr>
          <p:nvPr>
            <p:extLst>
              <p:ext uri="{D42A27DB-BD31-4B8C-83A1-F6EECF244321}">
                <p14:modId xmlns:p14="http://schemas.microsoft.com/office/powerpoint/2010/main" val="1837963087"/>
              </p:ext>
            </p:extLst>
          </p:nvPr>
        </p:nvGraphicFramePr>
        <p:xfrm>
          <a:off x="288607" y="5105550"/>
          <a:ext cx="8553444" cy="3596633"/>
        </p:xfrm>
        <a:graphic>
          <a:graphicData uri="http://schemas.openxmlformats.org/drawingml/2006/table">
            <a:tbl>
              <a:tblPr firstRow="1" bandRow="1">
                <a:tableStyleId>{5C22544A-7EE6-4342-B048-85BDC9FD1C3A}</a:tableStyleId>
              </a:tblPr>
              <a:tblGrid>
                <a:gridCol w="712787">
                  <a:extLst>
                    <a:ext uri="{9D8B030D-6E8A-4147-A177-3AD203B41FA5}">
                      <a16:colId xmlns:a16="http://schemas.microsoft.com/office/drawing/2014/main" val="894150566"/>
                    </a:ext>
                  </a:extLst>
                </a:gridCol>
                <a:gridCol w="712787">
                  <a:extLst>
                    <a:ext uri="{9D8B030D-6E8A-4147-A177-3AD203B41FA5}">
                      <a16:colId xmlns:a16="http://schemas.microsoft.com/office/drawing/2014/main" val="4010572092"/>
                    </a:ext>
                  </a:extLst>
                </a:gridCol>
                <a:gridCol w="712787">
                  <a:extLst>
                    <a:ext uri="{9D8B030D-6E8A-4147-A177-3AD203B41FA5}">
                      <a16:colId xmlns:a16="http://schemas.microsoft.com/office/drawing/2014/main" val="3271437378"/>
                    </a:ext>
                  </a:extLst>
                </a:gridCol>
                <a:gridCol w="712787">
                  <a:extLst>
                    <a:ext uri="{9D8B030D-6E8A-4147-A177-3AD203B41FA5}">
                      <a16:colId xmlns:a16="http://schemas.microsoft.com/office/drawing/2014/main" val="3580078458"/>
                    </a:ext>
                  </a:extLst>
                </a:gridCol>
                <a:gridCol w="712787">
                  <a:extLst>
                    <a:ext uri="{9D8B030D-6E8A-4147-A177-3AD203B41FA5}">
                      <a16:colId xmlns:a16="http://schemas.microsoft.com/office/drawing/2014/main" val="2224828075"/>
                    </a:ext>
                  </a:extLst>
                </a:gridCol>
                <a:gridCol w="712787">
                  <a:extLst>
                    <a:ext uri="{9D8B030D-6E8A-4147-A177-3AD203B41FA5}">
                      <a16:colId xmlns:a16="http://schemas.microsoft.com/office/drawing/2014/main" val="3053313761"/>
                    </a:ext>
                  </a:extLst>
                </a:gridCol>
                <a:gridCol w="712787">
                  <a:extLst>
                    <a:ext uri="{9D8B030D-6E8A-4147-A177-3AD203B41FA5}">
                      <a16:colId xmlns:a16="http://schemas.microsoft.com/office/drawing/2014/main" val="2014364257"/>
                    </a:ext>
                  </a:extLst>
                </a:gridCol>
                <a:gridCol w="712787">
                  <a:extLst>
                    <a:ext uri="{9D8B030D-6E8A-4147-A177-3AD203B41FA5}">
                      <a16:colId xmlns:a16="http://schemas.microsoft.com/office/drawing/2014/main" val="1831583623"/>
                    </a:ext>
                  </a:extLst>
                </a:gridCol>
                <a:gridCol w="712787">
                  <a:extLst>
                    <a:ext uri="{9D8B030D-6E8A-4147-A177-3AD203B41FA5}">
                      <a16:colId xmlns:a16="http://schemas.microsoft.com/office/drawing/2014/main" val="3705079698"/>
                    </a:ext>
                  </a:extLst>
                </a:gridCol>
                <a:gridCol w="712787">
                  <a:extLst>
                    <a:ext uri="{9D8B030D-6E8A-4147-A177-3AD203B41FA5}">
                      <a16:colId xmlns:a16="http://schemas.microsoft.com/office/drawing/2014/main" val="2293653269"/>
                    </a:ext>
                  </a:extLst>
                </a:gridCol>
                <a:gridCol w="712787">
                  <a:extLst>
                    <a:ext uri="{9D8B030D-6E8A-4147-A177-3AD203B41FA5}">
                      <a16:colId xmlns:a16="http://schemas.microsoft.com/office/drawing/2014/main" val="511868558"/>
                    </a:ext>
                  </a:extLst>
                </a:gridCol>
                <a:gridCol w="712787">
                  <a:extLst>
                    <a:ext uri="{9D8B030D-6E8A-4147-A177-3AD203B41FA5}">
                      <a16:colId xmlns:a16="http://schemas.microsoft.com/office/drawing/2014/main" val="549178337"/>
                    </a:ext>
                  </a:extLst>
                </a:gridCol>
              </a:tblGrid>
              <a:tr h="370840">
                <a:tc>
                  <a:txBody>
                    <a:bodyPr/>
                    <a:lstStyle/>
                    <a:p>
                      <a:pPr marL="0" lvl="0" indent="0" algn="l">
                        <a:lnSpc>
                          <a:spcPct val="100000"/>
                        </a:lnSpc>
                        <a:buNone/>
                      </a:pPr>
                      <a:r>
                        <a:rPr lang="de-DE" sz="1400" b="1" i="0" u="none" strike="noStrike" baseline="0" noProof="0" err="1">
                          <a:solidFill>
                            <a:srgbClr val="FFFFFF"/>
                          </a:solidFill>
                          <a:latin typeface="Arial"/>
                          <a:cs typeface="Arial"/>
                        </a:rPr>
                        <a:t>public_lighting_kW</a:t>
                      </a:r>
                      <a:endParaRPr lang="de-DE" sz="1400" err="1"/>
                    </a:p>
                    <a:p>
                      <a:pPr lvl="0">
                        <a:buNone/>
                      </a:pPr>
                      <a:endParaRPr lang="de-DE" sz="1400"/>
                    </a:p>
                  </a:txBody>
                  <a:tcPr/>
                </a:tc>
                <a:tc>
                  <a:txBody>
                    <a:bodyPr/>
                    <a:lstStyle/>
                    <a:p>
                      <a:pPr marL="0" lvl="0" indent="0" algn="l">
                        <a:lnSpc>
                          <a:spcPct val="100000"/>
                        </a:lnSpc>
                        <a:buNone/>
                      </a:pPr>
                      <a:r>
                        <a:rPr lang="de-DE" sz="1400" b="1" i="0" u="none" strike="noStrike" baseline="0" noProof="0" err="1">
                          <a:solidFill>
                            <a:srgbClr val="FFFFFF"/>
                          </a:solidFill>
                          <a:latin typeface="Arial"/>
                          <a:cs typeface="Arial"/>
                        </a:rPr>
                        <a:t>other_consumers_kW</a:t>
                      </a:r>
                      <a:endParaRPr lang="de-DE" err="1"/>
                    </a:p>
                    <a:p>
                      <a:pPr lvl="0">
                        <a:buNone/>
                      </a:pPr>
                      <a:endParaRPr lang="de-DE" sz="1400"/>
                    </a:p>
                  </a:txBody>
                  <a:tcPr/>
                </a:tc>
                <a:tc>
                  <a:txBody>
                    <a:bodyPr/>
                    <a:lstStyle/>
                    <a:p>
                      <a:pPr marL="0" lvl="0" indent="0" algn="l">
                        <a:lnSpc>
                          <a:spcPct val="100000"/>
                        </a:lnSpc>
                        <a:buNone/>
                      </a:pPr>
                      <a:r>
                        <a:rPr lang="de-DE" sz="1400" b="1" i="0" u="none" strike="noStrike" baseline="0" noProof="0" err="1">
                          <a:solidFill>
                            <a:srgbClr val="FFFFFF"/>
                          </a:solidFill>
                          <a:latin typeface="Arial"/>
                          <a:cs typeface="Arial"/>
                        </a:rPr>
                        <a:t>batteries_kW</a:t>
                      </a:r>
                      <a:endParaRPr lang="de-DE" err="1"/>
                    </a:p>
                    <a:p>
                      <a:pPr lvl="0">
                        <a:buNone/>
                      </a:pPr>
                      <a:endParaRPr lang="de-DE" sz="1400"/>
                    </a:p>
                  </a:txBody>
                  <a:tcPr/>
                </a:tc>
                <a:tc>
                  <a:txBody>
                    <a:bodyPr/>
                    <a:lstStyle/>
                    <a:p>
                      <a:pPr marL="0" lvl="0" indent="0" algn="l">
                        <a:lnSpc>
                          <a:spcPct val="100000"/>
                        </a:lnSpc>
                        <a:buNone/>
                      </a:pPr>
                      <a:r>
                        <a:rPr lang="de-DE" sz="1400" b="1" i="0" u="none" strike="noStrike" baseline="0" noProof="0" err="1">
                          <a:solidFill>
                            <a:srgbClr val="FFFFFF"/>
                          </a:solidFill>
                          <a:latin typeface="Arial"/>
                          <a:cs typeface="Arial"/>
                        </a:rPr>
                        <a:t>PV_systems_kW</a:t>
                      </a:r>
                      <a:endParaRPr lang="de-DE" err="1"/>
                    </a:p>
                    <a:p>
                      <a:pPr lvl="0">
                        <a:buNone/>
                      </a:pPr>
                      <a:endParaRPr lang="de-DE" sz="1400"/>
                    </a:p>
                  </a:txBody>
                  <a:tcPr/>
                </a:tc>
                <a:tc>
                  <a:txBody>
                    <a:bodyPr/>
                    <a:lstStyle/>
                    <a:p>
                      <a:pPr marL="0" lvl="0" indent="0" algn="l">
                        <a:lnSpc>
                          <a:spcPct val="100000"/>
                        </a:lnSpc>
                        <a:buNone/>
                      </a:pPr>
                      <a:r>
                        <a:rPr lang="de-DE" sz="1400" b="1" i="0" u="none" strike="noStrike" baseline="0" noProof="0" err="1">
                          <a:solidFill>
                            <a:srgbClr val="FFFFFF"/>
                          </a:solidFill>
                          <a:latin typeface="Arial"/>
                          <a:cs typeface="Arial"/>
                        </a:rPr>
                        <a:t>chp_kW</a:t>
                      </a:r>
                      <a:endParaRPr lang="de-DE" err="1"/>
                    </a:p>
                    <a:p>
                      <a:pPr lvl="0">
                        <a:buNone/>
                      </a:pPr>
                      <a:endParaRPr lang="de-DE" sz="1400"/>
                    </a:p>
                  </a:txBody>
                  <a:tcPr/>
                </a:tc>
                <a:tc>
                  <a:txBody>
                    <a:bodyPr/>
                    <a:lstStyle/>
                    <a:p>
                      <a:pPr marL="0" lvl="0" indent="0" algn="l">
                        <a:lnSpc>
                          <a:spcPct val="100000"/>
                        </a:lnSpc>
                        <a:buNone/>
                      </a:pPr>
                      <a:r>
                        <a:rPr lang="de-DE" sz="1400" b="1" i="0" u="none" strike="noStrike" baseline="0" noProof="0">
                          <a:solidFill>
                            <a:srgbClr val="FFFFFF"/>
                          </a:solidFill>
                          <a:latin typeface="Arial"/>
                          <a:cs typeface="Arial"/>
                        </a:rPr>
                        <a:t>g0_general_kWh</a:t>
                      </a:r>
                      <a:endParaRPr lang="de-DE"/>
                    </a:p>
                    <a:p>
                      <a:pPr lvl="0">
                        <a:buNone/>
                      </a:pPr>
                      <a:endParaRPr lang="de-DE" sz="1400"/>
                    </a:p>
                  </a:txBody>
                  <a:tcPr/>
                </a:tc>
                <a:tc>
                  <a:txBody>
                    <a:bodyPr/>
                    <a:lstStyle/>
                    <a:p>
                      <a:pPr marL="0" lvl="0" indent="0" algn="l">
                        <a:lnSpc>
                          <a:spcPct val="100000"/>
                        </a:lnSpc>
                        <a:buNone/>
                      </a:pPr>
                      <a:r>
                        <a:rPr lang="de-DE" sz="1400" b="1" i="0" u="none" strike="noStrike" baseline="0" noProof="0">
                          <a:solidFill>
                            <a:srgbClr val="FFFFFF"/>
                          </a:solidFill>
                          <a:latin typeface="Arial"/>
                          <a:cs typeface="Arial"/>
                        </a:rPr>
                        <a:t>g1_workdays_kWh</a:t>
                      </a:r>
                      <a:endParaRPr lang="de-DE"/>
                    </a:p>
                    <a:p>
                      <a:pPr lvl="0">
                        <a:buNone/>
                      </a:pPr>
                      <a:endParaRPr lang="de-DE" sz="1400"/>
                    </a:p>
                  </a:txBody>
                  <a:tcPr/>
                </a:tc>
                <a:tc>
                  <a:txBody>
                    <a:bodyPr/>
                    <a:lstStyle/>
                    <a:p>
                      <a:pPr marL="0" lvl="0" indent="0" algn="l">
                        <a:lnSpc>
                          <a:spcPct val="100000"/>
                        </a:lnSpc>
                        <a:buNone/>
                      </a:pPr>
                      <a:r>
                        <a:rPr lang="de-DE" sz="1400" b="1" i="0" u="none" strike="noStrike" baseline="0" noProof="0">
                          <a:solidFill>
                            <a:srgbClr val="FFFFFF"/>
                          </a:solidFill>
                          <a:latin typeface="Arial"/>
                          <a:cs typeface="Arial"/>
                        </a:rPr>
                        <a:t>g2_evening_kWh</a:t>
                      </a:r>
                      <a:endParaRPr lang="de-DE"/>
                    </a:p>
                    <a:p>
                      <a:pPr lvl="0">
                        <a:buNone/>
                      </a:pPr>
                      <a:endParaRPr lang="de-DE" sz="1400"/>
                    </a:p>
                  </a:txBody>
                  <a:tcPr/>
                </a:tc>
                <a:tc>
                  <a:txBody>
                    <a:bodyPr/>
                    <a:lstStyle/>
                    <a:p>
                      <a:pPr marL="0" lvl="0" indent="0" algn="l">
                        <a:lnSpc>
                          <a:spcPct val="100000"/>
                        </a:lnSpc>
                        <a:buNone/>
                      </a:pPr>
                      <a:r>
                        <a:rPr lang="de-DE" sz="1400" b="1" i="0" u="none" strike="noStrike" baseline="0" noProof="0">
                          <a:solidFill>
                            <a:srgbClr val="FFFFFF"/>
                          </a:solidFill>
                          <a:latin typeface="Arial"/>
                          <a:cs typeface="Arial"/>
                        </a:rPr>
                        <a:t>g3_gontinuous_kWh</a:t>
                      </a:r>
                      <a:endParaRPr lang="de-DE"/>
                    </a:p>
                    <a:p>
                      <a:pPr lvl="0">
                        <a:buNone/>
                      </a:pPr>
                      <a:endParaRPr lang="de-DE" sz="1400"/>
                    </a:p>
                  </a:txBody>
                  <a:tcPr/>
                </a:tc>
                <a:tc>
                  <a:txBody>
                    <a:bodyPr/>
                    <a:lstStyle/>
                    <a:p>
                      <a:pPr marL="0" lvl="0" indent="0" algn="l">
                        <a:lnSpc>
                          <a:spcPct val="100000"/>
                        </a:lnSpc>
                        <a:buNone/>
                      </a:pPr>
                      <a:r>
                        <a:rPr lang="de-DE" sz="1400" b="1" i="0" u="none" strike="noStrike" baseline="0" noProof="0">
                          <a:solidFill>
                            <a:srgbClr val="FFFFFF"/>
                          </a:solidFill>
                          <a:latin typeface="Arial"/>
                          <a:cs typeface="Arial"/>
                        </a:rPr>
                        <a:t>g4_shop_hairdresser_kWh</a:t>
                      </a:r>
                      <a:endParaRPr lang="de-DE"/>
                    </a:p>
                    <a:p>
                      <a:pPr lvl="0">
                        <a:buNone/>
                      </a:pPr>
                      <a:endParaRPr lang="de-DE" sz="1400"/>
                    </a:p>
                  </a:txBody>
                  <a:tcPr/>
                </a:tc>
                <a:tc>
                  <a:txBody>
                    <a:bodyPr/>
                    <a:lstStyle/>
                    <a:p>
                      <a:pPr marL="0" lvl="0" indent="0" algn="l">
                        <a:lnSpc>
                          <a:spcPct val="100000"/>
                        </a:lnSpc>
                        <a:buNone/>
                      </a:pPr>
                      <a:r>
                        <a:rPr lang="de-DE" sz="1400" b="1" i="0" u="none" strike="noStrike" baseline="0" noProof="0">
                          <a:solidFill>
                            <a:srgbClr val="FFFFFF"/>
                          </a:solidFill>
                          <a:latin typeface="Arial"/>
                          <a:cs typeface="Arial"/>
                        </a:rPr>
                        <a:t>g5_bakery_kWh</a:t>
                      </a:r>
                      <a:endParaRPr lang="de-DE"/>
                    </a:p>
                    <a:p>
                      <a:pPr lvl="0">
                        <a:buNone/>
                      </a:pPr>
                      <a:endParaRPr lang="de-DE" sz="1400"/>
                    </a:p>
                  </a:txBody>
                  <a:tcPr/>
                </a:tc>
                <a:tc>
                  <a:txBody>
                    <a:bodyPr/>
                    <a:lstStyle/>
                    <a:p>
                      <a:pPr marL="0" lvl="0" indent="0" algn="l">
                        <a:lnSpc>
                          <a:spcPct val="100000"/>
                        </a:lnSpc>
                        <a:buNone/>
                      </a:pPr>
                      <a:r>
                        <a:rPr lang="de-DE" sz="1400" b="1" i="0" u="none" strike="noStrike" baseline="0" noProof="0">
                          <a:solidFill>
                            <a:srgbClr val="FFFFFF"/>
                          </a:solidFill>
                          <a:latin typeface="Arial"/>
                          <a:cs typeface="Arial"/>
                        </a:rPr>
                        <a:t>g6_weekend_kWh</a:t>
                      </a:r>
                      <a:endParaRPr lang="de-DE"/>
                    </a:p>
                    <a:p>
                      <a:pPr lvl="0">
                        <a:buNone/>
                      </a:pPr>
                      <a:endParaRPr lang="de-DE" sz="1400"/>
                    </a:p>
                  </a:txBody>
                  <a:tcPr/>
                </a:tc>
                <a:extLst>
                  <a:ext uri="{0D108BD9-81ED-4DB2-BD59-A6C34878D82A}">
                    <a16:rowId xmlns:a16="http://schemas.microsoft.com/office/drawing/2014/main" val="4084541425"/>
                  </a:ext>
                </a:extLst>
              </a:tr>
              <a:tr h="370840">
                <a:tc>
                  <a:txBody>
                    <a:bodyPr/>
                    <a:lstStyle/>
                    <a:p>
                      <a:pPr lvl="0">
                        <a:buNone/>
                      </a:pPr>
                      <a:r>
                        <a:rPr lang="de-DE" sz="1400" b="0" i="0" u="none" strike="noStrike" noProof="0">
                          <a:solidFill>
                            <a:srgbClr val="000000"/>
                          </a:solidFill>
                          <a:latin typeface="Arial"/>
                          <a:cs typeface="Arial"/>
                        </a:rPr>
                        <a:t>0.50</a:t>
                      </a:r>
                    </a:p>
                  </a:txBody>
                  <a:tcPr/>
                </a:tc>
                <a:tc>
                  <a:txBody>
                    <a:bodyPr/>
                    <a:lstStyle/>
                    <a:p>
                      <a:pPr lvl="0">
                        <a:buNone/>
                      </a:pPr>
                      <a:r>
                        <a:rPr lang="de-DE" sz="1400" b="0" i="0" u="none" strike="noStrike" noProof="0">
                          <a:solidFill>
                            <a:srgbClr val="000000"/>
                          </a:solidFill>
                          <a:latin typeface="Arial"/>
                          <a:cs typeface="Arial"/>
                        </a:rPr>
                        <a:t>0.50</a:t>
                      </a:r>
                    </a:p>
                  </a:txBody>
                  <a:tcPr/>
                </a:tc>
                <a:tc>
                  <a:txBody>
                    <a:bodyPr/>
                    <a:lstStyle/>
                    <a:p>
                      <a:pPr lvl="0">
                        <a:buNone/>
                      </a:pPr>
                      <a:r>
                        <a:rPr lang="de-DE" sz="1400" b="0" i="0" u="none" strike="noStrike" noProof="0">
                          <a:solidFill>
                            <a:srgbClr val="000000"/>
                          </a:solidFill>
                          <a:latin typeface="Arial"/>
                          <a:cs typeface="Arial"/>
                        </a:rPr>
                        <a:t>0.50</a:t>
                      </a:r>
                    </a:p>
                  </a:txBody>
                  <a:tcPr/>
                </a:tc>
                <a:tc>
                  <a:txBody>
                    <a:bodyPr/>
                    <a:lstStyle/>
                    <a:p>
                      <a:pPr lvl="0">
                        <a:buNone/>
                      </a:pPr>
                      <a:r>
                        <a:rPr lang="de-DE" sz="1400" b="0" i="0" u="none" strike="noStrike" noProof="0">
                          <a:solidFill>
                            <a:srgbClr val="000000"/>
                          </a:solidFill>
                          <a:latin typeface="Arial"/>
                          <a:cs typeface="Arial"/>
                        </a:rPr>
                        <a:t>0.50</a:t>
                      </a:r>
                    </a:p>
                  </a:txBody>
                  <a:tcPr/>
                </a:tc>
                <a:tc>
                  <a:txBody>
                    <a:bodyPr/>
                    <a:lstStyle/>
                    <a:p>
                      <a:pPr lvl="0">
                        <a:buNone/>
                      </a:pPr>
                      <a:r>
                        <a:rPr lang="de-DE" sz="1400" b="0" i="0" u="none" strike="noStrike" noProof="0">
                          <a:solidFill>
                            <a:srgbClr val="000000"/>
                          </a:solidFill>
                          <a:latin typeface="Arial"/>
                          <a:cs typeface="Arial"/>
                        </a:rPr>
                        <a:t>0.50</a:t>
                      </a:r>
                    </a:p>
                  </a:txBody>
                  <a:tcPr/>
                </a:tc>
                <a:tc>
                  <a:txBody>
                    <a:bodyPr/>
                    <a:lstStyle/>
                    <a:p>
                      <a:pPr lvl="0">
                        <a:buNone/>
                      </a:pPr>
                      <a:r>
                        <a:rPr lang="de-DE" sz="1400" b="0" i="0" u="none" strike="noStrike" noProof="0">
                          <a:solidFill>
                            <a:srgbClr val="000000"/>
                          </a:solidFill>
                          <a:latin typeface="Arial"/>
                          <a:cs typeface="Arial"/>
                        </a:rPr>
                        <a:t>0.60-1</a:t>
                      </a:r>
                    </a:p>
                  </a:txBody>
                  <a:tcPr/>
                </a:tc>
                <a:tc>
                  <a:txBody>
                    <a:bodyPr/>
                    <a:lstStyle/>
                    <a:p>
                      <a:pPr lvl="0">
                        <a:buNone/>
                      </a:pPr>
                      <a:r>
                        <a:rPr lang="de-DE" sz="1400" b="0" i="0" u="none" strike="noStrike" noProof="0">
                          <a:solidFill>
                            <a:srgbClr val="000000"/>
                          </a:solidFill>
                          <a:latin typeface="Arial"/>
                          <a:cs typeface="Arial"/>
                        </a:rPr>
                        <a:t>0.60-1</a:t>
                      </a:r>
                    </a:p>
                  </a:txBody>
                  <a:tcPr/>
                </a:tc>
                <a:tc>
                  <a:txBody>
                    <a:bodyPr/>
                    <a:lstStyle/>
                    <a:p>
                      <a:pPr lvl="0">
                        <a:buNone/>
                      </a:pPr>
                      <a:r>
                        <a:rPr lang="de-DE" sz="1400" b="0" i="0" u="none" strike="noStrike" noProof="0">
                          <a:solidFill>
                            <a:srgbClr val="000000"/>
                          </a:solidFill>
                          <a:latin typeface="Arial"/>
                          <a:cs typeface="Arial"/>
                        </a:rPr>
                        <a:t>0.60-1</a:t>
                      </a:r>
                    </a:p>
                  </a:txBody>
                  <a:tcPr/>
                </a:tc>
                <a:tc>
                  <a:txBody>
                    <a:bodyPr/>
                    <a:lstStyle/>
                    <a:p>
                      <a:pPr lvl="0">
                        <a:buNone/>
                      </a:pPr>
                      <a:r>
                        <a:rPr lang="de-DE" sz="1400" b="0" i="0" u="none" strike="noStrike" noProof="0">
                          <a:solidFill>
                            <a:srgbClr val="000000"/>
                          </a:solidFill>
                          <a:latin typeface="Arial"/>
                          <a:cs typeface="Arial"/>
                        </a:rPr>
                        <a:t>0.60-1</a:t>
                      </a:r>
                    </a:p>
                  </a:txBody>
                  <a:tcPr/>
                </a:tc>
                <a:tc>
                  <a:txBody>
                    <a:bodyPr/>
                    <a:lstStyle/>
                    <a:p>
                      <a:pPr lvl="0">
                        <a:buNone/>
                      </a:pPr>
                      <a:r>
                        <a:rPr lang="de-DE" sz="1400" b="0" i="0" u="none" strike="noStrike" noProof="0">
                          <a:solidFill>
                            <a:srgbClr val="000000"/>
                          </a:solidFill>
                          <a:latin typeface="Arial"/>
                          <a:cs typeface="Arial"/>
                        </a:rPr>
                        <a:t>0.60-1</a:t>
                      </a:r>
                    </a:p>
                  </a:txBody>
                  <a:tcPr/>
                </a:tc>
                <a:tc>
                  <a:txBody>
                    <a:bodyPr/>
                    <a:lstStyle/>
                    <a:p>
                      <a:pPr lvl="0">
                        <a:buNone/>
                      </a:pPr>
                      <a:r>
                        <a:rPr lang="de-DE" sz="1400" b="0" i="0" u="none" strike="noStrike" noProof="0">
                          <a:solidFill>
                            <a:srgbClr val="000000"/>
                          </a:solidFill>
                          <a:latin typeface="Arial"/>
                          <a:cs typeface="Arial"/>
                        </a:rPr>
                        <a:t>0.60-1</a:t>
                      </a:r>
                    </a:p>
                  </a:txBody>
                  <a:tcPr/>
                </a:tc>
                <a:tc>
                  <a:txBody>
                    <a:bodyPr/>
                    <a:lstStyle/>
                    <a:p>
                      <a:pPr lvl="0">
                        <a:buNone/>
                      </a:pPr>
                      <a:r>
                        <a:rPr lang="de-DE" sz="1400" b="0" i="0" u="none" strike="noStrike" noProof="0">
                          <a:solidFill>
                            <a:srgbClr val="000000"/>
                          </a:solidFill>
                          <a:latin typeface="Arial"/>
                          <a:cs typeface="Arial"/>
                        </a:rPr>
                        <a:t>0.60-1</a:t>
                      </a:r>
                    </a:p>
                  </a:txBody>
                  <a:tcPr/>
                </a:tc>
                <a:extLst>
                  <a:ext uri="{0D108BD9-81ED-4DB2-BD59-A6C34878D82A}">
                    <a16:rowId xmlns:a16="http://schemas.microsoft.com/office/drawing/2014/main" val="4198767"/>
                  </a:ext>
                </a:extLst>
              </a:tr>
              <a:tr h="370840">
                <a:tc>
                  <a:txBody>
                    <a:bodyPr/>
                    <a:lstStyle/>
                    <a:p>
                      <a:r>
                        <a:rPr lang="de-DE" sz="1400"/>
                        <a:t>0.70</a:t>
                      </a:r>
                    </a:p>
                  </a:txBody>
                  <a:tcPr/>
                </a:tc>
                <a:tc>
                  <a:txBody>
                    <a:bodyPr/>
                    <a:lstStyle/>
                    <a:p>
                      <a:r>
                        <a:rPr lang="de-DE" sz="1400"/>
                        <a:t>0.70</a:t>
                      </a:r>
                    </a:p>
                  </a:txBody>
                  <a:tcPr/>
                </a:tc>
                <a:tc>
                  <a:txBody>
                    <a:bodyPr/>
                    <a:lstStyle/>
                    <a:p>
                      <a:r>
                        <a:rPr lang="de-DE" sz="1400"/>
                        <a:t>0.70</a:t>
                      </a:r>
                    </a:p>
                  </a:txBody>
                  <a:tcPr/>
                </a:tc>
                <a:tc>
                  <a:txBody>
                    <a:bodyPr/>
                    <a:lstStyle/>
                    <a:p>
                      <a:r>
                        <a:rPr lang="de-DE" sz="1400"/>
                        <a:t>0.70</a:t>
                      </a:r>
                    </a:p>
                  </a:txBody>
                  <a:tcPr/>
                </a:tc>
                <a:tc>
                  <a:txBody>
                    <a:bodyPr/>
                    <a:lstStyle/>
                    <a:p>
                      <a:r>
                        <a:rPr lang="de-DE" sz="1400"/>
                        <a:t>0.70</a:t>
                      </a:r>
                    </a:p>
                  </a:txBody>
                  <a:tcPr/>
                </a:tc>
                <a:tc>
                  <a:txBody>
                    <a:bodyPr/>
                    <a:lstStyle/>
                    <a:p>
                      <a:r>
                        <a:rPr lang="de-DE" sz="1400"/>
                        <a:t>0.60</a:t>
                      </a:r>
                    </a:p>
                  </a:txBody>
                  <a:tcPr/>
                </a:tc>
                <a:tc>
                  <a:txBody>
                    <a:bodyPr/>
                    <a:lstStyle/>
                    <a:p>
                      <a:r>
                        <a:rPr lang="de-DE" sz="1400"/>
                        <a:t>0.60</a:t>
                      </a:r>
                    </a:p>
                  </a:txBody>
                  <a:tcPr/>
                </a:tc>
                <a:tc>
                  <a:txBody>
                    <a:bodyPr/>
                    <a:lstStyle/>
                    <a:p>
                      <a:r>
                        <a:rPr lang="de-DE" sz="1400"/>
                        <a:t>0.60</a:t>
                      </a:r>
                    </a:p>
                  </a:txBody>
                  <a:tcPr/>
                </a:tc>
                <a:tc>
                  <a:txBody>
                    <a:bodyPr/>
                    <a:lstStyle/>
                    <a:p>
                      <a:pPr lvl="0">
                        <a:buNone/>
                      </a:pPr>
                      <a:r>
                        <a:rPr lang="de-DE" sz="1400"/>
                        <a:t>0.60</a:t>
                      </a:r>
                    </a:p>
                  </a:txBody>
                  <a:tcPr/>
                </a:tc>
                <a:tc>
                  <a:txBody>
                    <a:bodyPr/>
                    <a:lstStyle/>
                    <a:p>
                      <a:r>
                        <a:rPr lang="de-DE" sz="1400"/>
                        <a:t>0.60</a:t>
                      </a:r>
                    </a:p>
                  </a:txBody>
                  <a:tcPr/>
                </a:tc>
                <a:tc>
                  <a:txBody>
                    <a:bodyPr/>
                    <a:lstStyle/>
                    <a:p>
                      <a:pPr lvl="0">
                        <a:buNone/>
                      </a:pPr>
                      <a:r>
                        <a:rPr lang="de-DE" sz="1400"/>
                        <a:t>0.60</a:t>
                      </a:r>
                    </a:p>
                  </a:txBody>
                  <a:tcPr/>
                </a:tc>
                <a:tc>
                  <a:txBody>
                    <a:bodyPr/>
                    <a:lstStyle/>
                    <a:p>
                      <a:pPr lvl="0">
                        <a:buNone/>
                      </a:pPr>
                      <a:r>
                        <a:rPr lang="de-DE" sz="1400"/>
                        <a:t>0.60</a:t>
                      </a:r>
                    </a:p>
                  </a:txBody>
                  <a:tcPr/>
                </a:tc>
                <a:extLst>
                  <a:ext uri="{0D108BD9-81ED-4DB2-BD59-A6C34878D82A}">
                    <a16:rowId xmlns:a16="http://schemas.microsoft.com/office/drawing/2014/main" val="2377502259"/>
                  </a:ext>
                </a:extLst>
              </a:tr>
              <a:tr h="370839">
                <a:tc>
                  <a:txBody>
                    <a:bodyPr/>
                    <a:lstStyle/>
                    <a:p>
                      <a:pPr lvl="0">
                        <a:buNone/>
                      </a:pPr>
                      <a:r>
                        <a:rPr lang="de-DE" sz="1400" b="0" i="0" u="none" strike="noStrike" noProof="0">
                          <a:solidFill>
                            <a:srgbClr val="000000"/>
                          </a:solidFill>
                          <a:latin typeface="Arial"/>
                          <a:cs typeface="Arial"/>
                        </a:rPr>
                        <a:t>0</a:t>
                      </a:r>
                    </a:p>
                  </a:txBody>
                  <a:tcPr/>
                </a:tc>
                <a:tc>
                  <a:txBody>
                    <a:bodyPr/>
                    <a:lstStyle/>
                    <a:p>
                      <a:pPr lvl="0">
                        <a:buNone/>
                      </a:pPr>
                      <a:r>
                        <a:rPr lang="de-DE" sz="1400" b="0" i="0" u="none" strike="noStrike" noProof="0">
                          <a:solidFill>
                            <a:srgbClr val="000000"/>
                          </a:solidFill>
                          <a:latin typeface="Arial"/>
                          <a:cs typeface="Arial"/>
                        </a:rPr>
                        <a:t>0</a:t>
                      </a:r>
                    </a:p>
                  </a:txBody>
                  <a:tcPr/>
                </a:tc>
                <a:tc>
                  <a:txBody>
                    <a:bodyPr/>
                    <a:lstStyle/>
                    <a:p>
                      <a:pPr lvl="0">
                        <a:buNone/>
                      </a:pPr>
                      <a:r>
                        <a:rPr lang="de-DE" sz="1400" b="0" i="0" u="none" strike="noStrike" noProof="0">
                          <a:solidFill>
                            <a:srgbClr val="000000"/>
                          </a:solidFill>
                          <a:latin typeface="Arial"/>
                          <a:cs typeface="Arial"/>
                        </a:rPr>
                        <a:t>0</a:t>
                      </a:r>
                    </a:p>
                  </a:txBody>
                  <a:tcPr/>
                </a:tc>
                <a:tc>
                  <a:txBody>
                    <a:bodyPr/>
                    <a:lstStyle/>
                    <a:p>
                      <a:pPr lvl="0">
                        <a:buNone/>
                      </a:pPr>
                      <a:r>
                        <a:rPr lang="de-DE" sz="1400" b="0" i="0" u="none" strike="noStrike" noProof="0">
                          <a:solidFill>
                            <a:srgbClr val="000000"/>
                          </a:solidFill>
                          <a:latin typeface="Arial"/>
                          <a:cs typeface="Arial"/>
                        </a:rPr>
                        <a:t>0</a:t>
                      </a:r>
                    </a:p>
                  </a:txBody>
                  <a:tcPr/>
                </a:tc>
                <a:tc>
                  <a:txBody>
                    <a:bodyPr/>
                    <a:lstStyle/>
                    <a:p>
                      <a:pPr lvl="0">
                        <a:buNone/>
                      </a:pPr>
                      <a:r>
                        <a:rPr lang="de-DE" sz="1400" b="0" i="0" u="none" strike="noStrike" noProof="0">
                          <a:solidFill>
                            <a:srgbClr val="000000"/>
                          </a:solidFill>
                          <a:latin typeface="Arial"/>
                          <a:cs typeface="Arial"/>
                        </a:rPr>
                        <a:t>0</a:t>
                      </a:r>
                    </a:p>
                  </a:txBody>
                  <a:tcPr/>
                </a:tc>
                <a:tc>
                  <a:txBody>
                    <a:bodyPr/>
                    <a:lstStyle/>
                    <a:p>
                      <a:pPr lvl="0">
                        <a:buNone/>
                      </a:pPr>
                      <a:r>
                        <a:rPr lang="de-DE" sz="1400" b="0" i="0" u="none" strike="noStrike" noProof="0">
                          <a:solidFill>
                            <a:srgbClr val="000000"/>
                          </a:solidFill>
                          <a:latin typeface="Arial"/>
                          <a:cs typeface="Arial"/>
                        </a:rPr>
                        <a:t>0.80-1</a:t>
                      </a:r>
                    </a:p>
                  </a:txBody>
                  <a:tcPr/>
                </a:tc>
                <a:tc>
                  <a:txBody>
                    <a:bodyPr/>
                    <a:lstStyle/>
                    <a:p>
                      <a:pPr lvl="0">
                        <a:buNone/>
                      </a:pPr>
                      <a:r>
                        <a:rPr lang="de-DE" sz="1400" b="0" i="0" u="none" strike="noStrike" noProof="0">
                          <a:solidFill>
                            <a:srgbClr val="000000"/>
                          </a:solidFill>
                          <a:latin typeface="Arial"/>
                          <a:cs typeface="Arial"/>
                        </a:rPr>
                        <a:t>0.80-1</a:t>
                      </a:r>
                    </a:p>
                  </a:txBody>
                  <a:tcPr/>
                </a:tc>
                <a:tc>
                  <a:txBody>
                    <a:bodyPr/>
                    <a:lstStyle/>
                    <a:p>
                      <a:pPr lvl="0">
                        <a:buNone/>
                      </a:pPr>
                      <a:r>
                        <a:rPr lang="de-DE" sz="1400" b="0" i="0" u="none" strike="noStrike" noProof="0">
                          <a:solidFill>
                            <a:srgbClr val="000000"/>
                          </a:solidFill>
                          <a:latin typeface="Arial"/>
                          <a:cs typeface="Arial"/>
                        </a:rPr>
                        <a:t>0.80-1</a:t>
                      </a:r>
                    </a:p>
                  </a:txBody>
                  <a:tcPr/>
                </a:tc>
                <a:tc>
                  <a:txBody>
                    <a:bodyPr/>
                    <a:lstStyle/>
                    <a:p>
                      <a:pPr lvl="0">
                        <a:buNone/>
                      </a:pPr>
                      <a:r>
                        <a:rPr lang="de-DE" sz="1400" b="0" i="0" u="none" strike="noStrike" noProof="0">
                          <a:solidFill>
                            <a:srgbClr val="000000"/>
                          </a:solidFill>
                          <a:latin typeface="Arial"/>
                          <a:cs typeface="Arial"/>
                        </a:rPr>
                        <a:t>0.80-1</a:t>
                      </a:r>
                    </a:p>
                  </a:txBody>
                  <a:tcPr/>
                </a:tc>
                <a:tc>
                  <a:txBody>
                    <a:bodyPr/>
                    <a:lstStyle/>
                    <a:p>
                      <a:pPr lvl="0">
                        <a:buNone/>
                      </a:pPr>
                      <a:r>
                        <a:rPr lang="de-DE" sz="1400" b="0" i="0" u="none" strike="noStrike" noProof="0">
                          <a:solidFill>
                            <a:srgbClr val="000000"/>
                          </a:solidFill>
                          <a:latin typeface="Arial"/>
                          <a:cs typeface="Arial"/>
                        </a:rPr>
                        <a:t>0.90-1</a:t>
                      </a:r>
                    </a:p>
                  </a:txBody>
                  <a:tcPr/>
                </a:tc>
                <a:tc>
                  <a:txBody>
                    <a:bodyPr/>
                    <a:lstStyle/>
                    <a:p>
                      <a:pPr lvl="0">
                        <a:buNone/>
                      </a:pPr>
                      <a:r>
                        <a:rPr lang="de-DE" sz="1400" b="0" i="0" u="none" strike="noStrike" noProof="0">
                          <a:solidFill>
                            <a:srgbClr val="000000"/>
                          </a:solidFill>
                          <a:latin typeface="Arial"/>
                          <a:cs typeface="Arial"/>
                        </a:rPr>
                        <a:t>0.80-1</a:t>
                      </a:r>
                    </a:p>
                  </a:txBody>
                  <a:tcPr/>
                </a:tc>
                <a:tc>
                  <a:txBody>
                    <a:bodyPr/>
                    <a:lstStyle/>
                    <a:p>
                      <a:pPr lvl="0">
                        <a:buNone/>
                      </a:pPr>
                      <a:r>
                        <a:rPr lang="de-DE" sz="1400" b="0" i="0" u="none" strike="noStrike" noProof="0">
                          <a:solidFill>
                            <a:srgbClr val="000000"/>
                          </a:solidFill>
                          <a:latin typeface="Arial"/>
                          <a:cs typeface="Arial"/>
                        </a:rPr>
                        <a:t>0.80-1</a:t>
                      </a:r>
                    </a:p>
                  </a:txBody>
                  <a:tcPr/>
                </a:tc>
                <a:extLst>
                  <a:ext uri="{0D108BD9-81ED-4DB2-BD59-A6C34878D82A}">
                    <a16:rowId xmlns:a16="http://schemas.microsoft.com/office/drawing/2014/main" val="4180923322"/>
                  </a:ext>
                </a:extLst>
              </a:tr>
              <a:tr h="370838">
                <a:tc>
                  <a:txBody>
                    <a:bodyPr/>
                    <a:lstStyle/>
                    <a:p>
                      <a:pPr lvl="0">
                        <a:buNone/>
                      </a:pPr>
                      <a:r>
                        <a:rPr lang="de-DE" sz="1400"/>
                        <a:t>0</a:t>
                      </a:r>
                    </a:p>
                  </a:txBody>
                  <a:tcPr/>
                </a:tc>
                <a:tc>
                  <a:txBody>
                    <a:bodyPr/>
                    <a:lstStyle/>
                    <a:p>
                      <a:pPr lvl="0">
                        <a:buNone/>
                      </a:pPr>
                      <a:r>
                        <a:rPr lang="de-DE" sz="1400"/>
                        <a:t>0</a:t>
                      </a:r>
                    </a:p>
                  </a:txBody>
                  <a:tcPr/>
                </a:tc>
                <a:tc>
                  <a:txBody>
                    <a:bodyPr/>
                    <a:lstStyle/>
                    <a:p>
                      <a:pPr lvl="0">
                        <a:buNone/>
                      </a:pPr>
                      <a:r>
                        <a:rPr lang="de-DE" sz="1400"/>
                        <a:t>0</a:t>
                      </a:r>
                    </a:p>
                  </a:txBody>
                  <a:tcPr/>
                </a:tc>
                <a:tc>
                  <a:txBody>
                    <a:bodyPr/>
                    <a:lstStyle/>
                    <a:p>
                      <a:pPr lvl="0">
                        <a:buNone/>
                      </a:pPr>
                      <a:r>
                        <a:rPr lang="de-DE" sz="1400"/>
                        <a:t>0</a:t>
                      </a:r>
                    </a:p>
                  </a:txBody>
                  <a:tcPr/>
                </a:tc>
                <a:tc>
                  <a:txBody>
                    <a:bodyPr/>
                    <a:lstStyle/>
                    <a:p>
                      <a:pPr lvl="0">
                        <a:buNone/>
                      </a:pPr>
                      <a:r>
                        <a:rPr lang="de-DE" sz="1400"/>
                        <a:t>0</a:t>
                      </a:r>
                    </a:p>
                  </a:txBody>
                  <a:tcPr/>
                </a:tc>
                <a:tc>
                  <a:txBody>
                    <a:bodyPr/>
                    <a:lstStyle/>
                    <a:p>
                      <a:pPr lvl="0">
                        <a:buNone/>
                      </a:pPr>
                      <a:r>
                        <a:rPr lang="de-DE" sz="1400"/>
                        <a:t>0</a:t>
                      </a:r>
                    </a:p>
                  </a:txBody>
                  <a:tcPr/>
                </a:tc>
                <a:tc>
                  <a:txBody>
                    <a:bodyPr/>
                    <a:lstStyle/>
                    <a:p>
                      <a:pPr lvl="0">
                        <a:buNone/>
                      </a:pPr>
                      <a:r>
                        <a:rPr lang="de-DE" sz="1400"/>
                        <a:t>0</a:t>
                      </a:r>
                    </a:p>
                  </a:txBody>
                  <a:tcPr/>
                </a:tc>
                <a:tc>
                  <a:txBody>
                    <a:bodyPr/>
                    <a:lstStyle/>
                    <a:p>
                      <a:pPr lvl="0">
                        <a:buNone/>
                      </a:pPr>
                      <a:r>
                        <a:rPr lang="de-DE" sz="1400"/>
                        <a:t>0</a:t>
                      </a:r>
                    </a:p>
                  </a:txBody>
                  <a:tcPr/>
                </a:tc>
                <a:tc>
                  <a:txBody>
                    <a:bodyPr/>
                    <a:lstStyle/>
                    <a:p>
                      <a:pPr lvl="0">
                        <a:buNone/>
                      </a:pPr>
                      <a:r>
                        <a:rPr lang="de-DE" sz="1400"/>
                        <a:t>0</a:t>
                      </a:r>
                    </a:p>
                  </a:txBody>
                  <a:tcPr/>
                </a:tc>
                <a:tc>
                  <a:txBody>
                    <a:bodyPr/>
                    <a:lstStyle/>
                    <a:p>
                      <a:pPr lvl="0">
                        <a:buNone/>
                      </a:pPr>
                      <a:r>
                        <a:rPr lang="de-DE" sz="1400"/>
                        <a:t>0</a:t>
                      </a:r>
                    </a:p>
                  </a:txBody>
                  <a:tcPr/>
                </a:tc>
                <a:tc>
                  <a:txBody>
                    <a:bodyPr/>
                    <a:lstStyle/>
                    <a:p>
                      <a:pPr lvl="0">
                        <a:buNone/>
                      </a:pPr>
                      <a:r>
                        <a:rPr lang="de-DE" sz="1400"/>
                        <a:t>0</a:t>
                      </a:r>
                    </a:p>
                  </a:txBody>
                  <a:tcPr/>
                </a:tc>
                <a:tc>
                  <a:txBody>
                    <a:bodyPr/>
                    <a:lstStyle/>
                    <a:p>
                      <a:pPr lvl="0">
                        <a:buNone/>
                      </a:pPr>
                      <a:r>
                        <a:rPr lang="de-DE" sz="1400"/>
                        <a:t>0</a:t>
                      </a:r>
                    </a:p>
                  </a:txBody>
                  <a:tcPr/>
                </a:tc>
                <a:extLst>
                  <a:ext uri="{0D108BD9-81ED-4DB2-BD59-A6C34878D82A}">
                    <a16:rowId xmlns:a16="http://schemas.microsoft.com/office/drawing/2014/main" val="3425758347"/>
                  </a:ext>
                </a:extLst>
              </a:tr>
              <a:tr h="370838">
                <a:tc>
                  <a:txBody>
                    <a:bodyPr/>
                    <a:lstStyle/>
                    <a:p>
                      <a:pPr lvl="0">
                        <a:buNone/>
                      </a:pPr>
                      <a:r>
                        <a:rPr lang="de-DE" sz="1400"/>
                        <a:t>0</a:t>
                      </a:r>
                    </a:p>
                  </a:txBody>
                  <a:tcPr/>
                </a:tc>
                <a:tc>
                  <a:txBody>
                    <a:bodyPr/>
                    <a:lstStyle/>
                    <a:p>
                      <a:pPr lvl="0">
                        <a:buNone/>
                      </a:pPr>
                      <a:r>
                        <a:rPr lang="de-DE" sz="1400"/>
                        <a:t>0</a:t>
                      </a:r>
                    </a:p>
                  </a:txBody>
                  <a:tcPr/>
                </a:tc>
                <a:tc>
                  <a:txBody>
                    <a:bodyPr/>
                    <a:lstStyle/>
                    <a:p>
                      <a:pPr lvl="0">
                        <a:buNone/>
                      </a:pPr>
                      <a:r>
                        <a:rPr lang="de-DE" sz="1400"/>
                        <a:t>0</a:t>
                      </a:r>
                    </a:p>
                  </a:txBody>
                  <a:tcPr/>
                </a:tc>
                <a:tc>
                  <a:txBody>
                    <a:bodyPr/>
                    <a:lstStyle/>
                    <a:p>
                      <a:pPr lvl="0">
                        <a:buNone/>
                      </a:pPr>
                      <a:r>
                        <a:rPr lang="de-DE" sz="1400"/>
                        <a:t>0</a:t>
                      </a:r>
                    </a:p>
                  </a:txBody>
                  <a:tcPr/>
                </a:tc>
                <a:tc>
                  <a:txBody>
                    <a:bodyPr/>
                    <a:lstStyle/>
                    <a:p>
                      <a:pPr lvl="0">
                        <a:buNone/>
                      </a:pPr>
                      <a:r>
                        <a:rPr lang="de-DE" sz="1400"/>
                        <a:t>0</a:t>
                      </a:r>
                    </a:p>
                  </a:txBody>
                  <a:tcPr/>
                </a:tc>
                <a:tc>
                  <a:txBody>
                    <a:bodyPr/>
                    <a:lstStyle/>
                    <a:p>
                      <a:pPr lvl="0">
                        <a:buNone/>
                      </a:pPr>
                      <a:r>
                        <a:rPr lang="de-DE" sz="1400"/>
                        <a:t>0</a:t>
                      </a:r>
                    </a:p>
                  </a:txBody>
                  <a:tcPr/>
                </a:tc>
                <a:tc>
                  <a:txBody>
                    <a:bodyPr/>
                    <a:lstStyle/>
                    <a:p>
                      <a:pPr lvl="0">
                        <a:buNone/>
                      </a:pPr>
                      <a:r>
                        <a:rPr lang="de-DE" sz="1400"/>
                        <a:t>0</a:t>
                      </a:r>
                    </a:p>
                  </a:txBody>
                  <a:tcPr/>
                </a:tc>
                <a:tc>
                  <a:txBody>
                    <a:bodyPr/>
                    <a:lstStyle/>
                    <a:p>
                      <a:pPr lvl="0">
                        <a:buNone/>
                      </a:pPr>
                      <a:r>
                        <a:rPr lang="de-DE" sz="1400"/>
                        <a:t>0</a:t>
                      </a:r>
                    </a:p>
                  </a:txBody>
                  <a:tcPr/>
                </a:tc>
                <a:tc>
                  <a:txBody>
                    <a:bodyPr/>
                    <a:lstStyle/>
                    <a:p>
                      <a:pPr lvl="0">
                        <a:buNone/>
                      </a:pPr>
                      <a:r>
                        <a:rPr lang="de-DE" sz="1400"/>
                        <a:t>0</a:t>
                      </a:r>
                    </a:p>
                  </a:txBody>
                  <a:tcPr/>
                </a:tc>
                <a:tc>
                  <a:txBody>
                    <a:bodyPr/>
                    <a:lstStyle/>
                    <a:p>
                      <a:pPr lvl="0">
                        <a:buNone/>
                      </a:pPr>
                      <a:r>
                        <a:rPr lang="de-DE" sz="1400"/>
                        <a:t>0.90-1</a:t>
                      </a:r>
                    </a:p>
                  </a:txBody>
                  <a:tcPr/>
                </a:tc>
                <a:tc>
                  <a:txBody>
                    <a:bodyPr/>
                    <a:lstStyle/>
                    <a:p>
                      <a:pPr lvl="0">
                        <a:buNone/>
                      </a:pPr>
                      <a:r>
                        <a:rPr lang="de-DE" sz="1400"/>
                        <a:t>0.90-1</a:t>
                      </a:r>
                    </a:p>
                  </a:txBody>
                  <a:tcPr/>
                </a:tc>
                <a:tc>
                  <a:txBody>
                    <a:bodyPr/>
                    <a:lstStyle/>
                    <a:p>
                      <a:pPr lvl="0">
                        <a:buNone/>
                      </a:pPr>
                      <a:r>
                        <a:rPr lang="de-DE" sz="1400"/>
                        <a:t>0</a:t>
                      </a:r>
                    </a:p>
                  </a:txBody>
                  <a:tcPr/>
                </a:tc>
                <a:extLst>
                  <a:ext uri="{0D108BD9-81ED-4DB2-BD59-A6C34878D82A}">
                    <a16:rowId xmlns:a16="http://schemas.microsoft.com/office/drawing/2014/main" val="3786543771"/>
                  </a:ext>
                </a:extLst>
              </a:tr>
              <a:tr h="370838">
                <a:tc>
                  <a:txBody>
                    <a:bodyPr/>
                    <a:lstStyle/>
                    <a:p>
                      <a:pPr lvl="0">
                        <a:buNone/>
                      </a:pPr>
                      <a:r>
                        <a:rPr lang="de-DE" sz="1400"/>
                        <a:t>0.50</a:t>
                      </a:r>
                    </a:p>
                  </a:txBody>
                  <a:tcPr/>
                </a:tc>
                <a:tc>
                  <a:txBody>
                    <a:bodyPr/>
                    <a:lstStyle/>
                    <a:p>
                      <a:pPr lvl="0">
                        <a:buNone/>
                      </a:pPr>
                      <a:r>
                        <a:rPr lang="de-DE" sz="1400"/>
                        <a:t>0.50</a:t>
                      </a:r>
                    </a:p>
                  </a:txBody>
                  <a:tcPr/>
                </a:tc>
                <a:tc>
                  <a:txBody>
                    <a:bodyPr/>
                    <a:lstStyle/>
                    <a:p>
                      <a:pPr lvl="0">
                        <a:buNone/>
                      </a:pPr>
                      <a:r>
                        <a:rPr lang="de-DE" sz="1400"/>
                        <a:t>0.50</a:t>
                      </a:r>
                    </a:p>
                  </a:txBody>
                  <a:tcPr/>
                </a:tc>
                <a:tc>
                  <a:txBody>
                    <a:bodyPr/>
                    <a:lstStyle/>
                    <a:p>
                      <a:pPr lvl="0">
                        <a:buNone/>
                      </a:pPr>
                      <a:r>
                        <a:rPr lang="de-DE" sz="1400"/>
                        <a:t>0.50</a:t>
                      </a:r>
                    </a:p>
                  </a:txBody>
                  <a:tcPr/>
                </a:tc>
                <a:tc>
                  <a:txBody>
                    <a:bodyPr/>
                    <a:lstStyle/>
                    <a:p>
                      <a:pPr lvl="0">
                        <a:buNone/>
                      </a:pPr>
                      <a:r>
                        <a:rPr lang="de-DE" sz="1400"/>
                        <a:t>0.50</a:t>
                      </a:r>
                    </a:p>
                  </a:txBody>
                  <a:tcPr/>
                </a:tc>
                <a:tc>
                  <a:txBody>
                    <a:bodyPr/>
                    <a:lstStyle/>
                    <a:p>
                      <a:pPr lvl="0">
                        <a:buNone/>
                      </a:pPr>
                      <a:r>
                        <a:rPr lang="de-DE" sz="1400"/>
                        <a:t>0.70</a:t>
                      </a:r>
                    </a:p>
                  </a:txBody>
                  <a:tcPr/>
                </a:tc>
                <a:tc>
                  <a:txBody>
                    <a:bodyPr/>
                    <a:lstStyle/>
                    <a:p>
                      <a:pPr lvl="0">
                        <a:buNone/>
                      </a:pPr>
                      <a:r>
                        <a:rPr lang="de-DE" sz="1400"/>
                        <a:t>0.70</a:t>
                      </a:r>
                    </a:p>
                  </a:txBody>
                  <a:tcPr/>
                </a:tc>
                <a:tc>
                  <a:txBody>
                    <a:bodyPr/>
                    <a:lstStyle/>
                    <a:p>
                      <a:pPr lvl="0">
                        <a:buNone/>
                      </a:pPr>
                      <a:r>
                        <a:rPr lang="de-DE" sz="1400"/>
                        <a:t>0.70</a:t>
                      </a:r>
                    </a:p>
                  </a:txBody>
                  <a:tcPr/>
                </a:tc>
                <a:tc>
                  <a:txBody>
                    <a:bodyPr/>
                    <a:lstStyle/>
                    <a:p>
                      <a:pPr lvl="0">
                        <a:buNone/>
                      </a:pPr>
                      <a:r>
                        <a:rPr lang="de-DE" sz="1400"/>
                        <a:t>0.70</a:t>
                      </a:r>
                    </a:p>
                  </a:txBody>
                  <a:tcPr/>
                </a:tc>
                <a:tc>
                  <a:txBody>
                    <a:bodyPr/>
                    <a:lstStyle/>
                    <a:p>
                      <a:pPr lvl="0">
                        <a:buNone/>
                      </a:pPr>
                      <a:r>
                        <a:rPr lang="de-DE" sz="1400"/>
                        <a:t>0.80</a:t>
                      </a:r>
                    </a:p>
                  </a:txBody>
                  <a:tcPr/>
                </a:tc>
                <a:tc>
                  <a:txBody>
                    <a:bodyPr/>
                    <a:lstStyle/>
                    <a:p>
                      <a:pPr lvl="0">
                        <a:buNone/>
                      </a:pPr>
                      <a:r>
                        <a:rPr lang="de-DE" sz="1400"/>
                        <a:t>0.80</a:t>
                      </a:r>
                    </a:p>
                  </a:txBody>
                  <a:tcPr/>
                </a:tc>
                <a:tc>
                  <a:txBody>
                    <a:bodyPr/>
                    <a:lstStyle/>
                    <a:p>
                      <a:pPr lvl="0">
                        <a:buNone/>
                      </a:pPr>
                      <a:r>
                        <a:rPr lang="de-DE" sz="1400"/>
                        <a:t>0.70</a:t>
                      </a:r>
                    </a:p>
                  </a:txBody>
                  <a:tcPr/>
                </a:tc>
                <a:extLst>
                  <a:ext uri="{0D108BD9-81ED-4DB2-BD59-A6C34878D82A}">
                    <a16:rowId xmlns:a16="http://schemas.microsoft.com/office/drawing/2014/main" val="3117144072"/>
                  </a:ext>
                </a:extLst>
              </a:tr>
            </a:tbl>
          </a:graphicData>
        </a:graphic>
      </p:graphicFrame>
    </p:spTree>
    <p:extLst>
      <p:ext uri="{BB962C8B-B14F-4D97-AF65-F5344CB8AC3E}">
        <p14:creationId xmlns:p14="http://schemas.microsoft.com/office/powerpoint/2010/main" val="20302285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el 1">
            <a:extLst>
              <a:ext uri="{FF2B5EF4-FFF2-40B4-BE49-F238E27FC236}">
                <a16:creationId xmlns:a16="http://schemas.microsoft.com/office/drawing/2014/main" id="{F243B2F7-A2BC-02EA-4CD3-B8C074C8251C}"/>
              </a:ext>
            </a:extLst>
          </p:cNvPr>
          <p:cNvSpPr>
            <a:spLocks noGrp="1"/>
          </p:cNvSpPr>
          <p:nvPr>
            <p:ph type="title"/>
          </p:nvPr>
        </p:nvSpPr>
        <p:spPr>
          <a:xfrm>
            <a:off x="288000" y="144000"/>
            <a:ext cx="8568000" cy="543600"/>
          </a:xfrm>
        </p:spPr>
        <p:txBody>
          <a:bodyPr/>
          <a:lstStyle/>
          <a:p>
            <a:r>
              <a:rPr lang="en-US" err="1">
                <a:latin typeface="Arial"/>
                <a:cs typeface="Arial"/>
              </a:rPr>
              <a:t>Feeder_metadata</a:t>
            </a:r>
            <a:r>
              <a:rPr lang="en-US">
                <a:latin typeface="Arial"/>
                <a:cs typeface="Arial"/>
              </a:rPr>
              <a:t> (Temperature = 0) mistral-small-4-119b-2603 rows=10</a:t>
            </a:r>
            <a:endParaRPr lang="en-US"/>
          </a:p>
        </p:txBody>
      </p:sp>
      <p:graphicFrame>
        <p:nvGraphicFramePr>
          <p:cNvPr id="6" name="Chart 5">
            <a:extLst>
              <a:ext uri="{FF2B5EF4-FFF2-40B4-BE49-F238E27FC236}">
                <a16:creationId xmlns:a16="http://schemas.microsoft.com/office/drawing/2014/main" id="{C778D183-7DB3-AF7D-1CCA-600BD494A714}"/>
              </a:ext>
            </a:extLst>
          </p:cNvPr>
          <p:cNvGraphicFramePr/>
          <p:nvPr>
            <p:extLst>
              <p:ext uri="{D42A27DB-BD31-4B8C-83A1-F6EECF244321}">
                <p14:modId xmlns:p14="http://schemas.microsoft.com/office/powerpoint/2010/main" val="3320871743"/>
              </p:ext>
            </p:extLst>
          </p:nvPr>
        </p:nvGraphicFramePr>
        <p:xfrm>
          <a:off x="1349828" y="1401535"/>
          <a:ext cx="6451600" cy="3871913"/>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26982068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FB95F1-DD5C-B8B7-BFB7-AE732AFD94AA}"/>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61C9125C-358F-240D-A015-A13A5908B64C}"/>
              </a:ext>
            </a:extLst>
          </p:cNvPr>
          <p:cNvSpPr>
            <a:spLocks noGrp="1"/>
          </p:cNvSpPr>
          <p:nvPr>
            <p:ph type="title"/>
          </p:nvPr>
        </p:nvSpPr>
        <p:spPr/>
        <p:txBody>
          <a:bodyPr/>
          <a:lstStyle/>
          <a:p>
            <a:r>
              <a:rPr lang="en-US" err="1">
                <a:latin typeface="Arial"/>
                <a:cs typeface="Arial"/>
              </a:rPr>
              <a:t>Feeder_metadata</a:t>
            </a:r>
            <a:r>
              <a:rPr lang="en-US">
                <a:latin typeface="Arial"/>
                <a:cs typeface="Arial"/>
              </a:rPr>
              <a:t> (Temperature = 0) gpt-5.4-mini rows=10</a:t>
            </a:r>
            <a:endParaRPr lang="en-US"/>
          </a:p>
        </p:txBody>
      </p:sp>
      <p:graphicFrame>
        <p:nvGraphicFramePr>
          <p:cNvPr id="4" name="Tabelle 3">
            <a:extLst>
              <a:ext uri="{FF2B5EF4-FFF2-40B4-BE49-F238E27FC236}">
                <a16:creationId xmlns:a16="http://schemas.microsoft.com/office/drawing/2014/main" id="{F81A16C3-2C61-CB9B-10BF-A3D4DEF7F4DD}"/>
              </a:ext>
            </a:extLst>
          </p:cNvPr>
          <p:cNvGraphicFramePr>
            <a:graphicFrameLocks noGrp="1"/>
          </p:cNvGraphicFramePr>
          <p:nvPr>
            <p:extLst>
              <p:ext uri="{D42A27DB-BD31-4B8C-83A1-F6EECF244321}">
                <p14:modId xmlns:p14="http://schemas.microsoft.com/office/powerpoint/2010/main" val="833865316"/>
              </p:ext>
            </p:extLst>
          </p:nvPr>
        </p:nvGraphicFramePr>
        <p:xfrm>
          <a:off x="295015" y="976376"/>
          <a:ext cx="8628575" cy="4000676"/>
        </p:xfrm>
        <a:graphic>
          <a:graphicData uri="http://schemas.openxmlformats.org/drawingml/2006/table">
            <a:tbl>
              <a:tblPr firstRow="1" bandRow="1">
                <a:tableStyleId>{5C22544A-7EE6-4342-B048-85BDC9FD1C3A}</a:tableStyleId>
              </a:tblPr>
              <a:tblGrid>
                <a:gridCol w="713417">
                  <a:extLst>
                    <a:ext uri="{9D8B030D-6E8A-4147-A177-3AD203B41FA5}">
                      <a16:colId xmlns:a16="http://schemas.microsoft.com/office/drawing/2014/main" val="928571187"/>
                    </a:ext>
                  </a:extLst>
                </a:gridCol>
                <a:gridCol w="713417">
                  <a:extLst>
                    <a:ext uri="{9D8B030D-6E8A-4147-A177-3AD203B41FA5}">
                      <a16:colId xmlns:a16="http://schemas.microsoft.com/office/drawing/2014/main" val="3482727297"/>
                    </a:ext>
                  </a:extLst>
                </a:gridCol>
                <a:gridCol w="713417">
                  <a:extLst>
                    <a:ext uri="{9D8B030D-6E8A-4147-A177-3AD203B41FA5}">
                      <a16:colId xmlns:a16="http://schemas.microsoft.com/office/drawing/2014/main" val="2681182858"/>
                    </a:ext>
                  </a:extLst>
                </a:gridCol>
                <a:gridCol w="713417">
                  <a:extLst>
                    <a:ext uri="{9D8B030D-6E8A-4147-A177-3AD203B41FA5}">
                      <a16:colId xmlns:a16="http://schemas.microsoft.com/office/drawing/2014/main" val="149693097"/>
                    </a:ext>
                  </a:extLst>
                </a:gridCol>
                <a:gridCol w="713417">
                  <a:extLst>
                    <a:ext uri="{9D8B030D-6E8A-4147-A177-3AD203B41FA5}">
                      <a16:colId xmlns:a16="http://schemas.microsoft.com/office/drawing/2014/main" val="3124726241"/>
                    </a:ext>
                  </a:extLst>
                </a:gridCol>
                <a:gridCol w="713417">
                  <a:extLst>
                    <a:ext uri="{9D8B030D-6E8A-4147-A177-3AD203B41FA5}">
                      <a16:colId xmlns:a16="http://schemas.microsoft.com/office/drawing/2014/main" val="2154533912"/>
                    </a:ext>
                  </a:extLst>
                </a:gridCol>
                <a:gridCol w="713417">
                  <a:extLst>
                    <a:ext uri="{9D8B030D-6E8A-4147-A177-3AD203B41FA5}">
                      <a16:colId xmlns:a16="http://schemas.microsoft.com/office/drawing/2014/main" val="2092475998"/>
                    </a:ext>
                  </a:extLst>
                </a:gridCol>
                <a:gridCol w="713417">
                  <a:extLst>
                    <a:ext uri="{9D8B030D-6E8A-4147-A177-3AD203B41FA5}">
                      <a16:colId xmlns:a16="http://schemas.microsoft.com/office/drawing/2014/main" val="3910534623"/>
                    </a:ext>
                  </a:extLst>
                </a:gridCol>
                <a:gridCol w="713417">
                  <a:extLst>
                    <a:ext uri="{9D8B030D-6E8A-4147-A177-3AD203B41FA5}">
                      <a16:colId xmlns:a16="http://schemas.microsoft.com/office/drawing/2014/main" val="1805982607"/>
                    </a:ext>
                  </a:extLst>
                </a:gridCol>
                <a:gridCol w="713417">
                  <a:extLst>
                    <a:ext uri="{9D8B030D-6E8A-4147-A177-3AD203B41FA5}">
                      <a16:colId xmlns:a16="http://schemas.microsoft.com/office/drawing/2014/main" val="3967829655"/>
                    </a:ext>
                  </a:extLst>
                </a:gridCol>
                <a:gridCol w="713417">
                  <a:extLst>
                    <a:ext uri="{9D8B030D-6E8A-4147-A177-3AD203B41FA5}">
                      <a16:colId xmlns:a16="http://schemas.microsoft.com/office/drawing/2014/main" val="169780462"/>
                    </a:ext>
                  </a:extLst>
                </a:gridCol>
                <a:gridCol w="780988">
                  <a:extLst>
                    <a:ext uri="{9D8B030D-6E8A-4147-A177-3AD203B41FA5}">
                      <a16:colId xmlns:a16="http://schemas.microsoft.com/office/drawing/2014/main" val="683431738"/>
                    </a:ext>
                  </a:extLst>
                </a:gridCol>
              </a:tblGrid>
              <a:tr h="578470">
                <a:tc>
                  <a:txBody>
                    <a:bodyPr/>
                    <a:lstStyle/>
                    <a:p>
                      <a:endParaRPr lang="de-DE" sz="1400"/>
                    </a:p>
                  </a:txBody>
                  <a:tcPr/>
                </a:tc>
                <a:tc>
                  <a:txBody>
                    <a:bodyPr/>
                    <a:lstStyle/>
                    <a:p>
                      <a:pPr lvl="0">
                        <a:buNone/>
                      </a:pPr>
                      <a:r>
                        <a:rPr lang="de-DE" sz="1400" err="1"/>
                        <a:t>feeder</a:t>
                      </a:r>
                    </a:p>
                  </a:txBody>
                  <a:tcPr/>
                </a:tc>
                <a:tc>
                  <a:txBody>
                    <a:bodyPr/>
                    <a:lstStyle/>
                    <a:p>
                      <a:pPr marL="0" lvl="0" indent="0" algn="l">
                        <a:lnSpc>
                          <a:spcPct val="100000"/>
                        </a:lnSpc>
                        <a:buNone/>
                      </a:pPr>
                      <a:r>
                        <a:rPr lang="de-DE" sz="1400" b="1" i="0" u="none" strike="noStrike" baseline="0" noProof="0" err="1">
                          <a:solidFill>
                            <a:srgbClr val="FFFFFF"/>
                          </a:solidFill>
                          <a:latin typeface="Arial"/>
                          <a:cs typeface="Arial"/>
                        </a:rPr>
                        <a:t>substation</a:t>
                      </a:r>
                      <a:endParaRPr lang="de-DE" err="1"/>
                    </a:p>
                    <a:p>
                      <a:pPr lvl="0">
                        <a:buNone/>
                      </a:pPr>
                      <a:endParaRPr lang="de-DE" sz="1400"/>
                    </a:p>
                  </a:txBody>
                  <a:tcPr/>
                </a:tc>
                <a:tc>
                  <a:txBody>
                    <a:bodyPr/>
                    <a:lstStyle/>
                    <a:p>
                      <a:r>
                        <a:rPr lang="de-DE" sz="1400"/>
                        <a:t>date</a:t>
                      </a:r>
                    </a:p>
                  </a:txBody>
                  <a:tcPr/>
                </a:tc>
                <a:tc>
                  <a:txBody>
                    <a:bodyPr/>
                    <a:lstStyle/>
                    <a:p>
                      <a:r>
                        <a:rPr lang="de-DE" sz="1400" err="1"/>
                        <a:t>Housing_unit_count</a:t>
                      </a:r>
                    </a:p>
                  </a:txBody>
                  <a:tcPr/>
                </a:tc>
                <a:tc>
                  <a:txBody>
                    <a:bodyPr/>
                    <a:lstStyle/>
                    <a:p>
                      <a:pPr marL="0" lvl="0" indent="0" algn="l">
                        <a:lnSpc>
                          <a:spcPct val="100000"/>
                        </a:lnSpc>
                        <a:buNone/>
                      </a:pPr>
                      <a:r>
                        <a:rPr lang="de-DE" sz="1400" b="1" i="0" u="none" strike="noStrike" baseline="0" noProof="0" err="1">
                          <a:solidFill>
                            <a:srgbClr val="FFFFFF"/>
                          </a:solidFill>
                          <a:latin typeface="Arial"/>
                          <a:cs typeface="Arial"/>
                        </a:rPr>
                        <a:t>industry_and_commerce_count</a:t>
                      </a:r>
                      <a:endParaRPr lang="de-DE" err="1"/>
                    </a:p>
                    <a:p>
                      <a:pPr lvl="0">
                        <a:buNone/>
                      </a:pPr>
                      <a:endParaRPr lang="de-DE" sz="1400"/>
                    </a:p>
                  </a:txBody>
                  <a:tcPr/>
                </a:tc>
                <a:tc>
                  <a:txBody>
                    <a:bodyPr/>
                    <a:lstStyle/>
                    <a:p>
                      <a:pPr marL="0" lvl="0" indent="0" algn="l">
                        <a:lnSpc>
                          <a:spcPct val="100000"/>
                        </a:lnSpc>
                        <a:buNone/>
                      </a:pPr>
                      <a:r>
                        <a:rPr lang="de-DE" sz="1400" b="1" i="0" u="none" strike="noStrike" baseline="0" noProof="0" err="1">
                          <a:solidFill>
                            <a:srgbClr val="FFFFFF"/>
                          </a:solidFill>
                          <a:latin typeface="Arial"/>
                          <a:cs typeface="Arial"/>
                        </a:rPr>
                        <a:t>storage_heaters_kW</a:t>
                      </a:r>
                      <a:endParaRPr lang="de-DE" err="1"/>
                    </a:p>
                    <a:p>
                      <a:pPr lvl="0">
                        <a:buNone/>
                      </a:pPr>
                      <a:endParaRPr lang="de-DE" sz="1400"/>
                    </a:p>
                  </a:txBody>
                  <a:tcPr/>
                </a:tc>
                <a:tc>
                  <a:txBody>
                    <a:bodyPr/>
                    <a:lstStyle/>
                    <a:p>
                      <a:pPr marL="0" lvl="0" indent="0" algn="l">
                        <a:lnSpc>
                          <a:spcPct val="100000"/>
                        </a:lnSpc>
                        <a:buNone/>
                      </a:pPr>
                      <a:r>
                        <a:rPr lang="de-DE" sz="1400" b="1" i="0" u="none" strike="noStrike" baseline="0" noProof="0" err="1">
                          <a:solidFill>
                            <a:srgbClr val="FFFFFF"/>
                          </a:solidFill>
                          <a:latin typeface="Arial"/>
                          <a:cs typeface="Arial"/>
                        </a:rPr>
                        <a:t>heat_pumps_kW</a:t>
                      </a:r>
                      <a:endParaRPr lang="de-DE" err="1"/>
                    </a:p>
                    <a:p>
                      <a:pPr lvl="0">
                        <a:buNone/>
                      </a:pPr>
                      <a:endParaRPr lang="de-DE" sz="1400"/>
                    </a:p>
                  </a:txBody>
                  <a:tcPr/>
                </a:tc>
                <a:tc>
                  <a:txBody>
                    <a:bodyPr/>
                    <a:lstStyle/>
                    <a:p>
                      <a:pPr marL="0" lvl="0" indent="0" algn="l">
                        <a:lnSpc>
                          <a:spcPct val="100000"/>
                        </a:lnSpc>
                        <a:buNone/>
                      </a:pPr>
                      <a:r>
                        <a:rPr lang="de-DE" sz="1400" b="1" i="0" u="none" strike="noStrike" baseline="0" noProof="0" err="1">
                          <a:solidFill>
                            <a:srgbClr val="FFFFFF"/>
                          </a:solidFill>
                          <a:latin typeface="Arial"/>
                          <a:cs typeface="Arial"/>
                        </a:rPr>
                        <a:t>electric_heaters_kW</a:t>
                      </a:r>
                      <a:endParaRPr lang="de-DE" err="1"/>
                    </a:p>
                    <a:p>
                      <a:pPr lvl="0">
                        <a:buNone/>
                      </a:pPr>
                      <a:endParaRPr lang="de-DE" sz="1400"/>
                    </a:p>
                  </a:txBody>
                  <a:tcPr/>
                </a:tc>
                <a:tc>
                  <a:txBody>
                    <a:bodyPr/>
                    <a:lstStyle/>
                    <a:p>
                      <a:pPr marL="0" lvl="0" indent="0" algn="l">
                        <a:lnSpc>
                          <a:spcPct val="100000"/>
                        </a:lnSpc>
                        <a:buNone/>
                      </a:pPr>
                      <a:r>
                        <a:rPr lang="de-DE" sz="1400" b="1" i="0" u="none" strike="noStrike" baseline="0" noProof="0" err="1">
                          <a:solidFill>
                            <a:srgbClr val="FFFFFF"/>
                          </a:solidFill>
                          <a:latin typeface="Arial"/>
                          <a:cs typeface="Arial"/>
                        </a:rPr>
                        <a:t>hot_water_tanks_kW</a:t>
                      </a:r>
                      <a:endParaRPr lang="de-DE" err="1"/>
                    </a:p>
                    <a:p>
                      <a:pPr lvl="0">
                        <a:buNone/>
                      </a:pPr>
                      <a:endParaRPr lang="de-DE" sz="1400"/>
                    </a:p>
                  </a:txBody>
                  <a:tcPr/>
                </a:tc>
                <a:tc>
                  <a:txBody>
                    <a:bodyPr/>
                    <a:lstStyle/>
                    <a:p>
                      <a:pPr marL="0" lvl="0" indent="0" algn="l">
                        <a:lnSpc>
                          <a:spcPct val="100000"/>
                        </a:lnSpc>
                        <a:buNone/>
                      </a:pPr>
                      <a:r>
                        <a:rPr lang="de-DE" sz="1400" b="1" i="0" u="none" strike="noStrike" baseline="0" noProof="0" err="1">
                          <a:solidFill>
                            <a:srgbClr val="FFFFFF"/>
                          </a:solidFill>
                          <a:latin typeface="Arial"/>
                          <a:cs typeface="Arial"/>
                        </a:rPr>
                        <a:t>flow-type_heaters_kW</a:t>
                      </a:r>
                      <a:endParaRPr lang="de-DE" err="1"/>
                    </a:p>
                    <a:p>
                      <a:pPr lvl="0">
                        <a:buNone/>
                      </a:pPr>
                      <a:endParaRPr lang="de-DE" sz="1400"/>
                    </a:p>
                  </a:txBody>
                  <a:tcPr/>
                </a:tc>
                <a:tc>
                  <a:txBody>
                    <a:bodyPr/>
                    <a:lstStyle/>
                    <a:p>
                      <a:pPr marL="0" lvl="0" indent="0" algn="l">
                        <a:lnSpc>
                          <a:spcPct val="100000"/>
                        </a:lnSpc>
                        <a:buNone/>
                      </a:pPr>
                      <a:r>
                        <a:rPr lang="de-DE" sz="1400" b="1" i="0" u="none" strike="noStrike" baseline="0" noProof="0" err="1">
                          <a:solidFill>
                            <a:srgbClr val="FFFFFF"/>
                          </a:solidFill>
                          <a:latin typeface="Arial"/>
                          <a:cs typeface="Arial"/>
                        </a:rPr>
                        <a:t>EV_chargers_kW</a:t>
                      </a:r>
                      <a:endParaRPr lang="de-DE" err="1"/>
                    </a:p>
                    <a:p>
                      <a:pPr lvl="0">
                        <a:buNone/>
                      </a:pPr>
                      <a:endParaRPr lang="de-DE" sz="1400"/>
                    </a:p>
                  </a:txBody>
                  <a:tcPr/>
                </a:tc>
                <a:extLst>
                  <a:ext uri="{0D108BD9-81ED-4DB2-BD59-A6C34878D82A}">
                    <a16:rowId xmlns:a16="http://schemas.microsoft.com/office/drawing/2014/main" val="2441269539"/>
                  </a:ext>
                </a:extLst>
              </a:tr>
              <a:tr h="426027">
                <a:tc>
                  <a:txBody>
                    <a:bodyPr/>
                    <a:lstStyle/>
                    <a:p>
                      <a:r>
                        <a:rPr lang="de-DE" sz="1400"/>
                        <a:t>1-all</a:t>
                      </a:r>
                    </a:p>
                  </a:txBody>
                  <a:tcPr/>
                </a:tc>
                <a:tc>
                  <a:txBody>
                    <a:bodyPr/>
                    <a:lstStyle/>
                    <a:p>
                      <a:r>
                        <a:rPr lang="de-DE" sz="1400"/>
                        <a:t>0.85</a:t>
                      </a:r>
                    </a:p>
                  </a:txBody>
                  <a:tcPr/>
                </a:tc>
                <a:tc>
                  <a:txBody>
                    <a:bodyPr/>
                    <a:lstStyle/>
                    <a:p>
                      <a:r>
                        <a:rPr lang="de-DE" sz="1400"/>
                        <a:t>0.90</a:t>
                      </a:r>
                    </a:p>
                  </a:txBody>
                  <a:tcPr/>
                </a:tc>
                <a:tc>
                  <a:txBody>
                    <a:bodyPr/>
                    <a:lstStyle/>
                    <a:p>
                      <a:r>
                        <a:rPr lang="de-DE" sz="1400"/>
                        <a:t>0.70</a:t>
                      </a:r>
                    </a:p>
                  </a:txBody>
                  <a:tcPr/>
                </a:tc>
                <a:tc>
                  <a:txBody>
                    <a:bodyPr/>
                    <a:lstStyle/>
                    <a:p>
                      <a:r>
                        <a:rPr lang="de-DE" sz="1400"/>
                        <a:t>0.80</a:t>
                      </a:r>
                    </a:p>
                  </a:txBody>
                  <a:tcPr/>
                </a:tc>
                <a:tc>
                  <a:txBody>
                    <a:bodyPr/>
                    <a:lstStyle/>
                    <a:p>
                      <a:r>
                        <a:rPr lang="de-DE" sz="1400"/>
                        <a:t>0.80</a:t>
                      </a:r>
                    </a:p>
                  </a:txBody>
                  <a:tcPr/>
                </a:tc>
                <a:tc>
                  <a:txBody>
                    <a:bodyPr/>
                    <a:lstStyle/>
                    <a:p>
                      <a:r>
                        <a:rPr lang="de-DE" sz="1400"/>
                        <a:t>0.75</a:t>
                      </a:r>
                    </a:p>
                  </a:txBody>
                  <a:tcPr/>
                </a:tc>
                <a:tc>
                  <a:txBody>
                    <a:bodyPr/>
                    <a:lstStyle/>
                    <a:p>
                      <a:pPr lvl="0">
                        <a:buNone/>
                      </a:pPr>
                      <a:r>
                        <a:rPr lang="de-DE" sz="1400" b="0" i="0" u="none" strike="noStrike" noProof="0">
                          <a:solidFill>
                            <a:srgbClr val="000000"/>
                          </a:solidFill>
                          <a:latin typeface="Arial"/>
                          <a:cs typeface="Arial"/>
                        </a:rPr>
                        <a:t>0.75</a:t>
                      </a:r>
                    </a:p>
                  </a:txBody>
                  <a:tcPr/>
                </a:tc>
                <a:tc>
                  <a:txBody>
                    <a:bodyPr/>
                    <a:lstStyle/>
                    <a:p>
                      <a:pPr lvl="0">
                        <a:buNone/>
                      </a:pPr>
                      <a:r>
                        <a:rPr lang="de-DE" sz="1400" b="0" i="0" u="none" strike="noStrike" noProof="0">
                          <a:solidFill>
                            <a:srgbClr val="000000"/>
                          </a:solidFill>
                          <a:latin typeface="Arial"/>
                          <a:cs typeface="Arial"/>
                        </a:rPr>
                        <a:t>0.75</a:t>
                      </a:r>
                    </a:p>
                  </a:txBody>
                  <a:tcPr/>
                </a:tc>
                <a:tc>
                  <a:txBody>
                    <a:bodyPr/>
                    <a:lstStyle/>
                    <a:p>
                      <a:pPr lvl="0">
                        <a:buNone/>
                      </a:pPr>
                      <a:r>
                        <a:rPr lang="de-DE" sz="1400" b="0" i="0" u="none" strike="noStrike" noProof="0">
                          <a:solidFill>
                            <a:srgbClr val="000000"/>
                          </a:solidFill>
                          <a:latin typeface="Arial"/>
                          <a:cs typeface="Arial"/>
                        </a:rPr>
                        <a:t>0.75</a:t>
                      </a:r>
                    </a:p>
                  </a:txBody>
                  <a:tcPr/>
                </a:tc>
                <a:tc>
                  <a:txBody>
                    <a:bodyPr/>
                    <a:lstStyle/>
                    <a:p>
                      <a:pPr lvl="0">
                        <a:buNone/>
                      </a:pPr>
                      <a:r>
                        <a:rPr lang="de-DE" sz="1400" b="0" i="0" u="none" strike="noStrike" noProof="0">
                          <a:solidFill>
                            <a:srgbClr val="000000"/>
                          </a:solidFill>
                          <a:latin typeface="Arial"/>
                          <a:cs typeface="Arial"/>
                        </a:rPr>
                        <a:t>0.75</a:t>
                      </a:r>
                    </a:p>
                  </a:txBody>
                  <a:tcPr/>
                </a:tc>
                <a:tc>
                  <a:txBody>
                    <a:bodyPr/>
                    <a:lstStyle/>
                    <a:p>
                      <a:pPr lvl="0">
                        <a:buNone/>
                      </a:pPr>
                      <a:r>
                        <a:rPr lang="de-DE" sz="1400" b="0" i="0" u="none" strike="noStrike" noProof="0">
                          <a:solidFill>
                            <a:srgbClr val="000000"/>
                          </a:solidFill>
                          <a:latin typeface="Arial"/>
                          <a:cs typeface="Arial"/>
                        </a:rPr>
                        <a:t>0.85</a:t>
                      </a:r>
                    </a:p>
                  </a:txBody>
                  <a:tcPr/>
                </a:tc>
                <a:extLst>
                  <a:ext uri="{0D108BD9-81ED-4DB2-BD59-A6C34878D82A}">
                    <a16:rowId xmlns:a16="http://schemas.microsoft.com/office/drawing/2014/main" val="43103680"/>
                  </a:ext>
                </a:extLst>
              </a:tr>
              <a:tr h="368709">
                <a:tc>
                  <a:txBody>
                    <a:bodyPr/>
                    <a:lstStyle/>
                    <a:p>
                      <a:r>
                        <a:rPr lang="de-DE" sz="1400"/>
                        <a:t>2</a:t>
                      </a:r>
                    </a:p>
                  </a:txBody>
                  <a:tcPr/>
                </a:tc>
                <a:tc>
                  <a:txBody>
                    <a:bodyPr/>
                    <a:lstStyle/>
                    <a:p>
                      <a:r>
                        <a:rPr lang="de-DE" sz="1400"/>
                        <a:t>0.85-1</a:t>
                      </a:r>
                    </a:p>
                  </a:txBody>
                  <a:tcPr/>
                </a:tc>
                <a:tc>
                  <a:txBody>
                    <a:bodyPr/>
                    <a:lstStyle/>
                    <a:p>
                      <a:r>
                        <a:rPr lang="de-DE" sz="1400"/>
                        <a:t>0.90-1</a:t>
                      </a:r>
                    </a:p>
                  </a:txBody>
                  <a:tcPr/>
                </a:tc>
                <a:tc>
                  <a:txBody>
                    <a:bodyPr/>
                    <a:lstStyle/>
                    <a:p>
                      <a:r>
                        <a:rPr lang="de-DE" sz="1400"/>
                        <a:t>0.75-1</a:t>
                      </a:r>
                    </a:p>
                  </a:txBody>
                  <a:tcPr/>
                </a:tc>
                <a:tc>
                  <a:txBody>
                    <a:bodyPr/>
                    <a:lstStyle/>
                    <a:p>
                      <a:r>
                        <a:rPr lang="de-DE" sz="1400"/>
                        <a:t>0.80-1</a:t>
                      </a:r>
                    </a:p>
                  </a:txBody>
                  <a:tcPr/>
                </a:tc>
                <a:tc>
                  <a:txBody>
                    <a:bodyPr/>
                    <a:lstStyle/>
                    <a:p>
                      <a:r>
                        <a:rPr lang="de-DE" sz="1400"/>
                        <a:t>0.80-1</a:t>
                      </a:r>
                    </a:p>
                  </a:txBody>
                  <a:tcPr/>
                </a:tc>
                <a:tc>
                  <a:txBody>
                    <a:bodyPr/>
                    <a:lstStyle/>
                    <a:p>
                      <a:r>
                        <a:rPr lang="de-DE" sz="1400"/>
                        <a:t>0.70</a:t>
                      </a:r>
                    </a:p>
                  </a:txBody>
                  <a:tcPr/>
                </a:tc>
                <a:tc>
                  <a:txBody>
                    <a:bodyPr/>
                    <a:lstStyle/>
                    <a:p>
                      <a:r>
                        <a:rPr lang="de-DE" sz="1400"/>
                        <a:t>0.70</a:t>
                      </a:r>
                    </a:p>
                  </a:txBody>
                  <a:tcPr/>
                </a:tc>
                <a:tc>
                  <a:txBody>
                    <a:bodyPr/>
                    <a:lstStyle/>
                    <a:p>
                      <a:r>
                        <a:rPr lang="de-DE" sz="1400"/>
                        <a:t>0.70</a:t>
                      </a:r>
                    </a:p>
                  </a:txBody>
                  <a:tcPr/>
                </a:tc>
                <a:tc>
                  <a:txBody>
                    <a:bodyPr/>
                    <a:lstStyle/>
                    <a:p>
                      <a:r>
                        <a:rPr lang="de-DE" sz="1400"/>
                        <a:t>0.65</a:t>
                      </a:r>
                    </a:p>
                  </a:txBody>
                  <a:tcPr/>
                </a:tc>
                <a:tc>
                  <a:txBody>
                    <a:bodyPr/>
                    <a:lstStyle/>
                    <a:p>
                      <a:pPr lvl="0">
                        <a:buNone/>
                      </a:pPr>
                      <a:r>
                        <a:rPr lang="de-DE" sz="1400"/>
                        <a:t>0.70</a:t>
                      </a:r>
                    </a:p>
                  </a:txBody>
                  <a:tcPr/>
                </a:tc>
                <a:tc>
                  <a:txBody>
                    <a:bodyPr/>
                    <a:lstStyle/>
                    <a:p>
                      <a:pPr lvl="0">
                        <a:buNone/>
                      </a:pPr>
                      <a:r>
                        <a:rPr lang="de-DE" sz="1400"/>
                        <a:t>0.85-1</a:t>
                      </a:r>
                    </a:p>
                  </a:txBody>
                  <a:tcPr/>
                </a:tc>
                <a:extLst>
                  <a:ext uri="{0D108BD9-81ED-4DB2-BD59-A6C34878D82A}">
                    <a16:rowId xmlns:a16="http://schemas.microsoft.com/office/drawing/2014/main" val="3187255955"/>
                  </a:ext>
                </a:extLst>
              </a:tr>
              <a:tr h="405245">
                <a:tc>
                  <a:txBody>
                    <a:bodyPr/>
                    <a:lstStyle/>
                    <a:p>
                      <a:pPr lvl="0">
                        <a:buNone/>
                      </a:pPr>
                      <a:r>
                        <a:rPr lang="de-DE" sz="1400"/>
                        <a:t>3-all</a:t>
                      </a:r>
                    </a:p>
                  </a:txBody>
                  <a:tcPr/>
                </a:tc>
                <a:tc>
                  <a:txBody>
                    <a:bodyPr/>
                    <a:lstStyle/>
                    <a:p>
                      <a:pPr lvl="0">
                        <a:buNone/>
                      </a:pPr>
                      <a:r>
                        <a:rPr lang="de-DE" sz="1400"/>
                        <a:t>0.85</a:t>
                      </a:r>
                    </a:p>
                  </a:txBody>
                  <a:tcPr/>
                </a:tc>
                <a:tc>
                  <a:txBody>
                    <a:bodyPr/>
                    <a:lstStyle/>
                    <a:p>
                      <a:pPr lvl="0">
                        <a:buNone/>
                      </a:pPr>
                      <a:r>
                        <a:rPr lang="de-DE" sz="1400"/>
                        <a:t>0.90</a:t>
                      </a:r>
                    </a:p>
                  </a:txBody>
                  <a:tcPr/>
                </a:tc>
                <a:tc>
                  <a:txBody>
                    <a:bodyPr/>
                    <a:lstStyle/>
                    <a:p>
                      <a:pPr lvl="0">
                        <a:buNone/>
                      </a:pPr>
                      <a:r>
                        <a:rPr lang="de-DE" sz="1400"/>
                        <a:t>0.75</a:t>
                      </a:r>
                    </a:p>
                  </a:txBody>
                  <a:tcPr/>
                </a:tc>
                <a:tc>
                  <a:txBody>
                    <a:bodyPr/>
                    <a:lstStyle/>
                    <a:p>
                      <a:pPr lvl="0">
                        <a:buNone/>
                      </a:pPr>
                      <a:r>
                        <a:rPr lang="de-DE" sz="1400"/>
                        <a:t>0.80</a:t>
                      </a:r>
                    </a:p>
                  </a:txBody>
                  <a:tcPr/>
                </a:tc>
                <a:tc>
                  <a:txBody>
                    <a:bodyPr/>
                    <a:lstStyle/>
                    <a:p>
                      <a:pPr lvl="0">
                        <a:buNone/>
                      </a:pPr>
                      <a:r>
                        <a:rPr lang="de-DE" sz="1400"/>
                        <a:t>0.80</a:t>
                      </a:r>
                    </a:p>
                  </a:txBody>
                  <a:tcPr/>
                </a:tc>
                <a:tc>
                  <a:txBody>
                    <a:bodyPr/>
                    <a:lstStyle/>
                    <a:p>
                      <a:pPr lvl="0">
                        <a:buNone/>
                      </a:pPr>
                      <a:r>
                        <a:rPr lang="de-DE" sz="1400" b="0" i="0" u="none" strike="noStrike" noProof="0">
                          <a:solidFill>
                            <a:srgbClr val="000000"/>
                          </a:solidFill>
                          <a:latin typeface="Arial"/>
                          <a:cs typeface="Arial"/>
                        </a:rPr>
                        <a:t>0.70</a:t>
                      </a:r>
                    </a:p>
                  </a:txBody>
                  <a:tcPr/>
                </a:tc>
                <a:tc>
                  <a:txBody>
                    <a:bodyPr/>
                    <a:lstStyle/>
                    <a:p>
                      <a:pPr lvl="0">
                        <a:buNone/>
                      </a:pPr>
                      <a:r>
                        <a:rPr lang="de-DE" sz="1400" b="0" i="0" u="none" strike="noStrike" noProof="0">
                          <a:solidFill>
                            <a:srgbClr val="000000"/>
                          </a:solidFill>
                          <a:latin typeface="Arial"/>
                          <a:cs typeface="Arial"/>
                        </a:rPr>
                        <a:t>0.70</a:t>
                      </a:r>
                    </a:p>
                  </a:txBody>
                  <a:tcPr/>
                </a:tc>
                <a:tc>
                  <a:txBody>
                    <a:bodyPr/>
                    <a:lstStyle/>
                    <a:p>
                      <a:pPr lvl="0">
                        <a:buNone/>
                      </a:pPr>
                      <a:r>
                        <a:rPr lang="de-DE" sz="1400" b="0" i="0" u="none" strike="noStrike" noProof="0">
                          <a:solidFill>
                            <a:srgbClr val="000000"/>
                          </a:solidFill>
                          <a:latin typeface="Arial"/>
                          <a:cs typeface="Arial"/>
                        </a:rPr>
                        <a:t>0.70</a:t>
                      </a:r>
                    </a:p>
                  </a:txBody>
                  <a:tcPr/>
                </a:tc>
                <a:tc>
                  <a:txBody>
                    <a:bodyPr/>
                    <a:lstStyle/>
                    <a:p>
                      <a:pPr lvl="0">
                        <a:buNone/>
                      </a:pPr>
                      <a:r>
                        <a:rPr lang="de-DE" sz="1400" b="0" i="0" u="none" strike="noStrike" noProof="0">
                          <a:solidFill>
                            <a:srgbClr val="000000"/>
                          </a:solidFill>
                          <a:latin typeface="Arial"/>
                          <a:cs typeface="Arial"/>
                        </a:rPr>
                        <a:t>0.65</a:t>
                      </a:r>
                    </a:p>
                  </a:txBody>
                  <a:tcPr/>
                </a:tc>
                <a:tc>
                  <a:txBody>
                    <a:bodyPr/>
                    <a:lstStyle/>
                    <a:p>
                      <a:pPr lvl="0">
                        <a:buNone/>
                      </a:pPr>
                      <a:r>
                        <a:rPr lang="de-DE" sz="1400" b="0" i="0" u="none" strike="noStrike" noProof="0">
                          <a:solidFill>
                            <a:srgbClr val="000000"/>
                          </a:solidFill>
                          <a:latin typeface="Arial"/>
                          <a:cs typeface="Arial"/>
                        </a:rPr>
                        <a:t>0.70</a:t>
                      </a:r>
                    </a:p>
                  </a:txBody>
                  <a:tcPr/>
                </a:tc>
                <a:tc>
                  <a:txBody>
                    <a:bodyPr/>
                    <a:lstStyle/>
                    <a:p>
                      <a:pPr lvl="0">
                        <a:buNone/>
                      </a:pPr>
                      <a:r>
                        <a:rPr lang="de-DE" sz="1400" b="0" i="0" u="none" strike="noStrike" noProof="0">
                          <a:solidFill>
                            <a:srgbClr val="000000"/>
                          </a:solidFill>
                          <a:latin typeface="Arial"/>
                          <a:cs typeface="Arial"/>
                        </a:rPr>
                        <a:t>0.85</a:t>
                      </a:r>
                    </a:p>
                  </a:txBody>
                  <a:tcPr/>
                </a:tc>
                <a:extLst>
                  <a:ext uri="{0D108BD9-81ED-4DB2-BD59-A6C34878D82A}">
                    <a16:rowId xmlns:a16="http://schemas.microsoft.com/office/drawing/2014/main" val="3901482368"/>
                  </a:ext>
                </a:extLst>
              </a:tr>
              <a:tr h="405245">
                <a:tc>
                  <a:txBody>
                    <a:bodyPr/>
                    <a:lstStyle/>
                    <a:p>
                      <a:pPr lvl="0">
                        <a:buNone/>
                      </a:pPr>
                      <a:r>
                        <a:rPr lang="de-DE" sz="1400"/>
                        <a:t>4</a:t>
                      </a:r>
                    </a:p>
                  </a:txBody>
                  <a:tcPr/>
                </a:tc>
                <a:tc>
                  <a:txBody>
                    <a:bodyPr/>
                    <a:lstStyle/>
                    <a:p>
                      <a:pPr lvl="0">
                        <a:buNone/>
                      </a:pPr>
                      <a:r>
                        <a:rPr lang="de-DE" sz="1400"/>
                        <a:t>0.85-1</a:t>
                      </a:r>
                    </a:p>
                  </a:txBody>
                  <a:tcPr/>
                </a:tc>
                <a:tc>
                  <a:txBody>
                    <a:bodyPr/>
                    <a:lstStyle/>
                    <a:p>
                      <a:pPr lvl="0">
                        <a:buNone/>
                      </a:pPr>
                      <a:r>
                        <a:rPr lang="de-DE" sz="1400"/>
                        <a:t>0.90-1</a:t>
                      </a:r>
                    </a:p>
                  </a:txBody>
                  <a:tcPr/>
                </a:tc>
                <a:tc>
                  <a:txBody>
                    <a:bodyPr/>
                    <a:lstStyle/>
                    <a:p>
                      <a:pPr lvl="0">
                        <a:buNone/>
                      </a:pPr>
                      <a:r>
                        <a:rPr lang="de-DE" sz="1400"/>
                        <a:t>0.75-1</a:t>
                      </a:r>
                    </a:p>
                  </a:txBody>
                  <a:tcPr/>
                </a:tc>
                <a:tc>
                  <a:txBody>
                    <a:bodyPr/>
                    <a:lstStyle/>
                    <a:p>
                      <a:pPr lvl="0">
                        <a:buNone/>
                      </a:pPr>
                      <a:r>
                        <a:rPr lang="de-DE" sz="1400"/>
                        <a:t>0.80-1</a:t>
                      </a:r>
                    </a:p>
                  </a:txBody>
                  <a:tcPr/>
                </a:tc>
                <a:tc>
                  <a:txBody>
                    <a:bodyPr/>
                    <a:lstStyle/>
                    <a:p>
                      <a:pPr lvl="0">
                        <a:buNone/>
                      </a:pPr>
                      <a:r>
                        <a:rPr lang="de-DE" sz="1400"/>
                        <a:t>0.80-1</a:t>
                      </a:r>
                    </a:p>
                  </a:txBody>
                  <a:tcPr/>
                </a:tc>
                <a:tc>
                  <a:txBody>
                    <a:bodyPr/>
                    <a:lstStyle/>
                    <a:p>
                      <a:pPr lvl="0">
                        <a:buNone/>
                      </a:pPr>
                      <a:r>
                        <a:rPr lang="de-DE" sz="1400"/>
                        <a:t>0.70</a:t>
                      </a:r>
                    </a:p>
                  </a:txBody>
                  <a:tcPr/>
                </a:tc>
                <a:tc>
                  <a:txBody>
                    <a:bodyPr/>
                    <a:lstStyle/>
                    <a:p>
                      <a:pPr lvl="0">
                        <a:buNone/>
                      </a:pPr>
                      <a:r>
                        <a:rPr lang="de-DE" sz="1400"/>
                        <a:t>0.70</a:t>
                      </a:r>
                    </a:p>
                  </a:txBody>
                  <a:tcPr/>
                </a:tc>
                <a:tc>
                  <a:txBody>
                    <a:bodyPr/>
                    <a:lstStyle/>
                    <a:p>
                      <a:pPr lvl="0">
                        <a:buNone/>
                      </a:pPr>
                      <a:r>
                        <a:rPr lang="de-DE" sz="1400"/>
                        <a:t>0.70</a:t>
                      </a:r>
                    </a:p>
                  </a:txBody>
                  <a:tcPr/>
                </a:tc>
                <a:tc>
                  <a:txBody>
                    <a:bodyPr/>
                    <a:lstStyle/>
                    <a:p>
                      <a:pPr lvl="0">
                        <a:buNone/>
                      </a:pPr>
                      <a:r>
                        <a:rPr lang="de-DE" sz="1400"/>
                        <a:t>0.65</a:t>
                      </a:r>
                    </a:p>
                  </a:txBody>
                  <a:tcPr/>
                </a:tc>
                <a:tc>
                  <a:txBody>
                    <a:bodyPr/>
                    <a:lstStyle/>
                    <a:p>
                      <a:pPr lvl="0">
                        <a:buNone/>
                      </a:pPr>
                      <a:r>
                        <a:rPr lang="de-DE" sz="1400"/>
                        <a:t>0.70</a:t>
                      </a:r>
                    </a:p>
                  </a:txBody>
                  <a:tcPr/>
                </a:tc>
                <a:tc>
                  <a:txBody>
                    <a:bodyPr/>
                    <a:lstStyle/>
                    <a:p>
                      <a:pPr lvl="0">
                        <a:buNone/>
                      </a:pPr>
                      <a:r>
                        <a:rPr lang="de-DE" sz="1400"/>
                        <a:t>0.85-1</a:t>
                      </a:r>
                    </a:p>
                  </a:txBody>
                  <a:tcPr/>
                </a:tc>
                <a:extLst>
                  <a:ext uri="{0D108BD9-81ED-4DB2-BD59-A6C34878D82A}">
                    <a16:rowId xmlns:a16="http://schemas.microsoft.com/office/drawing/2014/main" val="1382547422"/>
                  </a:ext>
                </a:extLst>
              </a:tr>
              <a:tr h="405245">
                <a:tc>
                  <a:txBody>
                    <a:bodyPr/>
                    <a:lstStyle/>
                    <a:p>
                      <a:pPr lvl="0">
                        <a:buNone/>
                      </a:pPr>
                      <a:r>
                        <a:rPr lang="de-DE" sz="1400"/>
                        <a:t>5</a:t>
                      </a:r>
                    </a:p>
                  </a:txBody>
                  <a:tcPr/>
                </a:tc>
                <a:tc>
                  <a:txBody>
                    <a:bodyPr/>
                    <a:lstStyle/>
                    <a:p>
                      <a:pPr lvl="0">
                        <a:buNone/>
                      </a:pPr>
                      <a:r>
                        <a:rPr lang="de-DE" sz="1400"/>
                        <a:t>0.85-1</a:t>
                      </a:r>
                    </a:p>
                  </a:txBody>
                  <a:tcPr/>
                </a:tc>
                <a:tc>
                  <a:txBody>
                    <a:bodyPr/>
                    <a:lstStyle/>
                    <a:p>
                      <a:pPr lvl="0">
                        <a:buNone/>
                      </a:pPr>
                      <a:r>
                        <a:rPr lang="de-DE" sz="1400"/>
                        <a:t>0.90.1</a:t>
                      </a:r>
                    </a:p>
                  </a:txBody>
                  <a:tcPr/>
                </a:tc>
                <a:tc>
                  <a:txBody>
                    <a:bodyPr/>
                    <a:lstStyle/>
                    <a:p>
                      <a:pPr lvl="0">
                        <a:buNone/>
                      </a:pPr>
                      <a:r>
                        <a:rPr lang="de-DE" sz="1400"/>
                        <a:t>0.75-1</a:t>
                      </a:r>
                    </a:p>
                  </a:txBody>
                  <a:tcPr/>
                </a:tc>
                <a:tc>
                  <a:txBody>
                    <a:bodyPr/>
                    <a:lstStyle/>
                    <a:p>
                      <a:pPr lvl="0">
                        <a:buNone/>
                      </a:pPr>
                      <a:r>
                        <a:rPr lang="de-DE" sz="1400"/>
                        <a:t>0.80-1</a:t>
                      </a:r>
                    </a:p>
                  </a:txBody>
                  <a:tcPr/>
                </a:tc>
                <a:tc>
                  <a:txBody>
                    <a:bodyPr/>
                    <a:lstStyle/>
                    <a:p>
                      <a:pPr lvl="0">
                        <a:buNone/>
                      </a:pPr>
                      <a:r>
                        <a:rPr lang="de-DE" sz="1400"/>
                        <a:t>0.80-1</a:t>
                      </a:r>
                    </a:p>
                  </a:txBody>
                  <a:tcPr/>
                </a:tc>
                <a:tc>
                  <a:txBody>
                    <a:bodyPr/>
                    <a:lstStyle/>
                    <a:p>
                      <a:pPr lvl="0">
                        <a:buNone/>
                      </a:pPr>
                      <a:r>
                        <a:rPr lang="de-DE" sz="1400"/>
                        <a:t>0.70</a:t>
                      </a:r>
                    </a:p>
                  </a:txBody>
                  <a:tcPr/>
                </a:tc>
                <a:tc>
                  <a:txBody>
                    <a:bodyPr/>
                    <a:lstStyle/>
                    <a:p>
                      <a:pPr lvl="0">
                        <a:buNone/>
                      </a:pPr>
                      <a:r>
                        <a:rPr lang="de-DE" sz="1400"/>
                        <a:t>0.70</a:t>
                      </a:r>
                    </a:p>
                  </a:txBody>
                  <a:tcPr/>
                </a:tc>
                <a:tc>
                  <a:txBody>
                    <a:bodyPr/>
                    <a:lstStyle/>
                    <a:p>
                      <a:pPr lvl="0">
                        <a:buNone/>
                      </a:pPr>
                      <a:r>
                        <a:rPr lang="de-DE" sz="1400"/>
                        <a:t>0.70</a:t>
                      </a:r>
                    </a:p>
                  </a:txBody>
                  <a:tcPr/>
                </a:tc>
                <a:tc>
                  <a:txBody>
                    <a:bodyPr/>
                    <a:lstStyle/>
                    <a:p>
                      <a:pPr lvl="0">
                        <a:buNone/>
                      </a:pPr>
                      <a:r>
                        <a:rPr lang="de-DE" sz="1400"/>
                        <a:t>0.65</a:t>
                      </a:r>
                    </a:p>
                  </a:txBody>
                  <a:tcPr/>
                </a:tc>
                <a:tc>
                  <a:txBody>
                    <a:bodyPr/>
                    <a:lstStyle/>
                    <a:p>
                      <a:pPr lvl="0">
                        <a:buNone/>
                      </a:pPr>
                      <a:r>
                        <a:rPr lang="de-DE" sz="1400"/>
                        <a:t>0.70</a:t>
                      </a:r>
                    </a:p>
                  </a:txBody>
                  <a:tcPr/>
                </a:tc>
                <a:tc>
                  <a:txBody>
                    <a:bodyPr/>
                    <a:lstStyle/>
                    <a:p>
                      <a:pPr lvl="0">
                        <a:buNone/>
                      </a:pPr>
                      <a:r>
                        <a:rPr lang="de-DE" sz="1400"/>
                        <a:t>0.85-1</a:t>
                      </a:r>
                    </a:p>
                  </a:txBody>
                  <a:tcPr/>
                </a:tc>
                <a:extLst>
                  <a:ext uri="{0D108BD9-81ED-4DB2-BD59-A6C34878D82A}">
                    <a16:rowId xmlns:a16="http://schemas.microsoft.com/office/drawing/2014/main" val="1599548848"/>
                  </a:ext>
                </a:extLst>
              </a:tr>
              <a:tr h="405245">
                <a:tc>
                  <a:txBody>
                    <a:bodyPr/>
                    <a:lstStyle/>
                    <a:p>
                      <a:pPr lvl="0">
                        <a:buNone/>
                      </a:pPr>
                      <a:r>
                        <a:rPr lang="de-DE" sz="1400"/>
                        <a:t>6</a:t>
                      </a:r>
                    </a:p>
                  </a:txBody>
                  <a:tcPr/>
                </a:tc>
                <a:tc>
                  <a:txBody>
                    <a:bodyPr/>
                    <a:lstStyle/>
                    <a:p>
                      <a:pPr lvl="0">
                        <a:buNone/>
                      </a:pPr>
                      <a:r>
                        <a:rPr lang="de-DE" sz="1400"/>
                        <a:t>0.85-1</a:t>
                      </a:r>
                    </a:p>
                  </a:txBody>
                  <a:tcPr/>
                </a:tc>
                <a:tc>
                  <a:txBody>
                    <a:bodyPr/>
                    <a:lstStyle/>
                    <a:p>
                      <a:pPr lvl="0">
                        <a:buNone/>
                      </a:pPr>
                      <a:r>
                        <a:rPr lang="de-DE" sz="1400"/>
                        <a:t>0.90-1</a:t>
                      </a:r>
                    </a:p>
                  </a:txBody>
                  <a:tcPr/>
                </a:tc>
                <a:tc>
                  <a:txBody>
                    <a:bodyPr/>
                    <a:lstStyle/>
                    <a:p>
                      <a:pPr lvl="0">
                        <a:buNone/>
                      </a:pPr>
                      <a:r>
                        <a:rPr lang="de-DE" sz="1400"/>
                        <a:t>0.75-1</a:t>
                      </a:r>
                    </a:p>
                  </a:txBody>
                  <a:tcPr/>
                </a:tc>
                <a:tc>
                  <a:txBody>
                    <a:bodyPr/>
                    <a:lstStyle/>
                    <a:p>
                      <a:pPr lvl="0">
                        <a:buNone/>
                      </a:pPr>
                      <a:r>
                        <a:rPr lang="de-DE" sz="1400"/>
                        <a:t>0.80-1</a:t>
                      </a:r>
                    </a:p>
                  </a:txBody>
                  <a:tcPr/>
                </a:tc>
                <a:tc>
                  <a:txBody>
                    <a:bodyPr/>
                    <a:lstStyle/>
                    <a:p>
                      <a:pPr lvl="0">
                        <a:buNone/>
                      </a:pPr>
                      <a:r>
                        <a:rPr lang="de-DE" sz="1400"/>
                        <a:t>0.80-1</a:t>
                      </a:r>
                    </a:p>
                  </a:txBody>
                  <a:tcPr/>
                </a:tc>
                <a:tc>
                  <a:txBody>
                    <a:bodyPr/>
                    <a:lstStyle/>
                    <a:p>
                      <a:pPr lvl="0">
                        <a:buNone/>
                      </a:pPr>
                      <a:r>
                        <a:rPr lang="de-DE" sz="1400"/>
                        <a:t>0.70</a:t>
                      </a:r>
                    </a:p>
                  </a:txBody>
                  <a:tcPr/>
                </a:tc>
                <a:tc>
                  <a:txBody>
                    <a:bodyPr/>
                    <a:lstStyle/>
                    <a:p>
                      <a:pPr lvl="0">
                        <a:buNone/>
                      </a:pPr>
                      <a:r>
                        <a:rPr lang="de-DE" sz="1400"/>
                        <a:t>0.70</a:t>
                      </a:r>
                    </a:p>
                  </a:txBody>
                  <a:tcPr/>
                </a:tc>
                <a:tc>
                  <a:txBody>
                    <a:bodyPr/>
                    <a:lstStyle/>
                    <a:p>
                      <a:pPr lvl="0">
                        <a:buNone/>
                      </a:pPr>
                      <a:r>
                        <a:rPr lang="de-DE" sz="1400"/>
                        <a:t>0.70</a:t>
                      </a:r>
                    </a:p>
                  </a:txBody>
                  <a:tcPr/>
                </a:tc>
                <a:tc>
                  <a:txBody>
                    <a:bodyPr/>
                    <a:lstStyle/>
                    <a:p>
                      <a:pPr lvl="0">
                        <a:buNone/>
                      </a:pPr>
                      <a:r>
                        <a:rPr lang="de-DE" sz="1400"/>
                        <a:t>0.65</a:t>
                      </a:r>
                    </a:p>
                  </a:txBody>
                  <a:tcPr/>
                </a:tc>
                <a:tc>
                  <a:txBody>
                    <a:bodyPr/>
                    <a:lstStyle/>
                    <a:p>
                      <a:pPr lvl="0">
                        <a:buNone/>
                      </a:pPr>
                      <a:r>
                        <a:rPr lang="de-DE" sz="1400"/>
                        <a:t>0.70</a:t>
                      </a:r>
                    </a:p>
                  </a:txBody>
                  <a:tcPr/>
                </a:tc>
                <a:tc>
                  <a:txBody>
                    <a:bodyPr/>
                    <a:lstStyle/>
                    <a:p>
                      <a:pPr lvl="0">
                        <a:buNone/>
                      </a:pPr>
                      <a:r>
                        <a:rPr lang="de-DE" sz="1400"/>
                        <a:t>0.85-1</a:t>
                      </a:r>
                    </a:p>
                  </a:txBody>
                  <a:tcPr/>
                </a:tc>
                <a:extLst>
                  <a:ext uri="{0D108BD9-81ED-4DB2-BD59-A6C34878D82A}">
                    <a16:rowId xmlns:a16="http://schemas.microsoft.com/office/drawing/2014/main" val="2701468708"/>
                  </a:ext>
                </a:extLst>
              </a:tr>
            </a:tbl>
          </a:graphicData>
        </a:graphic>
      </p:graphicFrame>
      <p:graphicFrame>
        <p:nvGraphicFramePr>
          <p:cNvPr id="6" name="Tabelle 5">
            <a:extLst>
              <a:ext uri="{FF2B5EF4-FFF2-40B4-BE49-F238E27FC236}">
                <a16:creationId xmlns:a16="http://schemas.microsoft.com/office/drawing/2014/main" id="{FABB1D6C-2F93-0858-0FF4-D9C0EBCDCB75}"/>
              </a:ext>
            </a:extLst>
          </p:cNvPr>
          <p:cNvGraphicFramePr>
            <a:graphicFrameLocks noGrp="1"/>
          </p:cNvGraphicFramePr>
          <p:nvPr>
            <p:extLst>
              <p:ext uri="{D42A27DB-BD31-4B8C-83A1-F6EECF244321}">
                <p14:modId xmlns:p14="http://schemas.microsoft.com/office/powerpoint/2010/main" val="2648131936"/>
              </p:ext>
            </p:extLst>
          </p:nvPr>
        </p:nvGraphicFramePr>
        <p:xfrm>
          <a:off x="288607" y="5105550"/>
          <a:ext cx="8553444" cy="3596633"/>
        </p:xfrm>
        <a:graphic>
          <a:graphicData uri="http://schemas.openxmlformats.org/drawingml/2006/table">
            <a:tbl>
              <a:tblPr firstRow="1" bandRow="1">
                <a:tableStyleId>{5C22544A-7EE6-4342-B048-85BDC9FD1C3A}</a:tableStyleId>
              </a:tblPr>
              <a:tblGrid>
                <a:gridCol w="712787">
                  <a:extLst>
                    <a:ext uri="{9D8B030D-6E8A-4147-A177-3AD203B41FA5}">
                      <a16:colId xmlns:a16="http://schemas.microsoft.com/office/drawing/2014/main" val="894150566"/>
                    </a:ext>
                  </a:extLst>
                </a:gridCol>
                <a:gridCol w="712787">
                  <a:extLst>
                    <a:ext uri="{9D8B030D-6E8A-4147-A177-3AD203B41FA5}">
                      <a16:colId xmlns:a16="http://schemas.microsoft.com/office/drawing/2014/main" val="4010572092"/>
                    </a:ext>
                  </a:extLst>
                </a:gridCol>
                <a:gridCol w="712787">
                  <a:extLst>
                    <a:ext uri="{9D8B030D-6E8A-4147-A177-3AD203B41FA5}">
                      <a16:colId xmlns:a16="http://schemas.microsoft.com/office/drawing/2014/main" val="3271437378"/>
                    </a:ext>
                  </a:extLst>
                </a:gridCol>
                <a:gridCol w="712787">
                  <a:extLst>
                    <a:ext uri="{9D8B030D-6E8A-4147-A177-3AD203B41FA5}">
                      <a16:colId xmlns:a16="http://schemas.microsoft.com/office/drawing/2014/main" val="3580078458"/>
                    </a:ext>
                  </a:extLst>
                </a:gridCol>
                <a:gridCol w="712787">
                  <a:extLst>
                    <a:ext uri="{9D8B030D-6E8A-4147-A177-3AD203B41FA5}">
                      <a16:colId xmlns:a16="http://schemas.microsoft.com/office/drawing/2014/main" val="2224828075"/>
                    </a:ext>
                  </a:extLst>
                </a:gridCol>
                <a:gridCol w="712787">
                  <a:extLst>
                    <a:ext uri="{9D8B030D-6E8A-4147-A177-3AD203B41FA5}">
                      <a16:colId xmlns:a16="http://schemas.microsoft.com/office/drawing/2014/main" val="3053313761"/>
                    </a:ext>
                  </a:extLst>
                </a:gridCol>
                <a:gridCol w="712787">
                  <a:extLst>
                    <a:ext uri="{9D8B030D-6E8A-4147-A177-3AD203B41FA5}">
                      <a16:colId xmlns:a16="http://schemas.microsoft.com/office/drawing/2014/main" val="2014364257"/>
                    </a:ext>
                  </a:extLst>
                </a:gridCol>
                <a:gridCol w="712787">
                  <a:extLst>
                    <a:ext uri="{9D8B030D-6E8A-4147-A177-3AD203B41FA5}">
                      <a16:colId xmlns:a16="http://schemas.microsoft.com/office/drawing/2014/main" val="1831583623"/>
                    </a:ext>
                  </a:extLst>
                </a:gridCol>
                <a:gridCol w="712787">
                  <a:extLst>
                    <a:ext uri="{9D8B030D-6E8A-4147-A177-3AD203B41FA5}">
                      <a16:colId xmlns:a16="http://schemas.microsoft.com/office/drawing/2014/main" val="3705079698"/>
                    </a:ext>
                  </a:extLst>
                </a:gridCol>
                <a:gridCol w="712787">
                  <a:extLst>
                    <a:ext uri="{9D8B030D-6E8A-4147-A177-3AD203B41FA5}">
                      <a16:colId xmlns:a16="http://schemas.microsoft.com/office/drawing/2014/main" val="2293653269"/>
                    </a:ext>
                  </a:extLst>
                </a:gridCol>
                <a:gridCol w="712787">
                  <a:extLst>
                    <a:ext uri="{9D8B030D-6E8A-4147-A177-3AD203B41FA5}">
                      <a16:colId xmlns:a16="http://schemas.microsoft.com/office/drawing/2014/main" val="511868558"/>
                    </a:ext>
                  </a:extLst>
                </a:gridCol>
                <a:gridCol w="712787">
                  <a:extLst>
                    <a:ext uri="{9D8B030D-6E8A-4147-A177-3AD203B41FA5}">
                      <a16:colId xmlns:a16="http://schemas.microsoft.com/office/drawing/2014/main" val="549178337"/>
                    </a:ext>
                  </a:extLst>
                </a:gridCol>
              </a:tblGrid>
              <a:tr h="370840">
                <a:tc>
                  <a:txBody>
                    <a:bodyPr/>
                    <a:lstStyle/>
                    <a:p>
                      <a:pPr marL="0" lvl="0" indent="0" algn="l">
                        <a:lnSpc>
                          <a:spcPct val="100000"/>
                        </a:lnSpc>
                        <a:buNone/>
                      </a:pPr>
                      <a:r>
                        <a:rPr lang="de-DE" sz="1400" b="1" i="0" u="none" strike="noStrike" baseline="0" noProof="0" err="1">
                          <a:solidFill>
                            <a:srgbClr val="FFFFFF"/>
                          </a:solidFill>
                          <a:latin typeface="Arial"/>
                          <a:cs typeface="Arial"/>
                        </a:rPr>
                        <a:t>public_lighting_kW</a:t>
                      </a:r>
                      <a:endParaRPr lang="de-DE" sz="1400" err="1"/>
                    </a:p>
                    <a:p>
                      <a:pPr lvl="0">
                        <a:buNone/>
                      </a:pPr>
                      <a:endParaRPr lang="de-DE" sz="1400"/>
                    </a:p>
                  </a:txBody>
                  <a:tcPr/>
                </a:tc>
                <a:tc>
                  <a:txBody>
                    <a:bodyPr/>
                    <a:lstStyle/>
                    <a:p>
                      <a:pPr marL="0" lvl="0" indent="0" algn="l">
                        <a:lnSpc>
                          <a:spcPct val="100000"/>
                        </a:lnSpc>
                        <a:buNone/>
                      </a:pPr>
                      <a:r>
                        <a:rPr lang="de-DE" sz="1400" b="1" i="0" u="none" strike="noStrike" baseline="0" noProof="0" err="1">
                          <a:solidFill>
                            <a:srgbClr val="FFFFFF"/>
                          </a:solidFill>
                          <a:latin typeface="Arial"/>
                          <a:cs typeface="Arial"/>
                        </a:rPr>
                        <a:t>other_consumers_kW</a:t>
                      </a:r>
                      <a:endParaRPr lang="de-DE" err="1"/>
                    </a:p>
                    <a:p>
                      <a:pPr lvl="0">
                        <a:buNone/>
                      </a:pPr>
                      <a:endParaRPr lang="de-DE" sz="1400"/>
                    </a:p>
                  </a:txBody>
                  <a:tcPr/>
                </a:tc>
                <a:tc>
                  <a:txBody>
                    <a:bodyPr/>
                    <a:lstStyle/>
                    <a:p>
                      <a:pPr marL="0" lvl="0" indent="0" algn="l">
                        <a:lnSpc>
                          <a:spcPct val="100000"/>
                        </a:lnSpc>
                        <a:buNone/>
                      </a:pPr>
                      <a:r>
                        <a:rPr lang="de-DE" sz="1400" b="1" i="0" u="none" strike="noStrike" baseline="0" noProof="0" err="1">
                          <a:solidFill>
                            <a:srgbClr val="FFFFFF"/>
                          </a:solidFill>
                          <a:latin typeface="Arial"/>
                          <a:cs typeface="Arial"/>
                        </a:rPr>
                        <a:t>batteries_kW</a:t>
                      </a:r>
                      <a:endParaRPr lang="de-DE" err="1"/>
                    </a:p>
                    <a:p>
                      <a:pPr lvl="0">
                        <a:buNone/>
                      </a:pPr>
                      <a:endParaRPr lang="de-DE" sz="1400"/>
                    </a:p>
                  </a:txBody>
                  <a:tcPr/>
                </a:tc>
                <a:tc>
                  <a:txBody>
                    <a:bodyPr/>
                    <a:lstStyle/>
                    <a:p>
                      <a:pPr marL="0" lvl="0" indent="0" algn="l">
                        <a:lnSpc>
                          <a:spcPct val="100000"/>
                        </a:lnSpc>
                        <a:buNone/>
                      </a:pPr>
                      <a:r>
                        <a:rPr lang="de-DE" sz="1400" b="1" i="0" u="none" strike="noStrike" baseline="0" noProof="0" err="1">
                          <a:solidFill>
                            <a:srgbClr val="FFFFFF"/>
                          </a:solidFill>
                          <a:latin typeface="Arial"/>
                          <a:cs typeface="Arial"/>
                        </a:rPr>
                        <a:t>PV_systems_kW</a:t>
                      </a:r>
                      <a:endParaRPr lang="de-DE" err="1"/>
                    </a:p>
                    <a:p>
                      <a:pPr lvl="0">
                        <a:buNone/>
                      </a:pPr>
                      <a:endParaRPr lang="de-DE" sz="1400"/>
                    </a:p>
                  </a:txBody>
                  <a:tcPr/>
                </a:tc>
                <a:tc>
                  <a:txBody>
                    <a:bodyPr/>
                    <a:lstStyle/>
                    <a:p>
                      <a:pPr marL="0" lvl="0" indent="0" algn="l">
                        <a:lnSpc>
                          <a:spcPct val="100000"/>
                        </a:lnSpc>
                        <a:buNone/>
                      </a:pPr>
                      <a:r>
                        <a:rPr lang="de-DE" sz="1400" b="1" i="0" u="none" strike="noStrike" baseline="0" noProof="0" err="1">
                          <a:solidFill>
                            <a:srgbClr val="FFFFFF"/>
                          </a:solidFill>
                          <a:latin typeface="Arial"/>
                          <a:cs typeface="Arial"/>
                        </a:rPr>
                        <a:t>chp_kW</a:t>
                      </a:r>
                      <a:endParaRPr lang="de-DE" err="1"/>
                    </a:p>
                    <a:p>
                      <a:pPr lvl="0">
                        <a:buNone/>
                      </a:pPr>
                      <a:endParaRPr lang="de-DE" sz="1400"/>
                    </a:p>
                  </a:txBody>
                  <a:tcPr/>
                </a:tc>
                <a:tc>
                  <a:txBody>
                    <a:bodyPr/>
                    <a:lstStyle/>
                    <a:p>
                      <a:pPr marL="0" lvl="0" indent="0" algn="l">
                        <a:lnSpc>
                          <a:spcPct val="100000"/>
                        </a:lnSpc>
                        <a:buNone/>
                      </a:pPr>
                      <a:r>
                        <a:rPr lang="de-DE" sz="1400" b="1" i="0" u="none" strike="noStrike" baseline="0" noProof="0">
                          <a:solidFill>
                            <a:srgbClr val="FFFFFF"/>
                          </a:solidFill>
                          <a:latin typeface="Arial"/>
                          <a:cs typeface="Arial"/>
                        </a:rPr>
                        <a:t>g0_general_kWh</a:t>
                      </a:r>
                      <a:endParaRPr lang="de-DE"/>
                    </a:p>
                    <a:p>
                      <a:pPr lvl="0">
                        <a:buNone/>
                      </a:pPr>
                      <a:endParaRPr lang="de-DE" sz="1400"/>
                    </a:p>
                  </a:txBody>
                  <a:tcPr/>
                </a:tc>
                <a:tc>
                  <a:txBody>
                    <a:bodyPr/>
                    <a:lstStyle/>
                    <a:p>
                      <a:pPr marL="0" lvl="0" indent="0" algn="l">
                        <a:lnSpc>
                          <a:spcPct val="100000"/>
                        </a:lnSpc>
                        <a:buNone/>
                      </a:pPr>
                      <a:r>
                        <a:rPr lang="de-DE" sz="1400" b="1" i="0" u="none" strike="noStrike" baseline="0" noProof="0">
                          <a:solidFill>
                            <a:srgbClr val="FFFFFF"/>
                          </a:solidFill>
                          <a:latin typeface="Arial"/>
                          <a:cs typeface="Arial"/>
                        </a:rPr>
                        <a:t>g1_workdays_kWh</a:t>
                      </a:r>
                      <a:endParaRPr lang="de-DE"/>
                    </a:p>
                    <a:p>
                      <a:pPr lvl="0">
                        <a:buNone/>
                      </a:pPr>
                      <a:endParaRPr lang="de-DE" sz="1400"/>
                    </a:p>
                  </a:txBody>
                  <a:tcPr/>
                </a:tc>
                <a:tc>
                  <a:txBody>
                    <a:bodyPr/>
                    <a:lstStyle/>
                    <a:p>
                      <a:pPr marL="0" lvl="0" indent="0" algn="l">
                        <a:lnSpc>
                          <a:spcPct val="100000"/>
                        </a:lnSpc>
                        <a:buNone/>
                      </a:pPr>
                      <a:r>
                        <a:rPr lang="de-DE" sz="1400" b="1" i="0" u="none" strike="noStrike" baseline="0" noProof="0">
                          <a:solidFill>
                            <a:srgbClr val="FFFFFF"/>
                          </a:solidFill>
                          <a:latin typeface="Arial"/>
                          <a:cs typeface="Arial"/>
                        </a:rPr>
                        <a:t>g2_evening_kWh</a:t>
                      </a:r>
                      <a:endParaRPr lang="de-DE"/>
                    </a:p>
                    <a:p>
                      <a:pPr lvl="0">
                        <a:buNone/>
                      </a:pPr>
                      <a:endParaRPr lang="de-DE" sz="1400"/>
                    </a:p>
                  </a:txBody>
                  <a:tcPr/>
                </a:tc>
                <a:tc>
                  <a:txBody>
                    <a:bodyPr/>
                    <a:lstStyle/>
                    <a:p>
                      <a:pPr marL="0" lvl="0" indent="0" algn="l">
                        <a:lnSpc>
                          <a:spcPct val="100000"/>
                        </a:lnSpc>
                        <a:buNone/>
                      </a:pPr>
                      <a:r>
                        <a:rPr lang="de-DE" sz="1400" b="1" i="0" u="none" strike="noStrike" baseline="0" noProof="0">
                          <a:solidFill>
                            <a:srgbClr val="FFFFFF"/>
                          </a:solidFill>
                          <a:latin typeface="Arial"/>
                          <a:cs typeface="Arial"/>
                        </a:rPr>
                        <a:t>g3_gontinuous_kWh</a:t>
                      </a:r>
                      <a:endParaRPr lang="de-DE"/>
                    </a:p>
                    <a:p>
                      <a:pPr lvl="0">
                        <a:buNone/>
                      </a:pPr>
                      <a:endParaRPr lang="de-DE" sz="1400"/>
                    </a:p>
                  </a:txBody>
                  <a:tcPr/>
                </a:tc>
                <a:tc>
                  <a:txBody>
                    <a:bodyPr/>
                    <a:lstStyle/>
                    <a:p>
                      <a:pPr marL="0" lvl="0" indent="0" algn="l">
                        <a:lnSpc>
                          <a:spcPct val="100000"/>
                        </a:lnSpc>
                        <a:buNone/>
                      </a:pPr>
                      <a:r>
                        <a:rPr lang="de-DE" sz="1400" b="1" i="0" u="none" strike="noStrike" baseline="0" noProof="0">
                          <a:solidFill>
                            <a:srgbClr val="FFFFFF"/>
                          </a:solidFill>
                          <a:latin typeface="Arial"/>
                          <a:cs typeface="Arial"/>
                        </a:rPr>
                        <a:t>g4_shop_hairdresser_kWh</a:t>
                      </a:r>
                      <a:endParaRPr lang="de-DE"/>
                    </a:p>
                    <a:p>
                      <a:pPr lvl="0">
                        <a:buNone/>
                      </a:pPr>
                      <a:endParaRPr lang="de-DE" sz="1400"/>
                    </a:p>
                  </a:txBody>
                  <a:tcPr/>
                </a:tc>
                <a:tc>
                  <a:txBody>
                    <a:bodyPr/>
                    <a:lstStyle/>
                    <a:p>
                      <a:pPr marL="0" lvl="0" indent="0" algn="l">
                        <a:lnSpc>
                          <a:spcPct val="100000"/>
                        </a:lnSpc>
                        <a:buNone/>
                      </a:pPr>
                      <a:r>
                        <a:rPr lang="de-DE" sz="1400" b="1" i="0" u="none" strike="noStrike" baseline="0" noProof="0">
                          <a:solidFill>
                            <a:srgbClr val="FFFFFF"/>
                          </a:solidFill>
                          <a:latin typeface="Arial"/>
                          <a:cs typeface="Arial"/>
                        </a:rPr>
                        <a:t>g5_bakery_kWh</a:t>
                      </a:r>
                      <a:endParaRPr lang="de-DE"/>
                    </a:p>
                    <a:p>
                      <a:pPr lvl="0">
                        <a:buNone/>
                      </a:pPr>
                      <a:endParaRPr lang="de-DE" sz="1400"/>
                    </a:p>
                  </a:txBody>
                  <a:tcPr/>
                </a:tc>
                <a:tc>
                  <a:txBody>
                    <a:bodyPr/>
                    <a:lstStyle/>
                    <a:p>
                      <a:pPr marL="0" lvl="0" indent="0" algn="l">
                        <a:lnSpc>
                          <a:spcPct val="100000"/>
                        </a:lnSpc>
                        <a:buNone/>
                      </a:pPr>
                      <a:r>
                        <a:rPr lang="de-DE" sz="1400" b="1" i="0" u="none" strike="noStrike" baseline="0" noProof="0">
                          <a:solidFill>
                            <a:srgbClr val="FFFFFF"/>
                          </a:solidFill>
                          <a:latin typeface="Arial"/>
                          <a:cs typeface="Arial"/>
                        </a:rPr>
                        <a:t>g6_weekend_kWh</a:t>
                      </a:r>
                      <a:endParaRPr lang="de-DE"/>
                    </a:p>
                    <a:p>
                      <a:pPr lvl="0">
                        <a:buNone/>
                      </a:pPr>
                      <a:endParaRPr lang="de-DE" sz="1400"/>
                    </a:p>
                  </a:txBody>
                  <a:tcPr/>
                </a:tc>
                <a:extLst>
                  <a:ext uri="{0D108BD9-81ED-4DB2-BD59-A6C34878D82A}">
                    <a16:rowId xmlns:a16="http://schemas.microsoft.com/office/drawing/2014/main" val="4084541425"/>
                  </a:ext>
                </a:extLst>
              </a:tr>
              <a:tr h="370840">
                <a:tc>
                  <a:txBody>
                    <a:bodyPr/>
                    <a:lstStyle/>
                    <a:p>
                      <a:pPr lvl="0">
                        <a:buNone/>
                      </a:pPr>
                      <a:r>
                        <a:rPr lang="de-DE" sz="1400" b="0" i="0" u="none" strike="noStrike" noProof="0">
                          <a:solidFill>
                            <a:srgbClr val="000000"/>
                          </a:solidFill>
                          <a:latin typeface="Arial"/>
                          <a:cs typeface="Arial"/>
                        </a:rPr>
                        <a:t>0.60-0</a:t>
                      </a:r>
                    </a:p>
                  </a:txBody>
                  <a:tcPr/>
                </a:tc>
                <a:tc>
                  <a:txBody>
                    <a:bodyPr/>
                    <a:lstStyle/>
                    <a:p>
                      <a:pPr lvl="0">
                        <a:buNone/>
                      </a:pPr>
                      <a:r>
                        <a:rPr lang="de-DE" sz="1400" b="0" i="0" u="none" strike="noStrike" noProof="0">
                          <a:solidFill>
                            <a:srgbClr val="000000"/>
                          </a:solidFill>
                          <a:latin typeface="Arial"/>
                          <a:cs typeface="Arial"/>
                        </a:rPr>
                        <a:t>0.70</a:t>
                      </a:r>
                    </a:p>
                  </a:txBody>
                  <a:tcPr/>
                </a:tc>
                <a:tc>
                  <a:txBody>
                    <a:bodyPr/>
                    <a:lstStyle/>
                    <a:p>
                      <a:pPr lvl="0">
                        <a:buNone/>
                      </a:pPr>
                      <a:r>
                        <a:rPr lang="de-DE" sz="1400" b="0" i="0" u="none" strike="noStrike" noProof="0">
                          <a:solidFill>
                            <a:srgbClr val="000000"/>
                          </a:solidFill>
                          <a:latin typeface="Arial"/>
                          <a:cs typeface="Arial"/>
                        </a:rPr>
                        <a:t>0.80</a:t>
                      </a:r>
                    </a:p>
                  </a:txBody>
                  <a:tcPr/>
                </a:tc>
                <a:tc>
                  <a:txBody>
                    <a:bodyPr/>
                    <a:lstStyle/>
                    <a:p>
                      <a:pPr lvl="0">
                        <a:buNone/>
                      </a:pPr>
                      <a:r>
                        <a:rPr lang="de-DE" sz="1400" b="0" i="0" u="none" strike="noStrike" noProof="0">
                          <a:solidFill>
                            <a:srgbClr val="000000"/>
                          </a:solidFill>
                          <a:latin typeface="Arial"/>
                          <a:cs typeface="Arial"/>
                        </a:rPr>
                        <a:t>0.80</a:t>
                      </a:r>
                    </a:p>
                  </a:txBody>
                  <a:tcPr/>
                </a:tc>
                <a:tc>
                  <a:txBody>
                    <a:bodyPr/>
                    <a:lstStyle/>
                    <a:p>
                      <a:pPr lvl="0">
                        <a:buNone/>
                      </a:pPr>
                      <a:r>
                        <a:rPr lang="de-DE" sz="1400" b="0" i="0" u="none" strike="noStrike" noProof="0">
                          <a:solidFill>
                            <a:srgbClr val="000000"/>
                          </a:solidFill>
                          <a:latin typeface="Arial"/>
                          <a:cs typeface="Arial"/>
                        </a:rPr>
                        <a:t>0.80</a:t>
                      </a:r>
                    </a:p>
                  </a:txBody>
                  <a:tcPr/>
                </a:tc>
                <a:tc>
                  <a:txBody>
                    <a:bodyPr/>
                    <a:lstStyle/>
                    <a:p>
                      <a:pPr lvl="0">
                        <a:buNone/>
                      </a:pPr>
                      <a:r>
                        <a:rPr lang="de-DE" sz="1400" b="0" i="0" u="none" strike="noStrike" noProof="0">
                          <a:solidFill>
                            <a:srgbClr val="000000"/>
                          </a:solidFill>
                          <a:latin typeface="Arial"/>
                          <a:cs typeface="Arial"/>
                        </a:rPr>
                        <a:t>0.65</a:t>
                      </a:r>
                    </a:p>
                  </a:txBody>
                  <a:tcPr/>
                </a:tc>
                <a:tc>
                  <a:txBody>
                    <a:bodyPr/>
                    <a:lstStyle/>
                    <a:p>
                      <a:pPr lvl="0">
                        <a:buNone/>
                      </a:pPr>
                      <a:r>
                        <a:rPr lang="de-DE" sz="1400" b="0" i="0" u="none" strike="noStrike" noProof="0">
                          <a:solidFill>
                            <a:srgbClr val="000000"/>
                          </a:solidFill>
                          <a:latin typeface="Arial"/>
                          <a:cs typeface="Arial"/>
                        </a:rPr>
                        <a:t>0.70</a:t>
                      </a:r>
                    </a:p>
                  </a:txBody>
                  <a:tcPr/>
                </a:tc>
                <a:tc>
                  <a:txBody>
                    <a:bodyPr/>
                    <a:lstStyle/>
                    <a:p>
                      <a:pPr lvl="0">
                        <a:buNone/>
                      </a:pPr>
                      <a:r>
                        <a:rPr lang="de-DE" sz="1400" b="0" i="0" u="none" strike="noStrike" noProof="0">
                          <a:solidFill>
                            <a:srgbClr val="000000"/>
                          </a:solidFill>
                          <a:latin typeface="Arial"/>
                          <a:cs typeface="Arial"/>
                        </a:rPr>
                        <a:t>0.70</a:t>
                      </a:r>
                    </a:p>
                  </a:txBody>
                  <a:tcPr/>
                </a:tc>
                <a:tc>
                  <a:txBody>
                    <a:bodyPr/>
                    <a:lstStyle/>
                    <a:p>
                      <a:pPr lvl="0">
                        <a:buNone/>
                      </a:pPr>
                      <a:r>
                        <a:rPr lang="de-DE" sz="1400" b="0" i="0" u="none" strike="noStrike" noProof="0">
                          <a:solidFill>
                            <a:srgbClr val="000000"/>
                          </a:solidFill>
                          <a:latin typeface="Arial"/>
                          <a:cs typeface="Arial"/>
                        </a:rPr>
                        <a:t>0.70</a:t>
                      </a:r>
                    </a:p>
                  </a:txBody>
                  <a:tcPr/>
                </a:tc>
                <a:tc>
                  <a:txBody>
                    <a:bodyPr/>
                    <a:lstStyle/>
                    <a:p>
                      <a:pPr lvl="0">
                        <a:buNone/>
                      </a:pPr>
                      <a:r>
                        <a:rPr lang="de-DE" sz="1400" b="0" i="0" u="none" strike="noStrike" noProof="0">
                          <a:solidFill>
                            <a:srgbClr val="000000"/>
                          </a:solidFill>
                          <a:latin typeface="Arial"/>
                          <a:cs typeface="Arial"/>
                        </a:rPr>
                        <a:t>0.75</a:t>
                      </a:r>
                    </a:p>
                  </a:txBody>
                  <a:tcPr/>
                </a:tc>
                <a:tc>
                  <a:txBody>
                    <a:bodyPr/>
                    <a:lstStyle/>
                    <a:p>
                      <a:pPr lvl="0">
                        <a:buNone/>
                      </a:pPr>
                      <a:r>
                        <a:rPr lang="de-DE" sz="1400" b="0" i="0" u="none" strike="noStrike" noProof="0">
                          <a:solidFill>
                            <a:srgbClr val="000000"/>
                          </a:solidFill>
                          <a:latin typeface="Arial"/>
                          <a:cs typeface="Arial"/>
                        </a:rPr>
                        <a:t>0.75</a:t>
                      </a:r>
                    </a:p>
                  </a:txBody>
                  <a:tcPr/>
                </a:tc>
                <a:tc>
                  <a:txBody>
                    <a:bodyPr/>
                    <a:lstStyle/>
                    <a:p>
                      <a:pPr lvl="0">
                        <a:buNone/>
                      </a:pPr>
                      <a:r>
                        <a:rPr lang="en-US" sz="1400"/>
                        <a:t>0.70</a:t>
                      </a:r>
                    </a:p>
                  </a:txBody>
                  <a:tcPr/>
                </a:tc>
                <a:extLst>
                  <a:ext uri="{0D108BD9-81ED-4DB2-BD59-A6C34878D82A}">
                    <a16:rowId xmlns:a16="http://schemas.microsoft.com/office/drawing/2014/main" val="4198767"/>
                  </a:ext>
                </a:extLst>
              </a:tr>
              <a:tr h="370840">
                <a:tc>
                  <a:txBody>
                    <a:bodyPr/>
                    <a:lstStyle/>
                    <a:p>
                      <a:r>
                        <a:rPr lang="de-DE" sz="1400"/>
                        <a:t>0.55</a:t>
                      </a:r>
                    </a:p>
                  </a:txBody>
                  <a:tcPr/>
                </a:tc>
                <a:tc>
                  <a:txBody>
                    <a:bodyPr/>
                    <a:lstStyle/>
                    <a:p>
                      <a:r>
                        <a:rPr lang="de-DE" sz="1400"/>
                        <a:t>0.60</a:t>
                      </a:r>
                    </a:p>
                  </a:txBody>
                  <a:tcPr/>
                </a:tc>
                <a:tc>
                  <a:txBody>
                    <a:bodyPr/>
                    <a:lstStyle/>
                    <a:p>
                      <a:r>
                        <a:rPr lang="de-DE" sz="1400"/>
                        <a:t>0.80-1</a:t>
                      </a:r>
                    </a:p>
                  </a:txBody>
                  <a:tcPr/>
                </a:tc>
                <a:tc>
                  <a:txBody>
                    <a:bodyPr/>
                    <a:lstStyle/>
                    <a:p>
                      <a:r>
                        <a:rPr lang="de-DE" sz="1400"/>
                        <a:t>0.80-1</a:t>
                      </a:r>
                    </a:p>
                  </a:txBody>
                  <a:tcPr/>
                </a:tc>
                <a:tc>
                  <a:txBody>
                    <a:bodyPr/>
                    <a:lstStyle/>
                    <a:p>
                      <a:r>
                        <a:rPr lang="de-DE" sz="1400"/>
                        <a:t>0.75-1</a:t>
                      </a:r>
                    </a:p>
                  </a:txBody>
                  <a:tcPr/>
                </a:tc>
                <a:tc>
                  <a:txBody>
                    <a:bodyPr/>
                    <a:lstStyle/>
                    <a:p>
                      <a:r>
                        <a:rPr lang="de-DE" sz="1400"/>
                        <a:t>0.60</a:t>
                      </a:r>
                    </a:p>
                  </a:txBody>
                  <a:tcPr/>
                </a:tc>
                <a:tc>
                  <a:txBody>
                    <a:bodyPr/>
                    <a:lstStyle/>
                    <a:p>
                      <a:r>
                        <a:rPr lang="de-DE" sz="1400"/>
                        <a:t>0.60</a:t>
                      </a:r>
                    </a:p>
                  </a:txBody>
                  <a:tcPr/>
                </a:tc>
                <a:tc>
                  <a:txBody>
                    <a:bodyPr/>
                    <a:lstStyle/>
                    <a:p>
                      <a:r>
                        <a:rPr lang="de-DE" sz="1400"/>
                        <a:t>0.60</a:t>
                      </a:r>
                    </a:p>
                  </a:txBody>
                  <a:tcPr/>
                </a:tc>
                <a:tc>
                  <a:txBody>
                    <a:bodyPr/>
                    <a:lstStyle/>
                    <a:p>
                      <a:pPr lvl="0">
                        <a:buNone/>
                      </a:pPr>
                      <a:r>
                        <a:rPr lang="de-DE" sz="1400"/>
                        <a:t>0.60</a:t>
                      </a:r>
                    </a:p>
                  </a:txBody>
                  <a:tcPr/>
                </a:tc>
                <a:tc>
                  <a:txBody>
                    <a:bodyPr/>
                    <a:lstStyle/>
                    <a:p>
                      <a:r>
                        <a:rPr lang="de-DE" sz="1400"/>
                        <a:t>0.75-1</a:t>
                      </a:r>
                    </a:p>
                  </a:txBody>
                  <a:tcPr/>
                </a:tc>
                <a:tc>
                  <a:txBody>
                    <a:bodyPr/>
                    <a:lstStyle/>
                    <a:p>
                      <a:pPr lvl="0">
                        <a:buNone/>
                      </a:pPr>
                      <a:r>
                        <a:rPr lang="de-DE" sz="1400"/>
                        <a:t>0.80-1</a:t>
                      </a:r>
                    </a:p>
                  </a:txBody>
                  <a:tcPr/>
                </a:tc>
                <a:tc>
                  <a:txBody>
                    <a:bodyPr/>
                    <a:lstStyle/>
                    <a:p>
                      <a:pPr lvl="0">
                        <a:buNone/>
                      </a:pPr>
                      <a:r>
                        <a:rPr lang="de-DE" sz="1400"/>
                        <a:t>0.60</a:t>
                      </a:r>
                    </a:p>
                  </a:txBody>
                  <a:tcPr/>
                </a:tc>
                <a:extLst>
                  <a:ext uri="{0D108BD9-81ED-4DB2-BD59-A6C34878D82A}">
                    <a16:rowId xmlns:a16="http://schemas.microsoft.com/office/drawing/2014/main" val="2377502259"/>
                  </a:ext>
                </a:extLst>
              </a:tr>
              <a:tr h="370839">
                <a:tc>
                  <a:txBody>
                    <a:bodyPr/>
                    <a:lstStyle/>
                    <a:p>
                      <a:pPr lvl="0">
                        <a:buNone/>
                      </a:pPr>
                      <a:r>
                        <a:rPr lang="de-DE" sz="1400" b="0" i="0" u="none" strike="noStrike" noProof="0">
                          <a:solidFill>
                            <a:srgbClr val="000000"/>
                          </a:solidFill>
                          <a:latin typeface="Arial"/>
                          <a:cs typeface="Arial"/>
                        </a:rPr>
                        <a:t>0.60</a:t>
                      </a:r>
                    </a:p>
                  </a:txBody>
                  <a:tcPr/>
                </a:tc>
                <a:tc>
                  <a:txBody>
                    <a:bodyPr/>
                    <a:lstStyle/>
                    <a:p>
                      <a:pPr lvl="0">
                        <a:buNone/>
                      </a:pPr>
                      <a:r>
                        <a:rPr lang="de-DE" sz="1400" b="0" i="0" u="none" strike="noStrike" noProof="0">
                          <a:solidFill>
                            <a:srgbClr val="000000"/>
                          </a:solidFill>
                          <a:latin typeface="Arial"/>
                          <a:cs typeface="Arial"/>
                        </a:rPr>
                        <a:t>0.75</a:t>
                      </a:r>
                    </a:p>
                  </a:txBody>
                  <a:tcPr/>
                </a:tc>
                <a:tc>
                  <a:txBody>
                    <a:bodyPr/>
                    <a:lstStyle/>
                    <a:p>
                      <a:pPr lvl="0">
                        <a:buNone/>
                      </a:pPr>
                      <a:r>
                        <a:rPr lang="de-DE" sz="1400" b="0" i="0" u="none" strike="noStrike" noProof="0">
                          <a:solidFill>
                            <a:srgbClr val="000000"/>
                          </a:solidFill>
                          <a:latin typeface="Arial"/>
                          <a:cs typeface="Arial"/>
                        </a:rPr>
                        <a:t>0.85</a:t>
                      </a:r>
                    </a:p>
                  </a:txBody>
                  <a:tcPr/>
                </a:tc>
                <a:tc>
                  <a:txBody>
                    <a:bodyPr/>
                    <a:lstStyle/>
                    <a:p>
                      <a:pPr lvl="0">
                        <a:buNone/>
                      </a:pPr>
                      <a:r>
                        <a:rPr lang="de-DE" sz="1400" b="0" i="0" u="none" strike="noStrike" noProof="0">
                          <a:solidFill>
                            <a:srgbClr val="000000"/>
                          </a:solidFill>
                          <a:latin typeface="Arial"/>
                          <a:cs typeface="Arial"/>
                        </a:rPr>
                        <a:t>0.85</a:t>
                      </a:r>
                    </a:p>
                  </a:txBody>
                  <a:tcPr/>
                </a:tc>
                <a:tc>
                  <a:txBody>
                    <a:bodyPr/>
                    <a:lstStyle/>
                    <a:p>
                      <a:pPr lvl="0">
                        <a:buNone/>
                      </a:pPr>
                      <a:r>
                        <a:rPr lang="de-DE" sz="1400" b="0" i="0" u="none" strike="noStrike" noProof="0">
                          <a:solidFill>
                            <a:srgbClr val="000000"/>
                          </a:solidFill>
                          <a:latin typeface="Arial"/>
                          <a:cs typeface="Arial"/>
                        </a:rPr>
                        <a:t>0.80</a:t>
                      </a:r>
                    </a:p>
                  </a:txBody>
                  <a:tcPr/>
                </a:tc>
                <a:tc>
                  <a:txBody>
                    <a:bodyPr/>
                    <a:lstStyle/>
                    <a:p>
                      <a:pPr lvl="0">
                        <a:buNone/>
                      </a:pPr>
                      <a:r>
                        <a:rPr lang="de-DE" sz="1400" b="0" i="0" u="none" strike="noStrike" noProof="0">
                          <a:solidFill>
                            <a:srgbClr val="000000"/>
                          </a:solidFill>
                          <a:latin typeface="Arial"/>
                          <a:cs typeface="Arial"/>
                        </a:rPr>
                        <a:t>0.65</a:t>
                      </a:r>
                    </a:p>
                  </a:txBody>
                  <a:tcPr/>
                </a:tc>
                <a:tc>
                  <a:txBody>
                    <a:bodyPr/>
                    <a:lstStyle/>
                    <a:p>
                      <a:pPr lvl="0">
                        <a:buNone/>
                      </a:pPr>
                      <a:r>
                        <a:rPr lang="de-DE" sz="1400" b="0" i="0" u="none" strike="noStrike" noProof="0">
                          <a:solidFill>
                            <a:srgbClr val="000000"/>
                          </a:solidFill>
                          <a:latin typeface="Arial"/>
                          <a:cs typeface="Arial"/>
                        </a:rPr>
                        <a:t>0.65</a:t>
                      </a:r>
                    </a:p>
                  </a:txBody>
                  <a:tcPr/>
                </a:tc>
                <a:tc>
                  <a:txBody>
                    <a:bodyPr/>
                    <a:lstStyle/>
                    <a:p>
                      <a:pPr lvl="0">
                        <a:buNone/>
                      </a:pPr>
                      <a:r>
                        <a:rPr lang="de-DE" sz="1400" b="0" i="0" u="none" strike="noStrike" noProof="0">
                          <a:solidFill>
                            <a:srgbClr val="000000"/>
                          </a:solidFill>
                          <a:latin typeface="Arial"/>
                          <a:cs typeface="Arial"/>
                        </a:rPr>
                        <a:t>0.65</a:t>
                      </a:r>
                    </a:p>
                  </a:txBody>
                  <a:tcPr/>
                </a:tc>
                <a:tc>
                  <a:txBody>
                    <a:bodyPr/>
                    <a:lstStyle/>
                    <a:p>
                      <a:pPr lvl="0">
                        <a:buNone/>
                      </a:pPr>
                      <a:r>
                        <a:rPr lang="de-DE" sz="1400" b="0" i="0" u="none" strike="noStrike" noProof="0">
                          <a:solidFill>
                            <a:srgbClr val="000000"/>
                          </a:solidFill>
                          <a:latin typeface="Arial"/>
                          <a:cs typeface="Arial"/>
                        </a:rPr>
                        <a:t>0.65</a:t>
                      </a:r>
                    </a:p>
                  </a:txBody>
                  <a:tcPr/>
                </a:tc>
                <a:tc>
                  <a:txBody>
                    <a:bodyPr/>
                    <a:lstStyle/>
                    <a:p>
                      <a:pPr lvl="0">
                        <a:buNone/>
                      </a:pPr>
                      <a:r>
                        <a:rPr lang="de-DE" sz="1400" b="0" i="0" u="none" strike="noStrike" noProof="0">
                          <a:solidFill>
                            <a:srgbClr val="000000"/>
                          </a:solidFill>
                          <a:latin typeface="Arial"/>
                          <a:cs typeface="Arial"/>
                        </a:rPr>
                        <a:t>0.80</a:t>
                      </a:r>
                    </a:p>
                  </a:txBody>
                  <a:tcPr/>
                </a:tc>
                <a:tc>
                  <a:txBody>
                    <a:bodyPr/>
                    <a:lstStyle/>
                    <a:p>
                      <a:pPr lvl="0">
                        <a:buNone/>
                      </a:pPr>
                      <a:r>
                        <a:rPr lang="de-DE" sz="1400" b="0" i="0" u="none" strike="noStrike" noProof="0">
                          <a:solidFill>
                            <a:srgbClr val="000000"/>
                          </a:solidFill>
                          <a:latin typeface="Arial"/>
                          <a:cs typeface="Arial"/>
                        </a:rPr>
                        <a:t>0.85</a:t>
                      </a:r>
                    </a:p>
                  </a:txBody>
                  <a:tcPr/>
                </a:tc>
                <a:tc>
                  <a:txBody>
                    <a:bodyPr/>
                    <a:lstStyle/>
                    <a:p>
                      <a:pPr lvl="0">
                        <a:buNone/>
                      </a:pPr>
                      <a:r>
                        <a:rPr lang="de-DE" sz="1400" b="0" i="0" u="none" strike="noStrike" noProof="0">
                          <a:solidFill>
                            <a:srgbClr val="000000"/>
                          </a:solidFill>
                          <a:latin typeface="Arial"/>
                          <a:cs typeface="Arial"/>
                        </a:rPr>
                        <a:t>0.65</a:t>
                      </a:r>
                    </a:p>
                  </a:txBody>
                  <a:tcPr/>
                </a:tc>
                <a:extLst>
                  <a:ext uri="{0D108BD9-81ED-4DB2-BD59-A6C34878D82A}">
                    <a16:rowId xmlns:a16="http://schemas.microsoft.com/office/drawing/2014/main" val="4180923322"/>
                  </a:ext>
                </a:extLst>
              </a:tr>
              <a:tr h="370838">
                <a:tc>
                  <a:txBody>
                    <a:bodyPr/>
                    <a:lstStyle/>
                    <a:p>
                      <a:pPr lvl="0">
                        <a:buNone/>
                      </a:pPr>
                      <a:r>
                        <a:rPr lang="de-DE" sz="1400"/>
                        <a:t>0.60</a:t>
                      </a:r>
                    </a:p>
                  </a:txBody>
                  <a:tcPr/>
                </a:tc>
                <a:tc>
                  <a:txBody>
                    <a:bodyPr/>
                    <a:lstStyle/>
                    <a:p>
                      <a:pPr lvl="0">
                        <a:buNone/>
                      </a:pPr>
                      <a:r>
                        <a:rPr lang="de-DE" sz="1400"/>
                        <a:t>0.75</a:t>
                      </a:r>
                    </a:p>
                  </a:txBody>
                  <a:tcPr/>
                </a:tc>
                <a:tc>
                  <a:txBody>
                    <a:bodyPr/>
                    <a:lstStyle/>
                    <a:p>
                      <a:pPr lvl="0">
                        <a:buNone/>
                      </a:pPr>
                      <a:r>
                        <a:rPr lang="de-DE" sz="1400"/>
                        <a:t>0.80-1</a:t>
                      </a:r>
                    </a:p>
                  </a:txBody>
                  <a:tcPr/>
                </a:tc>
                <a:tc>
                  <a:txBody>
                    <a:bodyPr/>
                    <a:lstStyle/>
                    <a:p>
                      <a:pPr lvl="0">
                        <a:buNone/>
                      </a:pPr>
                      <a:r>
                        <a:rPr lang="de-DE" sz="1400"/>
                        <a:t>0.80-1</a:t>
                      </a:r>
                    </a:p>
                  </a:txBody>
                  <a:tcPr/>
                </a:tc>
                <a:tc>
                  <a:txBody>
                    <a:bodyPr/>
                    <a:lstStyle/>
                    <a:p>
                      <a:pPr lvl="0">
                        <a:buNone/>
                      </a:pPr>
                      <a:r>
                        <a:rPr lang="de-DE" sz="1400"/>
                        <a:t>0.65-1</a:t>
                      </a:r>
                    </a:p>
                  </a:txBody>
                  <a:tcPr/>
                </a:tc>
                <a:tc>
                  <a:txBody>
                    <a:bodyPr/>
                    <a:lstStyle/>
                    <a:p>
                      <a:pPr lvl="0">
                        <a:buNone/>
                      </a:pPr>
                      <a:r>
                        <a:rPr lang="de-DE" sz="1400"/>
                        <a:t>0.65</a:t>
                      </a:r>
                    </a:p>
                  </a:txBody>
                  <a:tcPr/>
                </a:tc>
                <a:tc>
                  <a:txBody>
                    <a:bodyPr/>
                    <a:lstStyle/>
                    <a:p>
                      <a:pPr lvl="0">
                        <a:buNone/>
                      </a:pPr>
                      <a:r>
                        <a:rPr lang="de-DE" sz="1400"/>
                        <a:t>0.65</a:t>
                      </a:r>
                    </a:p>
                  </a:txBody>
                  <a:tcPr/>
                </a:tc>
                <a:tc>
                  <a:txBody>
                    <a:bodyPr/>
                    <a:lstStyle/>
                    <a:p>
                      <a:pPr lvl="0">
                        <a:buNone/>
                      </a:pPr>
                      <a:r>
                        <a:rPr lang="de-DE" sz="1400"/>
                        <a:t>0.65</a:t>
                      </a:r>
                    </a:p>
                  </a:txBody>
                  <a:tcPr/>
                </a:tc>
                <a:tc>
                  <a:txBody>
                    <a:bodyPr/>
                    <a:lstStyle/>
                    <a:p>
                      <a:pPr lvl="0">
                        <a:buNone/>
                      </a:pPr>
                      <a:r>
                        <a:rPr lang="de-DE" sz="1400"/>
                        <a:t>0.65</a:t>
                      </a:r>
                    </a:p>
                  </a:txBody>
                  <a:tcPr/>
                </a:tc>
                <a:tc>
                  <a:txBody>
                    <a:bodyPr/>
                    <a:lstStyle/>
                    <a:p>
                      <a:pPr lvl="0">
                        <a:buNone/>
                      </a:pPr>
                      <a:r>
                        <a:rPr lang="de-DE" sz="1400"/>
                        <a:t>0.75-1</a:t>
                      </a:r>
                    </a:p>
                  </a:txBody>
                  <a:tcPr/>
                </a:tc>
                <a:tc>
                  <a:txBody>
                    <a:bodyPr/>
                    <a:lstStyle/>
                    <a:p>
                      <a:pPr lvl="0">
                        <a:buNone/>
                      </a:pPr>
                      <a:r>
                        <a:rPr lang="de-DE" sz="1400"/>
                        <a:t>0.85-1</a:t>
                      </a:r>
                    </a:p>
                  </a:txBody>
                  <a:tcPr/>
                </a:tc>
                <a:tc>
                  <a:txBody>
                    <a:bodyPr/>
                    <a:lstStyle/>
                    <a:p>
                      <a:pPr lvl="0">
                        <a:buNone/>
                      </a:pPr>
                      <a:r>
                        <a:rPr lang="de-DE" sz="1400"/>
                        <a:t>0.65</a:t>
                      </a:r>
                    </a:p>
                  </a:txBody>
                  <a:tcPr/>
                </a:tc>
                <a:extLst>
                  <a:ext uri="{0D108BD9-81ED-4DB2-BD59-A6C34878D82A}">
                    <a16:rowId xmlns:a16="http://schemas.microsoft.com/office/drawing/2014/main" val="3425758347"/>
                  </a:ext>
                </a:extLst>
              </a:tr>
              <a:tr h="370838">
                <a:tc>
                  <a:txBody>
                    <a:bodyPr/>
                    <a:lstStyle/>
                    <a:p>
                      <a:pPr lvl="0">
                        <a:buNone/>
                      </a:pPr>
                      <a:r>
                        <a:rPr lang="de-DE" sz="1400"/>
                        <a:t>0.60</a:t>
                      </a:r>
                    </a:p>
                  </a:txBody>
                  <a:tcPr/>
                </a:tc>
                <a:tc>
                  <a:txBody>
                    <a:bodyPr/>
                    <a:lstStyle/>
                    <a:p>
                      <a:pPr lvl="0">
                        <a:buNone/>
                      </a:pPr>
                      <a:r>
                        <a:rPr lang="de-DE" sz="1400"/>
                        <a:t>0.75</a:t>
                      </a:r>
                    </a:p>
                  </a:txBody>
                  <a:tcPr/>
                </a:tc>
                <a:tc>
                  <a:txBody>
                    <a:bodyPr/>
                    <a:lstStyle/>
                    <a:p>
                      <a:pPr lvl="0">
                        <a:buNone/>
                      </a:pPr>
                      <a:r>
                        <a:rPr lang="de-DE" sz="1400"/>
                        <a:t>0.80-1</a:t>
                      </a:r>
                    </a:p>
                  </a:txBody>
                  <a:tcPr/>
                </a:tc>
                <a:tc>
                  <a:txBody>
                    <a:bodyPr/>
                    <a:lstStyle/>
                    <a:p>
                      <a:pPr lvl="0">
                        <a:buNone/>
                      </a:pPr>
                      <a:r>
                        <a:rPr lang="de-DE" sz="1400"/>
                        <a:t>0.80-1</a:t>
                      </a:r>
                    </a:p>
                  </a:txBody>
                  <a:tcPr/>
                </a:tc>
                <a:tc>
                  <a:txBody>
                    <a:bodyPr/>
                    <a:lstStyle/>
                    <a:p>
                      <a:pPr lvl="0">
                        <a:buNone/>
                      </a:pPr>
                      <a:r>
                        <a:rPr lang="de-DE" sz="1400"/>
                        <a:t>0.75-1</a:t>
                      </a:r>
                    </a:p>
                  </a:txBody>
                  <a:tcPr/>
                </a:tc>
                <a:tc>
                  <a:txBody>
                    <a:bodyPr/>
                    <a:lstStyle/>
                    <a:p>
                      <a:pPr lvl="0">
                        <a:buNone/>
                      </a:pPr>
                      <a:r>
                        <a:rPr lang="de-DE" sz="1400"/>
                        <a:t>0.65</a:t>
                      </a:r>
                    </a:p>
                  </a:txBody>
                  <a:tcPr/>
                </a:tc>
                <a:tc>
                  <a:txBody>
                    <a:bodyPr/>
                    <a:lstStyle/>
                    <a:p>
                      <a:pPr lvl="0">
                        <a:buNone/>
                      </a:pPr>
                      <a:r>
                        <a:rPr lang="de-DE" sz="1400"/>
                        <a:t>0.65</a:t>
                      </a:r>
                    </a:p>
                  </a:txBody>
                  <a:tcPr/>
                </a:tc>
                <a:tc>
                  <a:txBody>
                    <a:bodyPr/>
                    <a:lstStyle/>
                    <a:p>
                      <a:pPr lvl="0">
                        <a:buNone/>
                      </a:pPr>
                      <a:r>
                        <a:rPr lang="de-DE" sz="1400"/>
                        <a:t>0.70</a:t>
                      </a:r>
                    </a:p>
                  </a:txBody>
                  <a:tcPr/>
                </a:tc>
                <a:tc>
                  <a:txBody>
                    <a:bodyPr/>
                    <a:lstStyle/>
                    <a:p>
                      <a:pPr lvl="0">
                        <a:buNone/>
                      </a:pPr>
                      <a:r>
                        <a:rPr lang="de-DE" sz="1400"/>
                        <a:t>0.60</a:t>
                      </a:r>
                    </a:p>
                  </a:txBody>
                  <a:tcPr/>
                </a:tc>
                <a:tc>
                  <a:txBody>
                    <a:bodyPr/>
                    <a:lstStyle/>
                    <a:p>
                      <a:pPr lvl="0">
                        <a:buNone/>
                      </a:pPr>
                      <a:r>
                        <a:rPr lang="de-DE" sz="1400"/>
                        <a:t>0.85-1</a:t>
                      </a:r>
                    </a:p>
                  </a:txBody>
                  <a:tcPr/>
                </a:tc>
                <a:tc>
                  <a:txBody>
                    <a:bodyPr/>
                    <a:lstStyle/>
                    <a:p>
                      <a:pPr lvl="0">
                        <a:buNone/>
                      </a:pPr>
                      <a:r>
                        <a:rPr lang="de-DE" sz="1400"/>
                        <a:t>0.90-1</a:t>
                      </a:r>
                    </a:p>
                  </a:txBody>
                  <a:tcPr/>
                </a:tc>
                <a:tc>
                  <a:txBody>
                    <a:bodyPr/>
                    <a:lstStyle/>
                    <a:p>
                      <a:pPr lvl="0">
                        <a:buNone/>
                      </a:pPr>
                      <a:r>
                        <a:rPr lang="de-DE" sz="1400"/>
                        <a:t>0.65</a:t>
                      </a:r>
                    </a:p>
                  </a:txBody>
                  <a:tcPr/>
                </a:tc>
                <a:extLst>
                  <a:ext uri="{0D108BD9-81ED-4DB2-BD59-A6C34878D82A}">
                    <a16:rowId xmlns:a16="http://schemas.microsoft.com/office/drawing/2014/main" val="3786543771"/>
                  </a:ext>
                </a:extLst>
              </a:tr>
              <a:tr h="370838">
                <a:tc>
                  <a:txBody>
                    <a:bodyPr/>
                    <a:lstStyle/>
                    <a:p>
                      <a:pPr lvl="0">
                        <a:buNone/>
                      </a:pPr>
                      <a:r>
                        <a:rPr lang="de-DE" sz="1400"/>
                        <a:t>0.60</a:t>
                      </a:r>
                    </a:p>
                  </a:txBody>
                  <a:tcPr/>
                </a:tc>
                <a:tc>
                  <a:txBody>
                    <a:bodyPr/>
                    <a:lstStyle/>
                    <a:p>
                      <a:pPr lvl="0">
                        <a:buNone/>
                      </a:pPr>
                      <a:r>
                        <a:rPr lang="de-DE" sz="1400"/>
                        <a:t>0.75</a:t>
                      </a:r>
                    </a:p>
                  </a:txBody>
                  <a:tcPr/>
                </a:tc>
                <a:tc>
                  <a:txBody>
                    <a:bodyPr/>
                    <a:lstStyle/>
                    <a:p>
                      <a:pPr lvl="0">
                        <a:buNone/>
                      </a:pPr>
                      <a:r>
                        <a:rPr lang="de-DE" sz="1400"/>
                        <a:t>0.85-1</a:t>
                      </a:r>
                    </a:p>
                  </a:txBody>
                  <a:tcPr/>
                </a:tc>
                <a:tc>
                  <a:txBody>
                    <a:bodyPr/>
                    <a:lstStyle/>
                    <a:p>
                      <a:pPr lvl="0">
                        <a:buNone/>
                      </a:pPr>
                      <a:r>
                        <a:rPr lang="de-DE" sz="1400"/>
                        <a:t>0.85-1</a:t>
                      </a:r>
                    </a:p>
                  </a:txBody>
                  <a:tcPr/>
                </a:tc>
                <a:tc>
                  <a:txBody>
                    <a:bodyPr/>
                    <a:lstStyle/>
                    <a:p>
                      <a:pPr lvl="0">
                        <a:buNone/>
                      </a:pPr>
                      <a:r>
                        <a:rPr lang="de-DE" sz="1400"/>
                        <a:t>0.80-1</a:t>
                      </a:r>
                    </a:p>
                  </a:txBody>
                  <a:tcPr/>
                </a:tc>
                <a:tc>
                  <a:txBody>
                    <a:bodyPr/>
                    <a:lstStyle/>
                    <a:p>
                      <a:pPr lvl="0">
                        <a:buNone/>
                      </a:pPr>
                      <a:r>
                        <a:rPr lang="de-DE" sz="1400"/>
                        <a:t>0.65</a:t>
                      </a:r>
                    </a:p>
                  </a:txBody>
                  <a:tcPr/>
                </a:tc>
                <a:tc>
                  <a:txBody>
                    <a:bodyPr/>
                    <a:lstStyle/>
                    <a:p>
                      <a:pPr lvl="0">
                        <a:buNone/>
                      </a:pPr>
                      <a:r>
                        <a:rPr lang="de-DE" sz="1400"/>
                        <a:t>0.70</a:t>
                      </a:r>
                    </a:p>
                  </a:txBody>
                  <a:tcPr/>
                </a:tc>
                <a:tc>
                  <a:txBody>
                    <a:bodyPr/>
                    <a:lstStyle/>
                    <a:p>
                      <a:pPr lvl="0">
                        <a:buNone/>
                      </a:pPr>
                      <a:r>
                        <a:rPr lang="de-DE" sz="1400"/>
                        <a:t>0.75</a:t>
                      </a:r>
                    </a:p>
                  </a:txBody>
                  <a:tcPr/>
                </a:tc>
                <a:tc>
                  <a:txBody>
                    <a:bodyPr/>
                    <a:lstStyle/>
                    <a:p>
                      <a:pPr lvl="0">
                        <a:buNone/>
                      </a:pPr>
                      <a:r>
                        <a:rPr lang="de-DE" sz="1400"/>
                        <a:t>0.70</a:t>
                      </a:r>
                    </a:p>
                  </a:txBody>
                  <a:tcPr/>
                </a:tc>
                <a:tc>
                  <a:txBody>
                    <a:bodyPr/>
                    <a:lstStyle/>
                    <a:p>
                      <a:pPr lvl="0">
                        <a:buNone/>
                      </a:pPr>
                      <a:r>
                        <a:rPr lang="de-DE" sz="1400"/>
                        <a:t>0.85-1</a:t>
                      </a:r>
                    </a:p>
                  </a:txBody>
                  <a:tcPr/>
                </a:tc>
                <a:tc>
                  <a:txBody>
                    <a:bodyPr/>
                    <a:lstStyle/>
                    <a:p>
                      <a:pPr lvl="0">
                        <a:buNone/>
                      </a:pPr>
                      <a:r>
                        <a:rPr lang="de-DE" sz="1400"/>
                        <a:t>0.85-1</a:t>
                      </a:r>
                    </a:p>
                  </a:txBody>
                  <a:tcPr/>
                </a:tc>
                <a:tc>
                  <a:txBody>
                    <a:bodyPr/>
                    <a:lstStyle/>
                    <a:p>
                      <a:pPr lvl="0">
                        <a:buNone/>
                      </a:pPr>
                      <a:r>
                        <a:rPr lang="de-DE" sz="1400"/>
                        <a:t>0.75</a:t>
                      </a:r>
                    </a:p>
                  </a:txBody>
                  <a:tcPr/>
                </a:tc>
                <a:extLst>
                  <a:ext uri="{0D108BD9-81ED-4DB2-BD59-A6C34878D82A}">
                    <a16:rowId xmlns:a16="http://schemas.microsoft.com/office/drawing/2014/main" val="3117144072"/>
                  </a:ext>
                </a:extLst>
              </a:tr>
            </a:tbl>
          </a:graphicData>
        </a:graphic>
      </p:graphicFrame>
    </p:spTree>
    <p:extLst>
      <p:ext uri="{BB962C8B-B14F-4D97-AF65-F5344CB8AC3E}">
        <p14:creationId xmlns:p14="http://schemas.microsoft.com/office/powerpoint/2010/main" val="225395391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102EEB-3AB4-470E-EDBC-689FED78F9BF}"/>
              </a:ext>
            </a:extLst>
          </p:cNvPr>
          <p:cNvSpPr>
            <a:spLocks noGrp="1"/>
          </p:cNvSpPr>
          <p:nvPr>
            <p:ph type="title"/>
          </p:nvPr>
        </p:nvSpPr>
        <p:spPr/>
        <p:txBody>
          <a:bodyPr/>
          <a:lstStyle/>
          <a:p>
            <a:r>
              <a:rPr lang="en-US">
                <a:latin typeface="Arial"/>
                <a:cs typeface="Arial"/>
              </a:rPr>
              <a:t>Feeder_metadata (Temperature = 0) gpt-5.4-mini rows=10</a:t>
            </a:r>
          </a:p>
        </p:txBody>
      </p:sp>
      <p:graphicFrame>
        <p:nvGraphicFramePr>
          <p:cNvPr id="4" name="Chart 3">
            <a:extLst>
              <a:ext uri="{FF2B5EF4-FFF2-40B4-BE49-F238E27FC236}">
                <a16:creationId xmlns:a16="http://schemas.microsoft.com/office/drawing/2014/main" id="{553B5E2E-C773-68D1-4B57-5A188FC6A4F9}"/>
              </a:ext>
            </a:extLst>
          </p:cNvPr>
          <p:cNvGraphicFramePr/>
          <p:nvPr>
            <p:extLst>
              <p:ext uri="{D42A27DB-BD31-4B8C-83A1-F6EECF244321}">
                <p14:modId xmlns:p14="http://schemas.microsoft.com/office/powerpoint/2010/main" val="1480438041"/>
              </p:ext>
            </p:extLst>
          </p:nvPr>
        </p:nvGraphicFramePr>
        <p:xfrm>
          <a:off x="207788" y="1440489"/>
          <a:ext cx="8730343" cy="3654198"/>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166094607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46D856-A707-CA04-4153-55F148581E8A}"/>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9A6B94B4-478C-9834-56C6-B4917126628A}"/>
              </a:ext>
            </a:extLst>
          </p:cNvPr>
          <p:cNvSpPr>
            <a:spLocks noGrp="1"/>
          </p:cNvSpPr>
          <p:nvPr>
            <p:ph type="title"/>
          </p:nvPr>
        </p:nvSpPr>
        <p:spPr/>
        <p:txBody>
          <a:bodyPr/>
          <a:lstStyle/>
          <a:p>
            <a:r>
              <a:rPr lang="en-US" err="1">
                <a:latin typeface="Arial"/>
                <a:cs typeface="Arial"/>
              </a:rPr>
              <a:t>Feeder_metadata</a:t>
            </a:r>
            <a:r>
              <a:rPr lang="en-US">
                <a:latin typeface="Arial"/>
                <a:cs typeface="Arial"/>
              </a:rPr>
              <a:t> gpt-5.4-mini rows=10</a:t>
            </a:r>
            <a:endParaRPr lang="en-US"/>
          </a:p>
        </p:txBody>
      </p:sp>
      <p:graphicFrame>
        <p:nvGraphicFramePr>
          <p:cNvPr id="4" name="Tabelle 3">
            <a:extLst>
              <a:ext uri="{FF2B5EF4-FFF2-40B4-BE49-F238E27FC236}">
                <a16:creationId xmlns:a16="http://schemas.microsoft.com/office/drawing/2014/main" id="{200A61FF-4433-4E28-F075-2762FA4F2B30}"/>
              </a:ext>
            </a:extLst>
          </p:cNvPr>
          <p:cNvGraphicFramePr>
            <a:graphicFrameLocks noGrp="1"/>
          </p:cNvGraphicFramePr>
          <p:nvPr>
            <p:extLst>
              <p:ext uri="{D42A27DB-BD31-4B8C-83A1-F6EECF244321}">
                <p14:modId xmlns:p14="http://schemas.microsoft.com/office/powerpoint/2010/main" val="1545833313"/>
              </p:ext>
            </p:extLst>
          </p:nvPr>
        </p:nvGraphicFramePr>
        <p:xfrm>
          <a:off x="295015" y="976376"/>
          <a:ext cx="8628575" cy="4000676"/>
        </p:xfrm>
        <a:graphic>
          <a:graphicData uri="http://schemas.openxmlformats.org/drawingml/2006/table">
            <a:tbl>
              <a:tblPr firstRow="1" bandRow="1">
                <a:tableStyleId>{5C22544A-7EE6-4342-B048-85BDC9FD1C3A}</a:tableStyleId>
              </a:tblPr>
              <a:tblGrid>
                <a:gridCol w="713417">
                  <a:extLst>
                    <a:ext uri="{9D8B030D-6E8A-4147-A177-3AD203B41FA5}">
                      <a16:colId xmlns:a16="http://schemas.microsoft.com/office/drawing/2014/main" val="928571187"/>
                    </a:ext>
                  </a:extLst>
                </a:gridCol>
                <a:gridCol w="713417">
                  <a:extLst>
                    <a:ext uri="{9D8B030D-6E8A-4147-A177-3AD203B41FA5}">
                      <a16:colId xmlns:a16="http://schemas.microsoft.com/office/drawing/2014/main" val="3482727297"/>
                    </a:ext>
                  </a:extLst>
                </a:gridCol>
                <a:gridCol w="713417">
                  <a:extLst>
                    <a:ext uri="{9D8B030D-6E8A-4147-A177-3AD203B41FA5}">
                      <a16:colId xmlns:a16="http://schemas.microsoft.com/office/drawing/2014/main" val="2681182858"/>
                    </a:ext>
                  </a:extLst>
                </a:gridCol>
                <a:gridCol w="713417">
                  <a:extLst>
                    <a:ext uri="{9D8B030D-6E8A-4147-A177-3AD203B41FA5}">
                      <a16:colId xmlns:a16="http://schemas.microsoft.com/office/drawing/2014/main" val="149693097"/>
                    </a:ext>
                  </a:extLst>
                </a:gridCol>
                <a:gridCol w="713417">
                  <a:extLst>
                    <a:ext uri="{9D8B030D-6E8A-4147-A177-3AD203B41FA5}">
                      <a16:colId xmlns:a16="http://schemas.microsoft.com/office/drawing/2014/main" val="3124726241"/>
                    </a:ext>
                  </a:extLst>
                </a:gridCol>
                <a:gridCol w="713417">
                  <a:extLst>
                    <a:ext uri="{9D8B030D-6E8A-4147-A177-3AD203B41FA5}">
                      <a16:colId xmlns:a16="http://schemas.microsoft.com/office/drawing/2014/main" val="2154533912"/>
                    </a:ext>
                  </a:extLst>
                </a:gridCol>
                <a:gridCol w="713417">
                  <a:extLst>
                    <a:ext uri="{9D8B030D-6E8A-4147-A177-3AD203B41FA5}">
                      <a16:colId xmlns:a16="http://schemas.microsoft.com/office/drawing/2014/main" val="2092475998"/>
                    </a:ext>
                  </a:extLst>
                </a:gridCol>
                <a:gridCol w="713417">
                  <a:extLst>
                    <a:ext uri="{9D8B030D-6E8A-4147-A177-3AD203B41FA5}">
                      <a16:colId xmlns:a16="http://schemas.microsoft.com/office/drawing/2014/main" val="3910534623"/>
                    </a:ext>
                  </a:extLst>
                </a:gridCol>
                <a:gridCol w="713417">
                  <a:extLst>
                    <a:ext uri="{9D8B030D-6E8A-4147-A177-3AD203B41FA5}">
                      <a16:colId xmlns:a16="http://schemas.microsoft.com/office/drawing/2014/main" val="1805982607"/>
                    </a:ext>
                  </a:extLst>
                </a:gridCol>
                <a:gridCol w="713417">
                  <a:extLst>
                    <a:ext uri="{9D8B030D-6E8A-4147-A177-3AD203B41FA5}">
                      <a16:colId xmlns:a16="http://schemas.microsoft.com/office/drawing/2014/main" val="3967829655"/>
                    </a:ext>
                  </a:extLst>
                </a:gridCol>
                <a:gridCol w="713417">
                  <a:extLst>
                    <a:ext uri="{9D8B030D-6E8A-4147-A177-3AD203B41FA5}">
                      <a16:colId xmlns:a16="http://schemas.microsoft.com/office/drawing/2014/main" val="169780462"/>
                    </a:ext>
                  </a:extLst>
                </a:gridCol>
                <a:gridCol w="780988">
                  <a:extLst>
                    <a:ext uri="{9D8B030D-6E8A-4147-A177-3AD203B41FA5}">
                      <a16:colId xmlns:a16="http://schemas.microsoft.com/office/drawing/2014/main" val="683431738"/>
                    </a:ext>
                  </a:extLst>
                </a:gridCol>
              </a:tblGrid>
              <a:tr h="578470">
                <a:tc>
                  <a:txBody>
                    <a:bodyPr/>
                    <a:lstStyle/>
                    <a:p>
                      <a:endParaRPr lang="de-DE" sz="1400"/>
                    </a:p>
                  </a:txBody>
                  <a:tcPr/>
                </a:tc>
                <a:tc>
                  <a:txBody>
                    <a:bodyPr/>
                    <a:lstStyle/>
                    <a:p>
                      <a:pPr lvl="0">
                        <a:buNone/>
                      </a:pPr>
                      <a:r>
                        <a:rPr lang="de-DE" sz="1400" err="1"/>
                        <a:t>feeder</a:t>
                      </a:r>
                    </a:p>
                  </a:txBody>
                  <a:tcPr/>
                </a:tc>
                <a:tc>
                  <a:txBody>
                    <a:bodyPr/>
                    <a:lstStyle/>
                    <a:p>
                      <a:pPr marL="0" lvl="0" indent="0" algn="l">
                        <a:lnSpc>
                          <a:spcPct val="100000"/>
                        </a:lnSpc>
                        <a:buNone/>
                      </a:pPr>
                      <a:r>
                        <a:rPr lang="de-DE" sz="1400" b="1" i="0" u="none" strike="noStrike" baseline="0" noProof="0" err="1">
                          <a:solidFill>
                            <a:srgbClr val="FFFFFF"/>
                          </a:solidFill>
                          <a:latin typeface="Arial"/>
                          <a:cs typeface="Arial"/>
                        </a:rPr>
                        <a:t>substation</a:t>
                      </a:r>
                      <a:endParaRPr lang="de-DE" err="1"/>
                    </a:p>
                    <a:p>
                      <a:pPr lvl="0">
                        <a:buNone/>
                      </a:pPr>
                      <a:endParaRPr lang="de-DE" sz="1400"/>
                    </a:p>
                  </a:txBody>
                  <a:tcPr/>
                </a:tc>
                <a:tc>
                  <a:txBody>
                    <a:bodyPr/>
                    <a:lstStyle/>
                    <a:p>
                      <a:r>
                        <a:rPr lang="de-DE" sz="1400"/>
                        <a:t>date</a:t>
                      </a:r>
                    </a:p>
                  </a:txBody>
                  <a:tcPr/>
                </a:tc>
                <a:tc>
                  <a:txBody>
                    <a:bodyPr/>
                    <a:lstStyle/>
                    <a:p>
                      <a:r>
                        <a:rPr lang="de-DE" sz="1400" err="1"/>
                        <a:t>Housing_unit_count</a:t>
                      </a:r>
                    </a:p>
                  </a:txBody>
                  <a:tcPr/>
                </a:tc>
                <a:tc>
                  <a:txBody>
                    <a:bodyPr/>
                    <a:lstStyle/>
                    <a:p>
                      <a:pPr marL="0" lvl="0" indent="0" algn="l">
                        <a:lnSpc>
                          <a:spcPct val="100000"/>
                        </a:lnSpc>
                        <a:buNone/>
                      </a:pPr>
                      <a:r>
                        <a:rPr lang="de-DE" sz="1400" b="1" i="0" u="none" strike="noStrike" baseline="0" noProof="0" err="1">
                          <a:solidFill>
                            <a:srgbClr val="FFFFFF"/>
                          </a:solidFill>
                          <a:latin typeface="Arial"/>
                          <a:cs typeface="Arial"/>
                        </a:rPr>
                        <a:t>industry_and_commerce_count</a:t>
                      </a:r>
                      <a:endParaRPr lang="de-DE" err="1"/>
                    </a:p>
                    <a:p>
                      <a:pPr lvl="0">
                        <a:buNone/>
                      </a:pPr>
                      <a:endParaRPr lang="de-DE" sz="1400"/>
                    </a:p>
                  </a:txBody>
                  <a:tcPr/>
                </a:tc>
                <a:tc>
                  <a:txBody>
                    <a:bodyPr/>
                    <a:lstStyle/>
                    <a:p>
                      <a:pPr marL="0" lvl="0" indent="0" algn="l">
                        <a:lnSpc>
                          <a:spcPct val="100000"/>
                        </a:lnSpc>
                        <a:buNone/>
                      </a:pPr>
                      <a:r>
                        <a:rPr lang="de-DE" sz="1400" b="1" i="0" u="none" strike="noStrike" baseline="0" noProof="0" err="1">
                          <a:solidFill>
                            <a:srgbClr val="FFFFFF"/>
                          </a:solidFill>
                          <a:latin typeface="Arial"/>
                          <a:cs typeface="Arial"/>
                        </a:rPr>
                        <a:t>storage_heaters_kW</a:t>
                      </a:r>
                      <a:endParaRPr lang="de-DE" err="1"/>
                    </a:p>
                    <a:p>
                      <a:pPr lvl="0">
                        <a:buNone/>
                      </a:pPr>
                      <a:endParaRPr lang="de-DE" sz="1400"/>
                    </a:p>
                  </a:txBody>
                  <a:tcPr/>
                </a:tc>
                <a:tc>
                  <a:txBody>
                    <a:bodyPr/>
                    <a:lstStyle/>
                    <a:p>
                      <a:pPr marL="0" lvl="0" indent="0" algn="l">
                        <a:lnSpc>
                          <a:spcPct val="100000"/>
                        </a:lnSpc>
                        <a:buNone/>
                      </a:pPr>
                      <a:r>
                        <a:rPr lang="de-DE" sz="1400" b="1" i="0" u="none" strike="noStrike" baseline="0" noProof="0" err="1">
                          <a:solidFill>
                            <a:srgbClr val="FFFFFF"/>
                          </a:solidFill>
                          <a:latin typeface="Arial"/>
                          <a:cs typeface="Arial"/>
                        </a:rPr>
                        <a:t>heat_pumps_kW</a:t>
                      </a:r>
                      <a:endParaRPr lang="de-DE" err="1"/>
                    </a:p>
                    <a:p>
                      <a:pPr lvl="0">
                        <a:buNone/>
                      </a:pPr>
                      <a:endParaRPr lang="de-DE" sz="1400"/>
                    </a:p>
                  </a:txBody>
                  <a:tcPr/>
                </a:tc>
                <a:tc>
                  <a:txBody>
                    <a:bodyPr/>
                    <a:lstStyle/>
                    <a:p>
                      <a:pPr marL="0" lvl="0" indent="0" algn="l">
                        <a:lnSpc>
                          <a:spcPct val="100000"/>
                        </a:lnSpc>
                        <a:buNone/>
                      </a:pPr>
                      <a:r>
                        <a:rPr lang="de-DE" sz="1400" b="1" i="0" u="none" strike="noStrike" baseline="0" noProof="0" err="1">
                          <a:solidFill>
                            <a:srgbClr val="FFFFFF"/>
                          </a:solidFill>
                          <a:latin typeface="Arial"/>
                          <a:cs typeface="Arial"/>
                        </a:rPr>
                        <a:t>electric_heaters_kW</a:t>
                      </a:r>
                      <a:endParaRPr lang="de-DE" err="1"/>
                    </a:p>
                    <a:p>
                      <a:pPr lvl="0">
                        <a:buNone/>
                      </a:pPr>
                      <a:endParaRPr lang="de-DE" sz="1400"/>
                    </a:p>
                  </a:txBody>
                  <a:tcPr/>
                </a:tc>
                <a:tc>
                  <a:txBody>
                    <a:bodyPr/>
                    <a:lstStyle/>
                    <a:p>
                      <a:pPr marL="0" lvl="0" indent="0" algn="l">
                        <a:lnSpc>
                          <a:spcPct val="100000"/>
                        </a:lnSpc>
                        <a:buNone/>
                      </a:pPr>
                      <a:r>
                        <a:rPr lang="de-DE" sz="1400" b="1" i="0" u="none" strike="noStrike" baseline="0" noProof="0" err="1">
                          <a:solidFill>
                            <a:srgbClr val="FFFFFF"/>
                          </a:solidFill>
                          <a:latin typeface="Arial"/>
                          <a:cs typeface="Arial"/>
                        </a:rPr>
                        <a:t>hot_water_tanks_kW</a:t>
                      </a:r>
                      <a:endParaRPr lang="de-DE" err="1"/>
                    </a:p>
                    <a:p>
                      <a:pPr lvl="0">
                        <a:buNone/>
                      </a:pPr>
                      <a:endParaRPr lang="de-DE" sz="1400"/>
                    </a:p>
                  </a:txBody>
                  <a:tcPr/>
                </a:tc>
                <a:tc>
                  <a:txBody>
                    <a:bodyPr/>
                    <a:lstStyle/>
                    <a:p>
                      <a:pPr marL="0" lvl="0" indent="0" algn="l">
                        <a:lnSpc>
                          <a:spcPct val="100000"/>
                        </a:lnSpc>
                        <a:buNone/>
                      </a:pPr>
                      <a:r>
                        <a:rPr lang="de-DE" sz="1400" b="1" i="0" u="none" strike="noStrike" baseline="0" noProof="0" err="1">
                          <a:solidFill>
                            <a:srgbClr val="FFFFFF"/>
                          </a:solidFill>
                          <a:latin typeface="Arial"/>
                          <a:cs typeface="Arial"/>
                        </a:rPr>
                        <a:t>flow-type_heaters_kW</a:t>
                      </a:r>
                      <a:endParaRPr lang="de-DE" err="1"/>
                    </a:p>
                    <a:p>
                      <a:pPr lvl="0">
                        <a:buNone/>
                      </a:pPr>
                      <a:endParaRPr lang="de-DE" sz="1400"/>
                    </a:p>
                  </a:txBody>
                  <a:tcPr/>
                </a:tc>
                <a:tc>
                  <a:txBody>
                    <a:bodyPr/>
                    <a:lstStyle/>
                    <a:p>
                      <a:pPr marL="0" lvl="0" indent="0" algn="l">
                        <a:lnSpc>
                          <a:spcPct val="100000"/>
                        </a:lnSpc>
                        <a:buNone/>
                      </a:pPr>
                      <a:r>
                        <a:rPr lang="de-DE" sz="1400" b="1" i="0" u="none" strike="noStrike" baseline="0" noProof="0" err="1">
                          <a:solidFill>
                            <a:srgbClr val="FFFFFF"/>
                          </a:solidFill>
                          <a:latin typeface="Arial"/>
                          <a:cs typeface="Arial"/>
                        </a:rPr>
                        <a:t>EV_chargers_kW</a:t>
                      </a:r>
                      <a:endParaRPr lang="de-DE" err="1"/>
                    </a:p>
                    <a:p>
                      <a:pPr lvl="0">
                        <a:buNone/>
                      </a:pPr>
                      <a:endParaRPr lang="de-DE" sz="1400"/>
                    </a:p>
                  </a:txBody>
                  <a:tcPr/>
                </a:tc>
                <a:extLst>
                  <a:ext uri="{0D108BD9-81ED-4DB2-BD59-A6C34878D82A}">
                    <a16:rowId xmlns:a16="http://schemas.microsoft.com/office/drawing/2014/main" val="2441269539"/>
                  </a:ext>
                </a:extLst>
              </a:tr>
              <a:tr h="426027">
                <a:tc>
                  <a:txBody>
                    <a:bodyPr/>
                    <a:lstStyle/>
                    <a:p>
                      <a:r>
                        <a:rPr lang="de-DE" sz="1400"/>
                        <a:t>1</a:t>
                      </a:r>
                    </a:p>
                  </a:txBody>
                  <a:tcPr/>
                </a:tc>
                <a:tc>
                  <a:txBody>
                    <a:bodyPr/>
                    <a:lstStyle/>
                    <a:p>
                      <a:r>
                        <a:rPr lang="de-DE" sz="1400"/>
                        <a:t>0.75-1</a:t>
                      </a:r>
                    </a:p>
                  </a:txBody>
                  <a:tcPr/>
                </a:tc>
                <a:tc>
                  <a:txBody>
                    <a:bodyPr/>
                    <a:lstStyle/>
                    <a:p>
                      <a:r>
                        <a:rPr lang="de-DE" sz="1400"/>
                        <a:t>0.80-1</a:t>
                      </a:r>
                    </a:p>
                  </a:txBody>
                  <a:tcPr/>
                </a:tc>
                <a:tc>
                  <a:txBody>
                    <a:bodyPr/>
                    <a:lstStyle/>
                    <a:p>
                      <a:r>
                        <a:rPr lang="de-DE" sz="1400"/>
                        <a:t>0.85-1</a:t>
                      </a:r>
                    </a:p>
                  </a:txBody>
                  <a:tcPr/>
                </a:tc>
                <a:tc>
                  <a:txBody>
                    <a:bodyPr/>
                    <a:lstStyle/>
                    <a:p>
                      <a:r>
                        <a:rPr lang="de-DE" sz="1400"/>
                        <a:t>0.70-1</a:t>
                      </a:r>
                    </a:p>
                  </a:txBody>
                  <a:tcPr/>
                </a:tc>
                <a:tc>
                  <a:txBody>
                    <a:bodyPr/>
                    <a:lstStyle/>
                    <a:p>
                      <a:r>
                        <a:rPr lang="de-DE" sz="1400"/>
                        <a:t>0.70-1</a:t>
                      </a:r>
                    </a:p>
                  </a:txBody>
                  <a:tcPr/>
                </a:tc>
                <a:tc>
                  <a:txBody>
                    <a:bodyPr/>
                    <a:lstStyle/>
                    <a:p>
                      <a:r>
                        <a:rPr lang="de-DE" sz="1400"/>
                        <a:t>0.65</a:t>
                      </a:r>
                    </a:p>
                  </a:txBody>
                  <a:tcPr/>
                </a:tc>
                <a:tc>
                  <a:txBody>
                    <a:bodyPr/>
                    <a:lstStyle/>
                    <a:p>
                      <a:pPr lvl="0">
                        <a:buNone/>
                      </a:pPr>
                      <a:r>
                        <a:rPr lang="de-DE" sz="1400" b="0" i="0" u="none" strike="noStrike" noProof="0">
                          <a:solidFill>
                            <a:srgbClr val="000000"/>
                          </a:solidFill>
                          <a:latin typeface="Arial"/>
                          <a:cs typeface="Arial"/>
                        </a:rPr>
                        <a:t>0.65</a:t>
                      </a:r>
                    </a:p>
                  </a:txBody>
                  <a:tcPr/>
                </a:tc>
                <a:tc>
                  <a:txBody>
                    <a:bodyPr/>
                    <a:lstStyle/>
                    <a:p>
                      <a:pPr lvl="0">
                        <a:buNone/>
                      </a:pPr>
                      <a:r>
                        <a:rPr lang="de-DE" sz="1400" b="0" i="0" u="none" strike="noStrike" noProof="0">
                          <a:solidFill>
                            <a:srgbClr val="000000"/>
                          </a:solidFill>
                          <a:latin typeface="Arial"/>
                          <a:cs typeface="Arial"/>
                        </a:rPr>
                        <a:t>0.65</a:t>
                      </a:r>
                    </a:p>
                  </a:txBody>
                  <a:tcPr/>
                </a:tc>
                <a:tc>
                  <a:txBody>
                    <a:bodyPr/>
                    <a:lstStyle/>
                    <a:p>
                      <a:pPr lvl="0">
                        <a:buNone/>
                      </a:pPr>
                      <a:r>
                        <a:rPr lang="de-DE" sz="1400" b="0" i="0" u="none" strike="noStrike" noProof="0">
                          <a:solidFill>
                            <a:srgbClr val="000000"/>
                          </a:solidFill>
                          <a:latin typeface="Arial"/>
                          <a:cs typeface="Arial"/>
                        </a:rPr>
                        <a:t>0.60</a:t>
                      </a:r>
                    </a:p>
                  </a:txBody>
                  <a:tcPr/>
                </a:tc>
                <a:tc>
                  <a:txBody>
                    <a:bodyPr/>
                    <a:lstStyle/>
                    <a:p>
                      <a:pPr lvl="0">
                        <a:buNone/>
                      </a:pPr>
                      <a:r>
                        <a:rPr lang="de-DE" sz="1400" b="0" i="0" u="none" strike="noStrike" noProof="0">
                          <a:solidFill>
                            <a:srgbClr val="000000"/>
                          </a:solidFill>
                          <a:latin typeface="Arial"/>
                          <a:cs typeface="Arial"/>
                        </a:rPr>
                        <a:t>0.60</a:t>
                      </a:r>
                    </a:p>
                  </a:txBody>
                  <a:tcPr/>
                </a:tc>
                <a:tc>
                  <a:txBody>
                    <a:bodyPr/>
                    <a:lstStyle/>
                    <a:p>
                      <a:pPr lvl="0">
                        <a:buNone/>
                      </a:pPr>
                      <a:r>
                        <a:rPr lang="de-DE" sz="1400" b="0" i="0" u="none" strike="noStrike" noProof="0">
                          <a:solidFill>
                            <a:srgbClr val="000000"/>
                          </a:solidFill>
                          <a:latin typeface="Arial"/>
                          <a:cs typeface="Arial"/>
                        </a:rPr>
                        <a:t>0.90-1</a:t>
                      </a:r>
                    </a:p>
                  </a:txBody>
                  <a:tcPr/>
                </a:tc>
                <a:extLst>
                  <a:ext uri="{0D108BD9-81ED-4DB2-BD59-A6C34878D82A}">
                    <a16:rowId xmlns:a16="http://schemas.microsoft.com/office/drawing/2014/main" val="43103680"/>
                  </a:ext>
                </a:extLst>
              </a:tr>
              <a:tr h="368709">
                <a:tc>
                  <a:txBody>
                    <a:bodyPr/>
                    <a:lstStyle/>
                    <a:p>
                      <a:r>
                        <a:rPr lang="de-DE" sz="1400"/>
                        <a:t>2</a:t>
                      </a:r>
                    </a:p>
                  </a:txBody>
                  <a:tcPr/>
                </a:tc>
                <a:tc>
                  <a:txBody>
                    <a:bodyPr/>
                    <a:lstStyle/>
                    <a:p>
                      <a:r>
                        <a:rPr lang="de-DE" sz="1400"/>
                        <a:t>0.85-1</a:t>
                      </a:r>
                    </a:p>
                  </a:txBody>
                  <a:tcPr/>
                </a:tc>
                <a:tc>
                  <a:txBody>
                    <a:bodyPr/>
                    <a:lstStyle/>
                    <a:p>
                      <a:r>
                        <a:rPr lang="de-DE" sz="1400"/>
                        <a:t>0.90-1</a:t>
                      </a:r>
                    </a:p>
                  </a:txBody>
                  <a:tcPr/>
                </a:tc>
                <a:tc>
                  <a:txBody>
                    <a:bodyPr/>
                    <a:lstStyle/>
                    <a:p>
                      <a:r>
                        <a:rPr lang="de-DE" sz="1400"/>
                        <a:t>0.75-1</a:t>
                      </a:r>
                    </a:p>
                  </a:txBody>
                  <a:tcPr/>
                </a:tc>
                <a:tc>
                  <a:txBody>
                    <a:bodyPr/>
                    <a:lstStyle/>
                    <a:p>
                      <a:r>
                        <a:rPr lang="de-DE" sz="1400"/>
                        <a:t>0.80-1</a:t>
                      </a:r>
                    </a:p>
                  </a:txBody>
                  <a:tcPr/>
                </a:tc>
                <a:tc>
                  <a:txBody>
                    <a:bodyPr/>
                    <a:lstStyle/>
                    <a:p>
                      <a:r>
                        <a:rPr lang="de-DE" sz="1400"/>
                        <a:t>0.80-1</a:t>
                      </a:r>
                    </a:p>
                  </a:txBody>
                  <a:tcPr/>
                </a:tc>
                <a:tc>
                  <a:txBody>
                    <a:bodyPr/>
                    <a:lstStyle/>
                    <a:p>
                      <a:r>
                        <a:rPr lang="de-DE" sz="1400"/>
                        <a:t>0.70</a:t>
                      </a:r>
                    </a:p>
                  </a:txBody>
                  <a:tcPr/>
                </a:tc>
                <a:tc>
                  <a:txBody>
                    <a:bodyPr/>
                    <a:lstStyle/>
                    <a:p>
                      <a:r>
                        <a:rPr lang="de-DE" sz="1400"/>
                        <a:t>0.70</a:t>
                      </a:r>
                    </a:p>
                  </a:txBody>
                  <a:tcPr/>
                </a:tc>
                <a:tc>
                  <a:txBody>
                    <a:bodyPr/>
                    <a:lstStyle/>
                    <a:p>
                      <a:r>
                        <a:rPr lang="de-DE" sz="1400"/>
                        <a:t>0.70</a:t>
                      </a:r>
                    </a:p>
                  </a:txBody>
                  <a:tcPr/>
                </a:tc>
                <a:tc>
                  <a:txBody>
                    <a:bodyPr/>
                    <a:lstStyle/>
                    <a:p>
                      <a:r>
                        <a:rPr lang="de-DE" sz="1400"/>
                        <a:t>0.70</a:t>
                      </a:r>
                    </a:p>
                  </a:txBody>
                  <a:tcPr/>
                </a:tc>
                <a:tc>
                  <a:txBody>
                    <a:bodyPr/>
                    <a:lstStyle/>
                    <a:p>
                      <a:pPr lvl="0">
                        <a:buNone/>
                      </a:pPr>
                      <a:r>
                        <a:rPr lang="de-DE" sz="1400"/>
                        <a:t>0.70</a:t>
                      </a:r>
                    </a:p>
                  </a:txBody>
                  <a:tcPr/>
                </a:tc>
                <a:tc>
                  <a:txBody>
                    <a:bodyPr/>
                    <a:lstStyle/>
                    <a:p>
                      <a:pPr lvl="0">
                        <a:buNone/>
                      </a:pPr>
                      <a:r>
                        <a:rPr lang="de-DE" sz="1400"/>
                        <a:t>0.75-1</a:t>
                      </a:r>
                    </a:p>
                  </a:txBody>
                  <a:tcPr/>
                </a:tc>
                <a:extLst>
                  <a:ext uri="{0D108BD9-81ED-4DB2-BD59-A6C34878D82A}">
                    <a16:rowId xmlns:a16="http://schemas.microsoft.com/office/drawing/2014/main" val="3187255955"/>
                  </a:ext>
                </a:extLst>
              </a:tr>
              <a:tr h="405245">
                <a:tc>
                  <a:txBody>
                    <a:bodyPr/>
                    <a:lstStyle/>
                    <a:p>
                      <a:pPr lvl="0">
                        <a:buNone/>
                      </a:pPr>
                      <a:r>
                        <a:rPr lang="de-DE" sz="1400"/>
                        <a:t>3</a:t>
                      </a:r>
                    </a:p>
                  </a:txBody>
                  <a:tcPr/>
                </a:tc>
                <a:tc>
                  <a:txBody>
                    <a:bodyPr/>
                    <a:lstStyle/>
                    <a:p>
                      <a:pPr lvl="0">
                        <a:buNone/>
                      </a:pPr>
                      <a:r>
                        <a:rPr lang="de-DE" sz="1400"/>
                        <a:t>0.65-1</a:t>
                      </a:r>
                    </a:p>
                  </a:txBody>
                  <a:tcPr/>
                </a:tc>
                <a:tc>
                  <a:txBody>
                    <a:bodyPr/>
                    <a:lstStyle/>
                    <a:p>
                      <a:pPr lvl="0">
                        <a:buNone/>
                      </a:pPr>
                      <a:r>
                        <a:rPr lang="de-DE" sz="1400"/>
                        <a:t>0.70-1</a:t>
                      </a:r>
                    </a:p>
                  </a:txBody>
                  <a:tcPr/>
                </a:tc>
                <a:tc>
                  <a:txBody>
                    <a:bodyPr/>
                    <a:lstStyle/>
                    <a:p>
                      <a:pPr lvl="0">
                        <a:buNone/>
                      </a:pPr>
                      <a:r>
                        <a:rPr lang="de-DE" sz="1400"/>
                        <a:t>0.60-1</a:t>
                      </a:r>
                    </a:p>
                  </a:txBody>
                  <a:tcPr/>
                </a:tc>
                <a:tc>
                  <a:txBody>
                    <a:bodyPr/>
                    <a:lstStyle/>
                    <a:p>
                      <a:pPr lvl="0">
                        <a:buNone/>
                      </a:pPr>
                      <a:r>
                        <a:rPr lang="de-DE" sz="1400"/>
                        <a:t>0.85-1</a:t>
                      </a:r>
                    </a:p>
                  </a:txBody>
                  <a:tcPr/>
                </a:tc>
                <a:tc>
                  <a:txBody>
                    <a:bodyPr/>
                    <a:lstStyle/>
                    <a:p>
                      <a:pPr lvl="0">
                        <a:buNone/>
                      </a:pPr>
                      <a:r>
                        <a:rPr lang="de-DE" sz="1400"/>
                        <a:t>0.85-1</a:t>
                      </a:r>
                    </a:p>
                  </a:txBody>
                  <a:tcPr/>
                </a:tc>
                <a:tc>
                  <a:txBody>
                    <a:bodyPr/>
                    <a:lstStyle/>
                    <a:p>
                      <a:pPr lvl="0">
                        <a:buNone/>
                      </a:pPr>
                      <a:r>
                        <a:rPr lang="de-DE" sz="1400" b="0" i="0" u="none" strike="noStrike" noProof="0">
                          <a:solidFill>
                            <a:srgbClr val="000000"/>
                          </a:solidFill>
                          <a:latin typeface="Arial"/>
                          <a:cs typeface="Arial"/>
                        </a:rPr>
                        <a:t>0.80</a:t>
                      </a:r>
                    </a:p>
                  </a:txBody>
                  <a:tcPr/>
                </a:tc>
                <a:tc>
                  <a:txBody>
                    <a:bodyPr/>
                    <a:lstStyle/>
                    <a:p>
                      <a:pPr lvl="0">
                        <a:buNone/>
                      </a:pPr>
                      <a:r>
                        <a:rPr lang="de-DE" sz="1400" b="0" i="0" u="none" strike="noStrike" noProof="0">
                          <a:solidFill>
                            <a:srgbClr val="000000"/>
                          </a:solidFill>
                          <a:latin typeface="Arial"/>
                          <a:cs typeface="Arial"/>
                        </a:rPr>
                        <a:t>0.80</a:t>
                      </a:r>
                    </a:p>
                  </a:txBody>
                  <a:tcPr/>
                </a:tc>
                <a:tc>
                  <a:txBody>
                    <a:bodyPr/>
                    <a:lstStyle/>
                    <a:p>
                      <a:pPr lvl="0">
                        <a:buNone/>
                      </a:pPr>
                      <a:r>
                        <a:rPr lang="de-DE" sz="1400" b="0" i="0" u="none" strike="noStrike" noProof="0">
                          <a:solidFill>
                            <a:srgbClr val="000000"/>
                          </a:solidFill>
                          <a:latin typeface="Arial"/>
                          <a:cs typeface="Arial"/>
                        </a:rPr>
                        <a:t>0.75</a:t>
                      </a:r>
                    </a:p>
                  </a:txBody>
                  <a:tcPr/>
                </a:tc>
                <a:tc>
                  <a:txBody>
                    <a:bodyPr/>
                    <a:lstStyle/>
                    <a:p>
                      <a:pPr lvl="0">
                        <a:buNone/>
                      </a:pPr>
                      <a:r>
                        <a:rPr lang="de-DE" sz="1400" b="0" i="0" u="none" strike="noStrike" noProof="0">
                          <a:solidFill>
                            <a:srgbClr val="000000"/>
                          </a:solidFill>
                          <a:latin typeface="Arial"/>
                          <a:cs typeface="Arial"/>
                        </a:rPr>
                        <a:t>0.75</a:t>
                      </a:r>
                    </a:p>
                  </a:txBody>
                  <a:tcPr/>
                </a:tc>
                <a:tc>
                  <a:txBody>
                    <a:bodyPr/>
                    <a:lstStyle/>
                    <a:p>
                      <a:pPr lvl="0">
                        <a:buNone/>
                      </a:pPr>
                      <a:r>
                        <a:rPr lang="de-DE" sz="1400" b="0" i="0" u="none" strike="noStrike" noProof="0">
                          <a:solidFill>
                            <a:srgbClr val="000000"/>
                          </a:solidFill>
                          <a:latin typeface="Arial"/>
                          <a:cs typeface="Arial"/>
                        </a:rPr>
                        <a:t>0.75</a:t>
                      </a:r>
                    </a:p>
                  </a:txBody>
                  <a:tcPr/>
                </a:tc>
                <a:tc>
                  <a:txBody>
                    <a:bodyPr/>
                    <a:lstStyle/>
                    <a:p>
                      <a:pPr lvl="0">
                        <a:buNone/>
                      </a:pPr>
                      <a:r>
                        <a:rPr lang="de-DE" sz="1400" b="0" i="0" u="none" strike="noStrike" noProof="0">
                          <a:solidFill>
                            <a:srgbClr val="000000"/>
                          </a:solidFill>
                          <a:latin typeface="Arial"/>
                          <a:cs typeface="Arial"/>
                        </a:rPr>
                        <a:t>0.90-1</a:t>
                      </a:r>
                    </a:p>
                  </a:txBody>
                  <a:tcPr/>
                </a:tc>
                <a:extLst>
                  <a:ext uri="{0D108BD9-81ED-4DB2-BD59-A6C34878D82A}">
                    <a16:rowId xmlns:a16="http://schemas.microsoft.com/office/drawing/2014/main" val="3901482368"/>
                  </a:ext>
                </a:extLst>
              </a:tr>
              <a:tr h="405245">
                <a:tc>
                  <a:txBody>
                    <a:bodyPr/>
                    <a:lstStyle/>
                    <a:p>
                      <a:pPr lvl="0">
                        <a:buNone/>
                      </a:pPr>
                      <a:r>
                        <a:rPr lang="de-DE" sz="1400"/>
                        <a:t>4</a:t>
                      </a:r>
                    </a:p>
                  </a:txBody>
                  <a:tcPr/>
                </a:tc>
                <a:tc>
                  <a:txBody>
                    <a:bodyPr/>
                    <a:lstStyle/>
                    <a:p>
                      <a:pPr lvl="0">
                        <a:buNone/>
                      </a:pPr>
                      <a:r>
                        <a:rPr lang="de-DE" sz="1400"/>
                        <a:t>0.95-1</a:t>
                      </a:r>
                    </a:p>
                  </a:txBody>
                  <a:tcPr/>
                </a:tc>
                <a:tc>
                  <a:txBody>
                    <a:bodyPr/>
                    <a:lstStyle/>
                    <a:p>
                      <a:pPr lvl="0">
                        <a:buNone/>
                      </a:pPr>
                      <a:r>
                        <a:rPr lang="de-DE" sz="1400"/>
                        <a:t>0.80-1</a:t>
                      </a:r>
                    </a:p>
                  </a:txBody>
                  <a:tcPr/>
                </a:tc>
                <a:tc>
                  <a:txBody>
                    <a:bodyPr/>
                    <a:lstStyle/>
                    <a:p>
                      <a:pPr lvl="0">
                        <a:buNone/>
                      </a:pPr>
                      <a:r>
                        <a:rPr lang="de-DE" sz="1400"/>
                        <a:t>0.80-1</a:t>
                      </a:r>
                    </a:p>
                  </a:txBody>
                  <a:tcPr/>
                </a:tc>
                <a:tc>
                  <a:txBody>
                    <a:bodyPr/>
                    <a:lstStyle/>
                    <a:p>
                      <a:pPr lvl="0">
                        <a:buNone/>
                      </a:pPr>
                      <a:r>
                        <a:rPr lang="de-DE" sz="1400"/>
                        <a:t>0.85-1</a:t>
                      </a:r>
                    </a:p>
                  </a:txBody>
                  <a:tcPr/>
                </a:tc>
                <a:tc>
                  <a:txBody>
                    <a:bodyPr/>
                    <a:lstStyle/>
                    <a:p>
                      <a:pPr lvl="0">
                        <a:buNone/>
                      </a:pPr>
                      <a:r>
                        <a:rPr lang="de-DE" sz="1400"/>
                        <a:t>0.85-1</a:t>
                      </a:r>
                    </a:p>
                  </a:txBody>
                  <a:tcPr/>
                </a:tc>
                <a:tc>
                  <a:txBody>
                    <a:bodyPr/>
                    <a:lstStyle/>
                    <a:p>
                      <a:pPr lvl="0">
                        <a:buNone/>
                      </a:pPr>
                      <a:r>
                        <a:rPr lang="de-DE" sz="1400"/>
                        <a:t>0.70</a:t>
                      </a:r>
                    </a:p>
                  </a:txBody>
                  <a:tcPr/>
                </a:tc>
                <a:tc>
                  <a:txBody>
                    <a:bodyPr/>
                    <a:lstStyle/>
                    <a:p>
                      <a:pPr lvl="0">
                        <a:buNone/>
                      </a:pPr>
                      <a:r>
                        <a:rPr lang="de-DE" sz="1400"/>
                        <a:t>0.70</a:t>
                      </a:r>
                    </a:p>
                  </a:txBody>
                  <a:tcPr/>
                </a:tc>
                <a:tc>
                  <a:txBody>
                    <a:bodyPr/>
                    <a:lstStyle/>
                    <a:p>
                      <a:pPr lvl="0">
                        <a:buNone/>
                      </a:pPr>
                      <a:r>
                        <a:rPr lang="de-DE" sz="1400"/>
                        <a:t>0.70</a:t>
                      </a:r>
                    </a:p>
                  </a:txBody>
                  <a:tcPr/>
                </a:tc>
                <a:tc>
                  <a:txBody>
                    <a:bodyPr/>
                    <a:lstStyle/>
                    <a:p>
                      <a:pPr lvl="0">
                        <a:buNone/>
                      </a:pPr>
                      <a:r>
                        <a:rPr lang="de-DE" sz="1400"/>
                        <a:t>0.70</a:t>
                      </a:r>
                    </a:p>
                  </a:txBody>
                  <a:tcPr/>
                </a:tc>
                <a:tc>
                  <a:txBody>
                    <a:bodyPr/>
                    <a:lstStyle/>
                    <a:p>
                      <a:pPr lvl="0">
                        <a:buNone/>
                      </a:pPr>
                      <a:r>
                        <a:rPr lang="de-DE" sz="1400"/>
                        <a:t>0.70</a:t>
                      </a:r>
                    </a:p>
                  </a:txBody>
                  <a:tcPr/>
                </a:tc>
                <a:tc>
                  <a:txBody>
                    <a:bodyPr/>
                    <a:lstStyle/>
                    <a:p>
                      <a:pPr lvl="0">
                        <a:buNone/>
                      </a:pPr>
                      <a:r>
                        <a:rPr lang="de-DE" sz="1400"/>
                        <a:t>0.75-1</a:t>
                      </a:r>
                    </a:p>
                  </a:txBody>
                  <a:tcPr/>
                </a:tc>
                <a:extLst>
                  <a:ext uri="{0D108BD9-81ED-4DB2-BD59-A6C34878D82A}">
                    <a16:rowId xmlns:a16="http://schemas.microsoft.com/office/drawing/2014/main" val="1382547422"/>
                  </a:ext>
                </a:extLst>
              </a:tr>
              <a:tr h="405245">
                <a:tc>
                  <a:txBody>
                    <a:bodyPr/>
                    <a:lstStyle/>
                    <a:p>
                      <a:pPr lvl="0">
                        <a:buNone/>
                      </a:pPr>
                      <a:r>
                        <a:rPr lang="de-DE" sz="1400"/>
                        <a:t>5</a:t>
                      </a:r>
                    </a:p>
                  </a:txBody>
                  <a:tcPr/>
                </a:tc>
                <a:tc>
                  <a:txBody>
                    <a:bodyPr/>
                    <a:lstStyle/>
                    <a:p>
                      <a:pPr lvl="0">
                        <a:buNone/>
                      </a:pPr>
                      <a:r>
                        <a:rPr lang="de-DE" sz="1400"/>
                        <a:t>0.65-1</a:t>
                      </a:r>
                    </a:p>
                  </a:txBody>
                  <a:tcPr/>
                </a:tc>
                <a:tc>
                  <a:txBody>
                    <a:bodyPr/>
                    <a:lstStyle/>
                    <a:p>
                      <a:pPr lvl="0">
                        <a:buNone/>
                      </a:pPr>
                      <a:r>
                        <a:rPr lang="de-DE" sz="1400"/>
                        <a:t>0.75-1</a:t>
                      </a:r>
                    </a:p>
                  </a:txBody>
                  <a:tcPr/>
                </a:tc>
                <a:tc>
                  <a:txBody>
                    <a:bodyPr/>
                    <a:lstStyle/>
                    <a:p>
                      <a:pPr lvl="0">
                        <a:buNone/>
                      </a:pPr>
                      <a:r>
                        <a:rPr lang="de-DE" sz="1400"/>
                        <a:t>0.85-1</a:t>
                      </a:r>
                    </a:p>
                  </a:txBody>
                  <a:tcPr/>
                </a:tc>
                <a:tc>
                  <a:txBody>
                    <a:bodyPr/>
                    <a:lstStyle/>
                    <a:p>
                      <a:pPr lvl="0">
                        <a:buNone/>
                      </a:pPr>
                      <a:r>
                        <a:rPr lang="de-DE" sz="1400"/>
                        <a:t>0.70-1</a:t>
                      </a:r>
                    </a:p>
                  </a:txBody>
                  <a:tcPr/>
                </a:tc>
                <a:tc>
                  <a:txBody>
                    <a:bodyPr/>
                    <a:lstStyle/>
                    <a:p>
                      <a:pPr lvl="0">
                        <a:buNone/>
                      </a:pPr>
                      <a:r>
                        <a:rPr lang="de-DE" sz="1400"/>
                        <a:t>0.70-1</a:t>
                      </a:r>
                    </a:p>
                  </a:txBody>
                  <a:tcPr/>
                </a:tc>
                <a:tc>
                  <a:txBody>
                    <a:bodyPr/>
                    <a:lstStyle/>
                    <a:p>
                      <a:pPr lvl="0">
                        <a:buNone/>
                      </a:pPr>
                      <a:r>
                        <a:rPr lang="de-DE" sz="1400"/>
                        <a:t>0.55</a:t>
                      </a:r>
                    </a:p>
                  </a:txBody>
                  <a:tcPr/>
                </a:tc>
                <a:tc>
                  <a:txBody>
                    <a:bodyPr/>
                    <a:lstStyle/>
                    <a:p>
                      <a:pPr lvl="0">
                        <a:buNone/>
                      </a:pPr>
                      <a:r>
                        <a:rPr lang="de-DE" sz="1400"/>
                        <a:t>0.55</a:t>
                      </a:r>
                    </a:p>
                  </a:txBody>
                  <a:tcPr/>
                </a:tc>
                <a:tc>
                  <a:txBody>
                    <a:bodyPr/>
                    <a:lstStyle/>
                    <a:p>
                      <a:pPr lvl="0">
                        <a:buNone/>
                      </a:pPr>
                      <a:r>
                        <a:rPr lang="de-DE" sz="1400"/>
                        <a:t>0.55</a:t>
                      </a:r>
                    </a:p>
                  </a:txBody>
                  <a:tcPr/>
                </a:tc>
                <a:tc>
                  <a:txBody>
                    <a:bodyPr/>
                    <a:lstStyle/>
                    <a:p>
                      <a:pPr lvl="0">
                        <a:buNone/>
                      </a:pPr>
                      <a:r>
                        <a:rPr lang="de-DE" sz="1400"/>
                        <a:t>0.55</a:t>
                      </a:r>
                    </a:p>
                  </a:txBody>
                  <a:tcPr/>
                </a:tc>
                <a:tc>
                  <a:txBody>
                    <a:bodyPr/>
                    <a:lstStyle/>
                    <a:p>
                      <a:pPr lvl="0">
                        <a:buNone/>
                      </a:pPr>
                      <a:r>
                        <a:rPr lang="de-DE" sz="1400"/>
                        <a:t>0.55</a:t>
                      </a:r>
                    </a:p>
                  </a:txBody>
                  <a:tcPr/>
                </a:tc>
                <a:tc>
                  <a:txBody>
                    <a:bodyPr/>
                    <a:lstStyle/>
                    <a:p>
                      <a:pPr lvl="0">
                        <a:buNone/>
                      </a:pPr>
                      <a:r>
                        <a:rPr lang="de-DE" sz="1400"/>
                        <a:t>0.75-1</a:t>
                      </a:r>
                    </a:p>
                  </a:txBody>
                  <a:tcPr/>
                </a:tc>
                <a:extLst>
                  <a:ext uri="{0D108BD9-81ED-4DB2-BD59-A6C34878D82A}">
                    <a16:rowId xmlns:a16="http://schemas.microsoft.com/office/drawing/2014/main" val="1599548848"/>
                  </a:ext>
                </a:extLst>
              </a:tr>
              <a:tr h="405245">
                <a:tc>
                  <a:txBody>
                    <a:bodyPr/>
                    <a:lstStyle/>
                    <a:p>
                      <a:pPr lvl="0">
                        <a:buNone/>
                      </a:pPr>
                      <a:r>
                        <a:rPr lang="de-DE" sz="1400"/>
                        <a:t>6</a:t>
                      </a:r>
                    </a:p>
                  </a:txBody>
                  <a:tcPr/>
                </a:tc>
                <a:tc>
                  <a:txBody>
                    <a:bodyPr/>
                    <a:lstStyle/>
                    <a:p>
                      <a:pPr lvl="0">
                        <a:buNone/>
                      </a:pPr>
                      <a:r>
                        <a:rPr lang="de-DE" sz="1400"/>
                        <a:t>0.85</a:t>
                      </a:r>
                    </a:p>
                  </a:txBody>
                  <a:tcPr/>
                </a:tc>
                <a:tc>
                  <a:txBody>
                    <a:bodyPr/>
                    <a:lstStyle/>
                    <a:p>
                      <a:pPr lvl="0">
                        <a:buNone/>
                      </a:pPr>
                      <a:r>
                        <a:rPr lang="de-DE" sz="1400"/>
                        <a:t>0.95</a:t>
                      </a:r>
                    </a:p>
                  </a:txBody>
                  <a:tcPr/>
                </a:tc>
                <a:tc>
                  <a:txBody>
                    <a:bodyPr/>
                    <a:lstStyle/>
                    <a:p>
                      <a:pPr lvl="0">
                        <a:buNone/>
                      </a:pPr>
                      <a:r>
                        <a:rPr lang="de-DE" sz="1400"/>
                        <a:t>0.80</a:t>
                      </a:r>
                    </a:p>
                  </a:txBody>
                  <a:tcPr/>
                </a:tc>
                <a:tc>
                  <a:txBody>
                    <a:bodyPr/>
                    <a:lstStyle/>
                    <a:p>
                      <a:pPr lvl="0">
                        <a:buNone/>
                      </a:pPr>
                      <a:r>
                        <a:rPr lang="de-DE" sz="1400"/>
                        <a:t>0.70</a:t>
                      </a:r>
                    </a:p>
                  </a:txBody>
                  <a:tcPr/>
                </a:tc>
                <a:tc>
                  <a:txBody>
                    <a:bodyPr/>
                    <a:lstStyle/>
                    <a:p>
                      <a:pPr lvl="0">
                        <a:buNone/>
                      </a:pPr>
                      <a:r>
                        <a:rPr lang="de-DE" sz="1400"/>
                        <a:t>0.70</a:t>
                      </a:r>
                    </a:p>
                  </a:txBody>
                  <a:tcPr/>
                </a:tc>
                <a:tc>
                  <a:txBody>
                    <a:bodyPr/>
                    <a:lstStyle/>
                    <a:p>
                      <a:pPr lvl="0">
                        <a:buNone/>
                      </a:pPr>
                      <a:r>
                        <a:rPr lang="de-DE" sz="1400"/>
                        <a:t>0.75</a:t>
                      </a:r>
                    </a:p>
                  </a:txBody>
                  <a:tcPr/>
                </a:tc>
                <a:tc>
                  <a:txBody>
                    <a:bodyPr/>
                    <a:lstStyle/>
                    <a:p>
                      <a:pPr lvl="0">
                        <a:buNone/>
                      </a:pPr>
                      <a:r>
                        <a:rPr lang="de-DE" sz="1400"/>
                        <a:t>0.75</a:t>
                      </a:r>
                    </a:p>
                  </a:txBody>
                  <a:tcPr/>
                </a:tc>
                <a:tc>
                  <a:txBody>
                    <a:bodyPr/>
                    <a:lstStyle/>
                    <a:p>
                      <a:pPr lvl="0">
                        <a:buNone/>
                      </a:pPr>
                      <a:r>
                        <a:rPr lang="de-DE" sz="1400"/>
                        <a:t>0.75</a:t>
                      </a:r>
                    </a:p>
                  </a:txBody>
                  <a:tcPr/>
                </a:tc>
                <a:tc>
                  <a:txBody>
                    <a:bodyPr/>
                    <a:lstStyle/>
                    <a:p>
                      <a:pPr lvl="0">
                        <a:buNone/>
                      </a:pPr>
                      <a:r>
                        <a:rPr lang="de-DE" sz="1400"/>
                        <a:t>0.75</a:t>
                      </a:r>
                    </a:p>
                  </a:txBody>
                  <a:tcPr/>
                </a:tc>
                <a:tc>
                  <a:txBody>
                    <a:bodyPr/>
                    <a:lstStyle/>
                    <a:p>
                      <a:pPr lvl="0">
                        <a:buNone/>
                      </a:pPr>
                      <a:r>
                        <a:rPr lang="de-DE" sz="1400"/>
                        <a:t>0.75</a:t>
                      </a:r>
                    </a:p>
                  </a:txBody>
                  <a:tcPr/>
                </a:tc>
                <a:tc>
                  <a:txBody>
                    <a:bodyPr/>
                    <a:lstStyle/>
                    <a:p>
                      <a:pPr lvl="0">
                        <a:buNone/>
                      </a:pPr>
                      <a:r>
                        <a:rPr lang="de-DE" sz="1400"/>
                        <a:t>0.90</a:t>
                      </a:r>
                    </a:p>
                  </a:txBody>
                  <a:tcPr/>
                </a:tc>
                <a:extLst>
                  <a:ext uri="{0D108BD9-81ED-4DB2-BD59-A6C34878D82A}">
                    <a16:rowId xmlns:a16="http://schemas.microsoft.com/office/drawing/2014/main" val="2701468708"/>
                  </a:ext>
                </a:extLst>
              </a:tr>
            </a:tbl>
          </a:graphicData>
        </a:graphic>
      </p:graphicFrame>
      <p:graphicFrame>
        <p:nvGraphicFramePr>
          <p:cNvPr id="6" name="Tabelle 5">
            <a:extLst>
              <a:ext uri="{FF2B5EF4-FFF2-40B4-BE49-F238E27FC236}">
                <a16:creationId xmlns:a16="http://schemas.microsoft.com/office/drawing/2014/main" id="{64094D36-840D-1217-7A85-EB8F086B953B}"/>
              </a:ext>
            </a:extLst>
          </p:cNvPr>
          <p:cNvGraphicFramePr>
            <a:graphicFrameLocks noGrp="1"/>
          </p:cNvGraphicFramePr>
          <p:nvPr>
            <p:extLst>
              <p:ext uri="{D42A27DB-BD31-4B8C-83A1-F6EECF244321}">
                <p14:modId xmlns:p14="http://schemas.microsoft.com/office/powerpoint/2010/main" val="1408460076"/>
              </p:ext>
            </p:extLst>
          </p:nvPr>
        </p:nvGraphicFramePr>
        <p:xfrm>
          <a:off x="288607" y="5105550"/>
          <a:ext cx="8553444" cy="3596630"/>
        </p:xfrm>
        <a:graphic>
          <a:graphicData uri="http://schemas.openxmlformats.org/drawingml/2006/table">
            <a:tbl>
              <a:tblPr firstRow="1" bandRow="1">
                <a:tableStyleId>{5C22544A-7EE6-4342-B048-85BDC9FD1C3A}</a:tableStyleId>
              </a:tblPr>
              <a:tblGrid>
                <a:gridCol w="712787">
                  <a:extLst>
                    <a:ext uri="{9D8B030D-6E8A-4147-A177-3AD203B41FA5}">
                      <a16:colId xmlns:a16="http://schemas.microsoft.com/office/drawing/2014/main" val="894150566"/>
                    </a:ext>
                  </a:extLst>
                </a:gridCol>
                <a:gridCol w="712787">
                  <a:extLst>
                    <a:ext uri="{9D8B030D-6E8A-4147-A177-3AD203B41FA5}">
                      <a16:colId xmlns:a16="http://schemas.microsoft.com/office/drawing/2014/main" val="4010572092"/>
                    </a:ext>
                  </a:extLst>
                </a:gridCol>
                <a:gridCol w="712787">
                  <a:extLst>
                    <a:ext uri="{9D8B030D-6E8A-4147-A177-3AD203B41FA5}">
                      <a16:colId xmlns:a16="http://schemas.microsoft.com/office/drawing/2014/main" val="3271437378"/>
                    </a:ext>
                  </a:extLst>
                </a:gridCol>
                <a:gridCol w="712787">
                  <a:extLst>
                    <a:ext uri="{9D8B030D-6E8A-4147-A177-3AD203B41FA5}">
                      <a16:colId xmlns:a16="http://schemas.microsoft.com/office/drawing/2014/main" val="3580078458"/>
                    </a:ext>
                  </a:extLst>
                </a:gridCol>
                <a:gridCol w="712787">
                  <a:extLst>
                    <a:ext uri="{9D8B030D-6E8A-4147-A177-3AD203B41FA5}">
                      <a16:colId xmlns:a16="http://schemas.microsoft.com/office/drawing/2014/main" val="2224828075"/>
                    </a:ext>
                  </a:extLst>
                </a:gridCol>
                <a:gridCol w="712787">
                  <a:extLst>
                    <a:ext uri="{9D8B030D-6E8A-4147-A177-3AD203B41FA5}">
                      <a16:colId xmlns:a16="http://schemas.microsoft.com/office/drawing/2014/main" val="3053313761"/>
                    </a:ext>
                  </a:extLst>
                </a:gridCol>
                <a:gridCol w="712787">
                  <a:extLst>
                    <a:ext uri="{9D8B030D-6E8A-4147-A177-3AD203B41FA5}">
                      <a16:colId xmlns:a16="http://schemas.microsoft.com/office/drawing/2014/main" val="2014364257"/>
                    </a:ext>
                  </a:extLst>
                </a:gridCol>
                <a:gridCol w="712787">
                  <a:extLst>
                    <a:ext uri="{9D8B030D-6E8A-4147-A177-3AD203B41FA5}">
                      <a16:colId xmlns:a16="http://schemas.microsoft.com/office/drawing/2014/main" val="1831583623"/>
                    </a:ext>
                  </a:extLst>
                </a:gridCol>
                <a:gridCol w="712787">
                  <a:extLst>
                    <a:ext uri="{9D8B030D-6E8A-4147-A177-3AD203B41FA5}">
                      <a16:colId xmlns:a16="http://schemas.microsoft.com/office/drawing/2014/main" val="3705079698"/>
                    </a:ext>
                  </a:extLst>
                </a:gridCol>
                <a:gridCol w="712787">
                  <a:extLst>
                    <a:ext uri="{9D8B030D-6E8A-4147-A177-3AD203B41FA5}">
                      <a16:colId xmlns:a16="http://schemas.microsoft.com/office/drawing/2014/main" val="2293653269"/>
                    </a:ext>
                  </a:extLst>
                </a:gridCol>
                <a:gridCol w="712787">
                  <a:extLst>
                    <a:ext uri="{9D8B030D-6E8A-4147-A177-3AD203B41FA5}">
                      <a16:colId xmlns:a16="http://schemas.microsoft.com/office/drawing/2014/main" val="511868558"/>
                    </a:ext>
                  </a:extLst>
                </a:gridCol>
                <a:gridCol w="712787">
                  <a:extLst>
                    <a:ext uri="{9D8B030D-6E8A-4147-A177-3AD203B41FA5}">
                      <a16:colId xmlns:a16="http://schemas.microsoft.com/office/drawing/2014/main" val="549178337"/>
                    </a:ext>
                  </a:extLst>
                </a:gridCol>
              </a:tblGrid>
              <a:tr h="370840">
                <a:tc>
                  <a:txBody>
                    <a:bodyPr/>
                    <a:lstStyle/>
                    <a:p>
                      <a:pPr marL="0" lvl="0" indent="0" algn="l">
                        <a:lnSpc>
                          <a:spcPct val="100000"/>
                        </a:lnSpc>
                        <a:buNone/>
                      </a:pPr>
                      <a:r>
                        <a:rPr lang="de-DE" sz="1400" b="1" i="0" u="none" strike="noStrike" baseline="0" noProof="0" err="1">
                          <a:solidFill>
                            <a:srgbClr val="FFFFFF"/>
                          </a:solidFill>
                          <a:latin typeface="Arial"/>
                          <a:cs typeface="Arial"/>
                        </a:rPr>
                        <a:t>public_lighting_kW</a:t>
                      </a:r>
                      <a:endParaRPr lang="de-DE" sz="1400" err="1"/>
                    </a:p>
                    <a:p>
                      <a:pPr lvl="0">
                        <a:buNone/>
                      </a:pPr>
                      <a:endParaRPr lang="de-DE" sz="1400"/>
                    </a:p>
                  </a:txBody>
                  <a:tcPr/>
                </a:tc>
                <a:tc>
                  <a:txBody>
                    <a:bodyPr/>
                    <a:lstStyle/>
                    <a:p>
                      <a:pPr marL="0" lvl="0" indent="0" algn="l">
                        <a:lnSpc>
                          <a:spcPct val="100000"/>
                        </a:lnSpc>
                        <a:buNone/>
                      </a:pPr>
                      <a:r>
                        <a:rPr lang="de-DE" sz="1400" b="1" i="0" u="none" strike="noStrike" baseline="0" noProof="0" err="1">
                          <a:solidFill>
                            <a:srgbClr val="FFFFFF"/>
                          </a:solidFill>
                          <a:latin typeface="Arial"/>
                          <a:cs typeface="Arial"/>
                        </a:rPr>
                        <a:t>other_consumers_kW</a:t>
                      </a:r>
                      <a:endParaRPr lang="de-DE" err="1"/>
                    </a:p>
                    <a:p>
                      <a:pPr lvl="0">
                        <a:buNone/>
                      </a:pPr>
                      <a:endParaRPr lang="de-DE" sz="1400"/>
                    </a:p>
                  </a:txBody>
                  <a:tcPr/>
                </a:tc>
                <a:tc>
                  <a:txBody>
                    <a:bodyPr/>
                    <a:lstStyle/>
                    <a:p>
                      <a:pPr marL="0" lvl="0" indent="0" algn="l">
                        <a:lnSpc>
                          <a:spcPct val="100000"/>
                        </a:lnSpc>
                        <a:buNone/>
                      </a:pPr>
                      <a:r>
                        <a:rPr lang="de-DE" sz="1400" b="1" i="0" u="none" strike="noStrike" baseline="0" noProof="0" err="1">
                          <a:solidFill>
                            <a:srgbClr val="FFFFFF"/>
                          </a:solidFill>
                          <a:latin typeface="Arial"/>
                          <a:cs typeface="Arial"/>
                        </a:rPr>
                        <a:t>batteries_kW</a:t>
                      </a:r>
                      <a:endParaRPr lang="de-DE" err="1"/>
                    </a:p>
                    <a:p>
                      <a:pPr lvl="0">
                        <a:buNone/>
                      </a:pPr>
                      <a:endParaRPr lang="de-DE" sz="1400"/>
                    </a:p>
                  </a:txBody>
                  <a:tcPr/>
                </a:tc>
                <a:tc>
                  <a:txBody>
                    <a:bodyPr/>
                    <a:lstStyle/>
                    <a:p>
                      <a:pPr marL="0" lvl="0" indent="0" algn="l">
                        <a:lnSpc>
                          <a:spcPct val="100000"/>
                        </a:lnSpc>
                        <a:buNone/>
                      </a:pPr>
                      <a:r>
                        <a:rPr lang="de-DE" sz="1400" b="1" i="0" u="none" strike="noStrike" baseline="0" noProof="0" err="1">
                          <a:solidFill>
                            <a:srgbClr val="FFFFFF"/>
                          </a:solidFill>
                          <a:latin typeface="Arial"/>
                          <a:cs typeface="Arial"/>
                        </a:rPr>
                        <a:t>PV_systems_kW</a:t>
                      </a:r>
                      <a:endParaRPr lang="de-DE" err="1"/>
                    </a:p>
                    <a:p>
                      <a:pPr lvl="0">
                        <a:buNone/>
                      </a:pPr>
                      <a:endParaRPr lang="de-DE" sz="1400"/>
                    </a:p>
                  </a:txBody>
                  <a:tcPr/>
                </a:tc>
                <a:tc>
                  <a:txBody>
                    <a:bodyPr/>
                    <a:lstStyle/>
                    <a:p>
                      <a:pPr marL="0" lvl="0" indent="0" algn="l">
                        <a:lnSpc>
                          <a:spcPct val="100000"/>
                        </a:lnSpc>
                        <a:buNone/>
                      </a:pPr>
                      <a:r>
                        <a:rPr lang="de-DE" sz="1400" b="1" i="0" u="none" strike="noStrike" baseline="0" noProof="0" err="1">
                          <a:solidFill>
                            <a:srgbClr val="FFFFFF"/>
                          </a:solidFill>
                          <a:latin typeface="Arial"/>
                          <a:cs typeface="Arial"/>
                        </a:rPr>
                        <a:t>chp_kW</a:t>
                      </a:r>
                      <a:endParaRPr lang="de-DE" err="1"/>
                    </a:p>
                    <a:p>
                      <a:pPr lvl="0">
                        <a:buNone/>
                      </a:pPr>
                      <a:endParaRPr lang="de-DE" sz="1400"/>
                    </a:p>
                  </a:txBody>
                  <a:tcPr/>
                </a:tc>
                <a:tc>
                  <a:txBody>
                    <a:bodyPr/>
                    <a:lstStyle/>
                    <a:p>
                      <a:pPr marL="0" lvl="0" indent="0" algn="l">
                        <a:lnSpc>
                          <a:spcPct val="100000"/>
                        </a:lnSpc>
                        <a:buNone/>
                      </a:pPr>
                      <a:r>
                        <a:rPr lang="de-DE" sz="1400" b="1" i="0" u="none" strike="noStrike" baseline="0" noProof="0">
                          <a:solidFill>
                            <a:srgbClr val="FFFFFF"/>
                          </a:solidFill>
                          <a:latin typeface="Arial"/>
                          <a:cs typeface="Arial"/>
                        </a:rPr>
                        <a:t>g0_general_kWh</a:t>
                      </a:r>
                      <a:endParaRPr lang="de-DE"/>
                    </a:p>
                    <a:p>
                      <a:pPr lvl="0">
                        <a:buNone/>
                      </a:pPr>
                      <a:endParaRPr lang="de-DE" sz="1400"/>
                    </a:p>
                  </a:txBody>
                  <a:tcPr/>
                </a:tc>
                <a:tc>
                  <a:txBody>
                    <a:bodyPr/>
                    <a:lstStyle/>
                    <a:p>
                      <a:pPr marL="0" lvl="0" indent="0" algn="l">
                        <a:lnSpc>
                          <a:spcPct val="100000"/>
                        </a:lnSpc>
                        <a:buNone/>
                      </a:pPr>
                      <a:r>
                        <a:rPr lang="de-DE" sz="1400" b="1" i="0" u="none" strike="noStrike" baseline="0" noProof="0">
                          <a:solidFill>
                            <a:srgbClr val="FFFFFF"/>
                          </a:solidFill>
                          <a:latin typeface="Arial"/>
                          <a:cs typeface="Arial"/>
                        </a:rPr>
                        <a:t>g1_workdays_kWh</a:t>
                      </a:r>
                      <a:endParaRPr lang="de-DE"/>
                    </a:p>
                    <a:p>
                      <a:pPr lvl="0">
                        <a:buNone/>
                      </a:pPr>
                      <a:endParaRPr lang="de-DE" sz="1400"/>
                    </a:p>
                  </a:txBody>
                  <a:tcPr/>
                </a:tc>
                <a:tc>
                  <a:txBody>
                    <a:bodyPr/>
                    <a:lstStyle/>
                    <a:p>
                      <a:pPr marL="0" lvl="0" indent="0" algn="l">
                        <a:lnSpc>
                          <a:spcPct val="100000"/>
                        </a:lnSpc>
                        <a:buNone/>
                      </a:pPr>
                      <a:r>
                        <a:rPr lang="de-DE" sz="1400" b="1" i="0" u="none" strike="noStrike" baseline="0" noProof="0">
                          <a:solidFill>
                            <a:srgbClr val="FFFFFF"/>
                          </a:solidFill>
                          <a:latin typeface="Arial"/>
                          <a:cs typeface="Arial"/>
                        </a:rPr>
                        <a:t>g2_evening_kWh</a:t>
                      </a:r>
                      <a:endParaRPr lang="de-DE"/>
                    </a:p>
                    <a:p>
                      <a:pPr lvl="0">
                        <a:buNone/>
                      </a:pPr>
                      <a:endParaRPr lang="de-DE" sz="1400"/>
                    </a:p>
                  </a:txBody>
                  <a:tcPr/>
                </a:tc>
                <a:tc>
                  <a:txBody>
                    <a:bodyPr/>
                    <a:lstStyle/>
                    <a:p>
                      <a:pPr marL="0" lvl="0" indent="0" algn="l">
                        <a:lnSpc>
                          <a:spcPct val="100000"/>
                        </a:lnSpc>
                        <a:buNone/>
                      </a:pPr>
                      <a:r>
                        <a:rPr lang="de-DE" sz="1400" b="1" i="0" u="none" strike="noStrike" baseline="0" noProof="0">
                          <a:solidFill>
                            <a:srgbClr val="FFFFFF"/>
                          </a:solidFill>
                          <a:latin typeface="Arial"/>
                          <a:cs typeface="Arial"/>
                        </a:rPr>
                        <a:t>g3_gontinuous_kWh</a:t>
                      </a:r>
                      <a:endParaRPr lang="de-DE"/>
                    </a:p>
                    <a:p>
                      <a:pPr lvl="0">
                        <a:buNone/>
                      </a:pPr>
                      <a:endParaRPr lang="de-DE" sz="1400"/>
                    </a:p>
                  </a:txBody>
                  <a:tcPr/>
                </a:tc>
                <a:tc>
                  <a:txBody>
                    <a:bodyPr/>
                    <a:lstStyle/>
                    <a:p>
                      <a:pPr marL="0" lvl="0" indent="0" algn="l">
                        <a:lnSpc>
                          <a:spcPct val="100000"/>
                        </a:lnSpc>
                        <a:buNone/>
                      </a:pPr>
                      <a:r>
                        <a:rPr lang="de-DE" sz="1400" b="1" i="0" u="none" strike="noStrike" baseline="0" noProof="0">
                          <a:solidFill>
                            <a:srgbClr val="FFFFFF"/>
                          </a:solidFill>
                          <a:latin typeface="Arial"/>
                          <a:cs typeface="Arial"/>
                        </a:rPr>
                        <a:t>g4_shop_hairdresser_kWh</a:t>
                      </a:r>
                      <a:endParaRPr lang="de-DE"/>
                    </a:p>
                    <a:p>
                      <a:pPr lvl="0">
                        <a:buNone/>
                      </a:pPr>
                      <a:endParaRPr lang="de-DE" sz="1400"/>
                    </a:p>
                  </a:txBody>
                  <a:tcPr/>
                </a:tc>
                <a:tc>
                  <a:txBody>
                    <a:bodyPr/>
                    <a:lstStyle/>
                    <a:p>
                      <a:pPr marL="0" lvl="0" indent="0" algn="l">
                        <a:lnSpc>
                          <a:spcPct val="100000"/>
                        </a:lnSpc>
                        <a:buNone/>
                      </a:pPr>
                      <a:r>
                        <a:rPr lang="de-DE" sz="1400" b="1" i="0" u="none" strike="noStrike" baseline="0" noProof="0">
                          <a:solidFill>
                            <a:srgbClr val="FFFFFF"/>
                          </a:solidFill>
                          <a:latin typeface="Arial"/>
                          <a:cs typeface="Arial"/>
                        </a:rPr>
                        <a:t>g5_bakery_kWh</a:t>
                      </a:r>
                      <a:endParaRPr lang="de-DE"/>
                    </a:p>
                    <a:p>
                      <a:pPr lvl="0">
                        <a:buNone/>
                      </a:pPr>
                      <a:endParaRPr lang="de-DE" sz="1400"/>
                    </a:p>
                  </a:txBody>
                  <a:tcPr/>
                </a:tc>
                <a:tc>
                  <a:txBody>
                    <a:bodyPr/>
                    <a:lstStyle/>
                    <a:p>
                      <a:pPr marL="0" lvl="0" indent="0" algn="l">
                        <a:lnSpc>
                          <a:spcPct val="100000"/>
                        </a:lnSpc>
                        <a:buNone/>
                      </a:pPr>
                      <a:r>
                        <a:rPr lang="de-DE" sz="1400" b="1" i="0" u="none" strike="noStrike" baseline="0" noProof="0">
                          <a:solidFill>
                            <a:srgbClr val="FFFFFF"/>
                          </a:solidFill>
                          <a:latin typeface="Arial"/>
                          <a:cs typeface="Arial"/>
                        </a:rPr>
                        <a:t>g6_weekend_kWh</a:t>
                      </a:r>
                      <a:endParaRPr lang="de-DE"/>
                    </a:p>
                    <a:p>
                      <a:pPr lvl="0">
                        <a:buNone/>
                      </a:pPr>
                      <a:endParaRPr lang="de-DE" sz="1400"/>
                    </a:p>
                  </a:txBody>
                  <a:tcPr/>
                </a:tc>
                <a:extLst>
                  <a:ext uri="{0D108BD9-81ED-4DB2-BD59-A6C34878D82A}">
                    <a16:rowId xmlns:a16="http://schemas.microsoft.com/office/drawing/2014/main" val="4084541425"/>
                  </a:ext>
                </a:extLst>
              </a:tr>
              <a:tr h="370839">
                <a:tc>
                  <a:txBody>
                    <a:bodyPr/>
                    <a:lstStyle/>
                    <a:p>
                      <a:pPr lvl="0">
                        <a:buNone/>
                      </a:pPr>
                      <a:r>
                        <a:rPr lang="de-DE" sz="1400" b="0" i="0" u="none" strike="noStrike" noProof="0">
                          <a:solidFill>
                            <a:srgbClr val="000000"/>
                          </a:solidFill>
                          <a:latin typeface="Arial"/>
                          <a:cs typeface="Arial"/>
                        </a:rPr>
                        <a:t>0.50</a:t>
                      </a:r>
                    </a:p>
                  </a:txBody>
                  <a:tcPr/>
                </a:tc>
                <a:tc>
                  <a:txBody>
                    <a:bodyPr/>
                    <a:lstStyle/>
                    <a:p>
                      <a:pPr lvl="0">
                        <a:buNone/>
                      </a:pPr>
                      <a:r>
                        <a:rPr lang="de-DE" sz="1400" b="0" i="0" u="none" strike="noStrike" noProof="0">
                          <a:solidFill>
                            <a:srgbClr val="000000"/>
                          </a:solidFill>
                          <a:latin typeface="Arial"/>
                          <a:cs typeface="Arial"/>
                        </a:rPr>
                        <a:t>0.55</a:t>
                      </a:r>
                    </a:p>
                  </a:txBody>
                  <a:tcPr/>
                </a:tc>
                <a:tc>
                  <a:txBody>
                    <a:bodyPr/>
                    <a:lstStyle/>
                    <a:p>
                      <a:pPr lvl="0">
                        <a:buNone/>
                      </a:pPr>
                      <a:r>
                        <a:rPr lang="de-DE" sz="1400" b="0" i="0" u="none" strike="noStrike" noProof="0">
                          <a:solidFill>
                            <a:srgbClr val="000000"/>
                          </a:solidFill>
                          <a:latin typeface="Arial"/>
                          <a:cs typeface="Arial"/>
                        </a:rPr>
                        <a:t>0.85-1</a:t>
                      </a:r>
                    </a:p>
                  </a:txBody>
                  <a:tcPr/>
                </a:tc>
                <a:tc>
                  <a:txBody>
                    <a:bodyPr/>
                    <a:lstStyle/>
                    <a:p>
                      <a:pPr lvl="0">
                        <a:buNone/>
                      </a:pPr>
                      <a:r>
                        <a:rPr lang="de-DE" sz="1400" b="0" i="0" u="none" strike="noStrike" noProof="0">
                          <a:solidFill>
                            <a:srgbClr val="000000"/>
                          </a:solidFill>
                          <a:latin typeface="Arial"/>
                          <a:cs typeface="Arial"/>
                        </a:rPr>
                        <a:t>0.85-1</a:t>
                      </a:r>
                    </a:p>
                  </a:txBody>
                  <a:tcPr/>
                </a:tc>
                <a:tc>
                  <a:txBody>
                    <a:bodyPr/>
                    <a:lstStyle/>
                    <a:p>
                      <a:pPr lvl="0">
                        <a:buNone/>
                      </a:pPr>
                      <a:r>
                        <a:rPr lang="de-DE" sz="1400" b="0" i="0" u="none" strike="noStrike" noProof="0">
                          <a:solidFill>
                            <a:srgbClr val="000000"/>
                          </a:solidFill>
                          <a:latin typeface="Arial"/>
                          <a:cs typeface="Arial"/>
                        </a:rPr>
                        <a:t>0.75-1</a:t>
                      </a:r>
                    </a:p>
                  </a:txBody>
                  <a:tcPr/>
                </a:tc>
                <a:tc>
                  <a:txBody>
                    <a:bodyPr/>
                    <a:lstStyle/>
                    <a:p>
                      <a:pPr lvl="0">
                        <a:buNone/>
                      </a:pPr>
                      <a:r>
                        <a:rPr lang="de-DE" sz="1400" b="0" i="0" u="none" strike="noStrike" noProof="0">
                          <a:solidFill>
                            <a:srgbClr val="000000"/>
                          </a:solidFill>
                          <a:latin typeface="Arial"/>
                          <a:cs typeface="Arial"/>
                        </a:rPr>
                        <a:t>0.60</a:t>
                      </a:r>
                    </a:p>
                  </a:txBody>
                  <a:tcPr/>
                </a:tc>
                <a:tc>
                  <a:txBody>
                    <a:bodyPr/>
                    <a:lstStyle/>
                    <a:p>
                      <a:pPr lvl="0">
                        <a:buNone/>
                      </a:pPr>
                      <a:r>
                        <a:rPr lang="de-DE" sz="1400" b="0" i="0" u="none" strike="noStrike" noProof="0">
                          <a:solidFill>
                            <a:srgbClr val="000000"/>
                          </a:solidFill>
                          <a:latin typeface="Arial"/>
                          <a:cs typeface="Arial"/>
                        </a:rPr>
                        <a:t>0.80-1</a:t>
                      </a:r>
                    </a:p>
                  </a:txBody>
                  <a:tcPr/>
                </a:tc>
                <a:tc>
                  <a:txBody>
                    <a:bodyPr/>
                    <a:lstStyle/>
                    <a:p>
                      <a:pPr lvl="0">
                        <a:buNone/>
                      </a:pPr>
                      <a:r>
                        <a:rPr lang="de-DE" sz="1400" b="0" i="0" u="none" strike="noStrike" noProof="0">
                          <a:solidFill>
                            <a:srgbClr val="000000"/>
                          </a:solidFill>
                          <a:latin typeface="Arial"/>
                          <a:cs typeface="Arial"/>
                        </a:rPr>
                        <a:t>0.85-1</a:t>
                      </a:r>
                    </a:p>
                  </a:txBody>
                  <a:tcPr/>
                </a:tc>
                <a:tc>
                  <a:txBody>
                    <a:bodyPr/>
                    <a:lstStyle/>
                    <a:p>
                      <a:pPr lvl="0">
                        <a:buNone/>
                      </a:pPr>
                      <a:r>
                        <a:rPr lang="de-DE" sz="1400" b="0" i="0" u="none" strike="noStrike" noProof="0">
                          <a:solidFill>
                            <a:srgbClr val="000000"/>
                          </a:solidFill>
                          <a:latin typeface="Arial"/>
                          <a:cs typeface="Arial"/>
                        </a:rPr>
                        <a:t>0.70-1</a:t>
                      </a:r>
                    </a:p>
                  </a:txBody>
                  <a:tcPr/>
                </a:tc>
                <a:tc>
                  <a:txBody>
                    <a:bodyPr/>
                    <a:lstStyle/>
                    <a:p>
                      <a:pPr lvl="0">
                        <a:buNone/>
                      </a:pPr>
                      <a:r>
                        <a:rPr lang="de-DE" sz="1400" b="0" i="0" u="none" strike="noStrike" noProof="0">
                          <a:solidFill>
                            <a:srgbClr val="000000"/>
                          </a:solidFill>
                          <a:latin typeface="Arial"/>
                          <a:cs typeface="Arial"/>
                        </a:rPr>
                        <a:t>0.90-1</a:t>
                      </a:r>
                    </a:p>
                  </a:txBody>
                  <a:tcPr/>
                </a:tc>
                <a:tc>
                  <a:txBody>
                    <a:bodyPr/>
                    <a:lstStyle/>
                    <a:p>
                      <a:pPr lvl="0">
                        <a:buNone/>
                      </a:pPr>
                      <a:r>
                        <a:rPr lang="de-DE" sz="1400" b="0" i="0" u="none" strike="noStrike" noProof="0">
                          <a:solidFill>
                            <a:srgbClr val="000000"/>
                          </a:solidFill>
                          <a:latin typeface="Arial"/>
                          <a:cs typeface="Arial"/>
                        </a:rPr>
                        <a:t>0.90-1</a:t>
                      </a:r>
                    </a:p>
                  </a:txBody>
                  <a:tcPr/>
                </a:tc>
                <a:tc>
                  <a:txBody>
                    <a:bodyPr/>
                    <a:lstStyle/>
                    <a:p>
                      <a:pPr lvl="0">
                        <a:buNone/>
                      </a:pPr>
                      <a:r>
                        <a:rPr lang="en-US" sz="1400"/>
                        <a:t>0.80-1</a:t>
                      </a:r>
                    </a:p>
                  </a:txBody>
                  <a:tcPr/>
                </a:tc>
                <a:extLst>
                  <a:ext uri="{0D108BD9-81ED-4DB2-BD59-A6C34878D82A}">
                    <a16:rowId xmlns:a16="http://schemas.microsoft.com/office/drawing/2014/main" val="4198767"/>
                  </a:ext>
                </a:extLst>
              </a:tr>
              <a:tr h="370839">
                <a:tc>
                  <a:txBody>
                    <a:bodyPr/>
                    <a:lstStyle/>
                    <a:p>
                      <a:pPr lvl="0">
                        <a:buNone/>
                      </a:pPr>
                      <a:r>
                        <a:rPr lang="de-DE" sz="1400"/>
                        <a:t>0.40</a:t>
                      </a:r>
                    </a:p>
                  </a:txBody>
                  <a:tcPr/>
                </a:tc>
                <a:tc>
                  <a:txBody>
                    <a:bodyPr/>
                    <a:lstStyle/>
                    <a:p>
                      <a:pPr lvl="0">
                        <a:buNone/>
                      </a:pPr>
                      <a:r>
                        <a:rPr lang="de-DE" sz="1400"/>
                        <a:t>0.75</a:t>
                      </a:r>
                    </a:p>
                  </a:txBody>
                  <a:tcPr/>
                </a:tc>
                <a:tc>
                  <a:txBody>
                    <a:bodyPr/>
                    <a:lstStyle/>
                    <a:p>
                      <a:pPr lvl="0">
                        <a:buNone/>
                      </a:pPr>
                      <a:r>
                        <a:rPr lang="de-DE" sz="1400"/>
                        <a:t>0.80-1</a:t>
                      </a:r>
                    </a:p>
                  </a:txBody>
                  <a:tcPr/>
                </a:tc>
                <a:tc>
                  <a:txBody>
                    <a:bodyPr/>
                    <a:lstStyle/>
                    <a:p>
                      <a:pPr lvl="0">
                        <a:buNone/>
                      </a:pPr>
                      <a:r>
                        <a:rPr lang="de-DE" sz="1400"/>
                        <a:t>0.80-1</a:t>
                      </a:r>
                    </a:p>
                  </a:txBody>
                  <a:tcPr/>
                </a:tc>
                <a:tc>
                  <a:txBody>
                    <a:bodyPr/>
                    <a:lstStyle/>
                    <a:p>
                      <a:pPr lvl="0">
                        <a:buNone/>
                      </a:pPr>
                      <a:r>
                        <a:rPr lang="de-DE" sz="1400"/>
                        <a:t>0.75-1</a:t>
                      </a:r>
                    </a:p>
                  </a:txBody>
                  <a:tcPr/>
                </a:tc>
                <a:tc>
                  <a:txBody>
                    <a:bodyPr/>
                    <a:lstStyle/>
                    <a:p>
                      <a:pPr lvl="0">
                        <a:buNone/>
                      </a:pPr>
                      <a:r>
                        <a:rPr lang="de-DE" sz="1400"/>
                        <a:t>0.50</a:t>
                      </a:r>
                    </a:p>
                  </a:txBody>
                  <a:tcPr/>
                </a:tc>
                <a:tc>
                  <a:txBody>
                    <a:bodyPr/>
                    <a:lstStyle/>
                    <a:p>
                      <a:pPr lvl="0">
                        <a:buNone/>
                      </a:pPr>
                      <a:r>
                        <a:rPr lang="de-DE" sz="1400"/>
                        <a:t>0.50</a:t>
                      </a:r>
                    </a:p>
                  </a:txBody>
                  <a:tcPr/>
                </a:tc>
                <a:tc>
                  <a:txBody>
                    <a:bodyPr/>
                    <a:lstStyle/>
                    <a:p>
                      <a:pPr lvl="0">
                        <a:buNone/>
                      </a:pPr>
                      <a:r>
                        <a:rPr lang="de-DE" sz="1400"/>
                        <a:t>0.55</a:t>
                      </a:r>
                    </a:p>
                  </a:txBody>
                  <a:tcPr/>
                </a:tc>
                <a:tc>
                  <a:txBody>
                    <a:bodyPr/>
                    <a:lstStyle/>
                    <a:p>
                      <a:pPr lvl="0">
                        <a:buNone/>
                      </a:pPr>
                      <a:r>
                        <a:rPr lang="de-DE" sz="1400"/>
                        <a:t>0.45</a:t>
                      </a:r>
                    </a:p>
                  </a:txBody>
                  <a:tcPr/>
                </a:tc>
                <a:tc>
                  <a:txBody>
                    <a:bodyPr/>
                    <a:lstStyle/>
                    <a:p>
                      <a:pPr lvl="0">
                        <a:buNone/>
                      </a:pPr>
                      <a:r>
                        <a:rPr lang="de-DE" sz="1400"/>
                        <a:t>0.85-1</a:t>
                      </a:r>
                    </a:p>
                  </a:txBody>
                  <a:tcPr/>
                </a:tc>
                <a:tc>
                  <a:txBody>
                    <a:bodyPr/>
                    <a:lstStyle/>
                    <a:p>
                      <a:pPr lvl="0">
                        <a:buNone/>
                      </a:pPr>
                      <a:r>
                        <a:rPr lang="de-DE" sz="1400"/>
                        <a:t>0.85-1</a:t>
                      </a:r>
                    </a:p>
                  </a:txBody>
                  <a:tcPr/>
                </a:tc>
                <a:tc>
                  <a:txBody>
                    <a:bodyPr/>
                    <a:lstStyle/>
                    <a:p>
                      <a:pPr lvl="0">
                        <a:buNone/>
                      </a:pPr>
                      <a:r>
                        <a:rPr lang="de-DE" sz="1400"/>
                        <a:t>0.55</a:t>
                      </a:r>
                    </a:p>
                  </a:txBody>
                  <a:tcPr/>
                </a:tc>
                <a:extLst>
                  <a:ext uri="{0D108BD9-81ED-4DB2-BD59-A6C34878D82A}">
                    <a16:rowId xmlns:a16="http://schemas.microsoft.com/office/drawing/2014/main" val="2377502259"/>
                  </a:ext>
                </a:extLst>
              </a:tr>
              <a:tr h="370838">
                <a:tc>
                  <a:txBody>
                    <a:bodyPr/>
                    <a:lstStyle/>
                    <a:p>
                      <a:pPr lvl="0">
                        <a:buNone/>
                      </a:pPr>
                      <a:r>
                        <a:rPr lang="de-DE" sz="1400" b="0" i="0" u="none" strike="noStrike" noProof="0">
                          <a:solidFill>
                            <a:srgbClr val="000000"/>
                          </a:solidFill>
                          <a:latin typeface="Arial"/>
                          <a:cs typeface="Arial"/>
                        </a:rPr>
                        <a:t>0.70</a:t>
                      </a:r>
                    </a:p>
                  </a:txBody>
                  <a:tcPr/>
                </a:tc>
                <a:tc>
                  <a:txBody>
                    <a:bodyPr/>
                    <a:lstStyle/>
                    <a:p>
                      <a:pPr lvl="0">
                        <a:buNone/>
                      </a:pPr>
                      <a:r>
                        <a:rPr lang="de-DE" sz="1400" b="0" i="0" u="none" strike="noStrike" noProof="0">
                          <a:solidFill>
                            <a:srgbClr val="000000"/>
                          </a:solidFill>
                          <a:latin typeface="Arial"/>
                          <a:cs typeface="Arial"/>
                        </a:rPr>
                        <a:t>0.70</a:t>
                      </a:r>
                    </a:p>
                  </a:txBody>
                  <a:tcPr/>
                </a:tc>
                <a:tc>
                  <a:txBody>
                    <a:bodyPr/>
                    <a:lstStyle/>
                    <a:p>
                      <a:pPr lvl="0">
                        <a:buNone/>
                      </a:pPr>
                      <a:r>
                        <a:rPr lang="de-DE" sz="1400" b="0" i="0" u="none" strike="noStrike" noProof="0">
                          <a:solidFill>
                            <a:srgbClr val="000000"/>
                          </a:solidFill>
                          <a:latin typeface="Arial"/>
                          <a:cs typeface="Arial"/>
                        </a:rPr>
                        <a:t>0.88-1</a:t>
                      </a:r>
                    </a:p>
                  </a:txBody>
                  <a:tcPr/>
                </a:tc>
                <a:tc>
                  <a:txBody>
                    <a:bodyPr/>
                    <a:lstStyle/>
                    <a:p>
                      <a:pPr lvl="0">
                        <a:buNone/>
                      </a:pPr>
                      <a:r>
                        <a:rPr lang="de-DE" sz="1400" b="0" i="0" u="none" strike="noStrike" noProof="0">
                          <a:solidFill>
                            <a:srgbClr val="000000"/>
                          </a:solidFill>
                          <a:latin typeface="Arial"/>
                          <a:cs typeface="Arial"/>
                        </a:rPr>
                        <a:t>0.88-1</a:t>
                      </a:r>
                    </a:p>
                  </a:txBody>
                  <a:tcPr/>
                </a:tc>
                <a:tc>
                  <a:txBody>
                    <a:bodyPr/>
                    <a:lstStyle/>
                    <a:p>
                      <a:pPr lvl="0">
                        <a:buNone/>
                      </a:pPr>
                      <a:r>
                        <a:rPr lang="de-DE" sz="1400" b="0" i="0" u="none" strike="noStrike" noProof="0">
                          <a:solidFill>
                            <a:srgbClr val="000000"/>
                          </a:solidFill>
                          <a:latin typeface="Arial"/>
                          <a:cs typeface="Arial"/>
                        </a:rPr>
                        <a:t>0.90-1</a:t>
                      </a:r>
                    </a:p>
                  </a:txBody>
                  <a:tcPr/>
                </a:tc>
                <a:tc>
                  <a:txBody>
                    <a:bodyPr/>
                    <a:lstStyle/>
                    <a:p>
                      <a:pPr lvl="0">
                        <a:buNone/>
                      </a:pPr>
                      <a:r>
                        <a:rPr lang="de-DE" sz="1400" b="0" i="0" u="none" strike="noStrike" noProof="0">
                          <a:solidFill>
                            <a:srgbClr val="000000"/>
                          </a:solidFill>
                          <a:latin typeface="Arial"/>
                          <a:cs typeface="Arial"/>
                        </a:rPr>
                        <a:t>0.55</a:t>
                      </a:r>
                    </a:p>
                  </a:txBody>
                  <a:tcPr/>
                </a:tc>
                <a:tc>
                  <a:txBody>
                    <a:bodyPr/>
                    <a:lstStyle/>
                    <a:p>
                      <a:pPr lvl="0">
                        <a:buNone/>
                      </a:pPr>
                      <a:r>
                        <a:rPr lang="de-DE" sz="1400" b="0" i="0" u="none" strike="noStrike" noProof="0">
                          <a:solidFill>
                            <a:srgbClr val="000000"/>
                          </a:solidFill>
                          <a:latin typeface="Arial"/>
                          <a:cs typeface="Arial"/>
                        </a:rPr>
                        <a:t>0.55</a:t>
                      </a:r>
                    </a:p>
                  </a:txBody>
                  <a:tcPr/>
                </a:tc>
                <a:tc>
                  <a:txBody>
                    <a:bodyPr/>
                    <a:lstStyle/>
                    <a:p>
                      <a:pPr lvl="0">
                        <a:buNone/>
                      </a:pPr>
                      <a:r>
                        <a:rPr lang="de-DE" sz="1400" b="0" i="0" u="none" strike="noStrike" noProof="0">
                          <a:solidFill>
                            <a:srgbClr val="000000"/>
                          </a:solidFill>
                          <a:latin typeface="Arial"/>
                          <a:cs typeface="Arial"/>
                        </a:rPr>
                        <a:t>0.55</a:t>
                      </a:r>
                    </a:p>
                  </a:txBody>
                  <a:tcPr/>
                </a:tc>
                <a:tc>
                  <a:txBody>
                    <a:bodyPr/>
                    <a:lstStyle/>
                    <a:p>
                      <a:pPr lvl="0">
                        <a:buNone/>
                      </a:pPr>
                      <a:r>
                        <a:rPr lang="de-DE" sz="1400" b="0" i="0" u="none" strike="noStrike" noProof="0">
                          <a:solidFill>
                            <a:srgbClr val="000000"/>
                          </a:solidFill>
                          <a:latin typeface="Arial"/>
                          <a:cs typeface="Arial"/>
                        </a:rPr>
                        <a:t>0.55</a:t>
                      </a:r>
                    </a:p>
                  </a:txBody>
                  <a:tcPr/>
                </a:tc>
                <a:tc>
                  <a:txBody>
                    <a:bodyPr/>
                    <a:lstStyle/>
                    <a:p>
                      <a:pPr lvl="0">
                        <a:buNone/>
                      </a:pPr>
                      <a:r>
                        <a:rPr lang="de-DE" sz="1400" b="0" i="0" u="none" strike="noStrike" noProof="0">
                          <a:solidFill>
                            <a:srgbClr val="000000"/>
                          </a:solidFill>
                          <a:latin typeface="Arial"/>
                          <a:cs typeface="Arial"/>
                        </a:rPr>
                        <a:t>0.80-1</a:t>
                      </a:r>
                    </a:p>
                  </a:txBody>
                  <a:tcPr/>
                </a:tc>
                <a:tc>
                  <a:txBody>
                    <a:bodyPr/>
                    <a:lstStyle/>
                    <a:p>
                      <a:pPr lvl="0">
                        <a:buNone/>
                      </a:pPr>
                      <a:r>
                        <a:rPr lang="de-DE" sz="1400" b="0" i="0" u="none" strike="noStrike" noProof="0">
                          <a:solidFill>
                            <a:srgbClr val="000000"/>
                          </a:solidFill>
                          <a:latin typeface="Arial"/>
                          <a:cs typeface="Arial"/>
                        </a:rPr>
                        <a:t>0.90-1</a:t>
                      </a:r>
                    </a:p>
                  </a:txBody>
                  <a:tcPr/>
                </a:tc>
                <a:tc>
                  <a:txBody>
                    <a:bodyPr/>
                    <a:lstStyle/>
                    <a:p>
                      <a:pPr lvl="0">
                        <a:buNone/>
                      </a:pPr>
                      <a:r>
                        <a:rPr lang="de-DE" sz="1400" b="0" i="0" u="none" strike="noStrike" noProof="0">
                          <a:solidFill>
                            <a:srgbClr val="000000"/>
                          </a:solidFill>
                          <a:latin typeface="Arial"/>
                          <a:cs typeface="Arial"/>
                        </a:rPr>
                        <a:t>0.55</a:t>
                      </a:r>
                    </a:p>
                  </a:txBody>
                  <a:tcPr/>
                </a:tc>
                <a:extLst>
                  <a:ext uri="{0D108BD9-81ED-4DB2-BD59-A6C34878D82A}">
                    <a16:rowId xmlns:a16="http://schemas.microsoft.com/office/drawing/2014/main" val="4180923322"/>
                  </a:ext>
                </a:extLst>
              </a:tr>
              <a:tr h="370838">
                <a:tc>
                  <a:txBody>
                    <a:bodyPr/>
                    <a:lstStyle/>
                    <a:p>
                      <a:pPr lvl="0">
                        <a:buNone/>
                      </a:pPr>
                      <a:r>
                        <a:rPr lang="de-DE" sz="1400"/>
                        <a:t>0.60</a:t>
                      </a:r>
                    </a:p>
                  </a:txBody>
                  <a:tcPr/>
                </a:tc>
                <a:tc>
                  <a:txBody>
                    <a:bodyPr/>
                    <a:lstStyle/>
                    <a:p>
                      <a:pPr lvl="0">
                        <a:buNone/>
                      </a:pPr>
                      <a:r>
                        <a:rPr lang="de-DE" sz="1400"/>
                        <a:t>0.75</a:t>
                      </a:r>
                    </a:p>
                  </a:txBody>
                  <a:tcPr/>
                </a:tc>
                <a:tc>
                  <a:txBody>
                    <a:bodyPr/>
                    <a:lstStyle/>
                    <a:p>
                      <a:pPr lvl="0">
                        <a:buNone/>
                      </a:pPr>
                      <a:r>
                        <a:rPr lang="de-DE" sz="1400"/>
                        <a:t>0.80-1</a:t>
                      </a:r>
                    </a:p>
                  </a:txBody>
                  <a:tcPr/>
                </a:tc>
                <a:tc>
                  <a:txBody>
                    <a:bodyPr/>
                    <a:lstStyle/>
                    <a:p>
                      <a:pPr lvl="0">
                        <a:buNone/>
                      </a:pPr>
                      <a:r>
                        <a:rPr lang="de-DE" sz="1400"/>
                        <a:t>0.80-1</a:t>
                      </a:r>
                    </a:p>
                  </a:txBody>
                  <a:tcPr/>
                </a:tc>
                <a:tc>
                  <a:txBody>
                    <a:bodyPr/>
                    <a:lstStyle/>
                    <a:p>
                      <a:pPr lvl="0">
                        <a:buNone/>
                      </a:pPr>
                      <a:r>
                        <a:rPr lang="de-DE" sz="1400"/>
                        <a:t>0.80-1</a:t>
                      </a:r>
                    </a:p>
                  </a:txBody>
                  <a:tcPr/>
                </a:tc>
                <a:tc>
                  <a:txBody>
                    <a:bodyPr/>
                    <a:lstStyle/>
                    <a:p>
                      <a:pPr lvl="0">
                        <a:buNone/>
                      </a:pPr>
                      <a:r>
                        <a:rPr lang="de-DE" sz="1400"/>
                        <a:t>0.75</a:t>
                      </a:r>
                    </a:p>
                  </a:txBody>
                  <a:tcPr/>
                </a:tc>
                <a:tc>
                  <a:txBody>
                    <a:bodyPr/>
                    <a:lstStyle/>
                    <a:p>
                      <a:pPr lvl="0">
                        <a:buNone/>
                      </a:pPr>
                      <a:r>
                        <a:rPr lang="de-DE" sz="1400"/>
                        <a:t>0.85-1</a:t>
                      </a:r>
                    </a:p>
                  </a:txBody>
                  <a:tcPr/>
                </a:tc>
                <a:tc>
                  <a:txBody>
                    <a:bodyPr/>
                    <a:lstStyle/>
                    <a:p>
                      <a:pPr lvl="0">
                        <a:buNone/>
                      </a:pPr>
                      <a:r>
                        <a:rPr lang="de-DE" sz="1400"/>
                        <a:t>0.90-1</a:t>
                      </a:r>
                    </a:p>
                  </a:txBody>
                  <a:tcPr/>
                </a:tc>
                <a:tc>
                  <a:txBody>
                    <a:bodyPr/>
                    <a:lstStyle/>
                    <a:p>
                      <a:pPr lvl="0">
                        <a:buNone/>
                      </a:pPr>
                      <a:r>
                        <a:rPr lang="de-DE" sz="1400"/>
                        <a:t>0.80</a:t>
                      </a:r>
                    </a:p>
                  </a:txBody>
                  <a:tcPr/>
                </a:tc>
                <a:tc>
                  <a:txBody>
                    <a:bodyPr/>
                    <a:lstStyle/>
                    <a:p>
                      <a:pPr lvl="0">
                        <a:buNone/>
                      </a:pPr>
                      <a:r>
                        <a:rPr lang="de-DE" sz="1400"/>
                        <a:t>0.95-1</a:t>
                      </a:r>
                    </a:p>
                  </a:txBody>
                  <a:tcPr/>
                </a:tc>
                <a:tc>
                  <a:txBody>
                    <a:bodyPr/>
                    <a:lstStyle/>
                    <a:p>
                      <a:pPr lvl="0">
                        <a:buNone/>
                      </a:pPr>
                      <a:r>
                        <a:rPr lang="de-DE" sz="1400"/>
                        <a:t>0.95-1</a:t>
                      </a:r>
                    </a:p>
                  </a:txBody>
                  <a:tcPr/>
                </a:tc>
                <a:tc>
                  <a:txBody>
                    <a:bodyPr/>
                    <a:lstStyle/>
                    <a:p>
                      <a:pPr lvl="0">
                        <a:buNone/>
                      </a:pPr>
                      <a:r>
                        <a:rPr lang="de-DE" sz="1400"/>
                        <a:t>0.85-1</a:t>
                      </a:r>
                    </a:p>
                  </a:txBody>
                  <a:tcPr/>
                </a:tc>
                <a:extLst>
                  <a:ext uri="{0D108BD9-81ED-4DB2-BD59-A6C34878D82A}">
                    <a16:rowId xmlns:a16="http://schemas.microsoft.com/office/drawing/2014/main" val="3425758347"/>
                  </a:ext>
                </a:extLst>
              </a:tr>
              <a:tr h="370838">
                <a:tc>
                  <a:txBody>
                    <a:bodyPr/>
                    <a:lstStyle/>
                    <a:p>
                      <a:pPr lvl="0">
                        <a:buNone/>
                      </a:pPr>
                      <a:r>
                        <a:rPr lang="de-DE" sz="1400"/>
                        <a:t>0.40</a:t>
                      </a:r>
                    </a:p>
                  </a:txBody>
                  <a:tcPr/>
                </a:tc>
                <a:tc>
                  <a:txBody>
                    <a:bodyPr/>
                    <a:lstStyle/>
                    <a:p>
                      <a:pPr lvl="0">
                        <a:buNone/>
                      </a:pPr>
                      <a:r>
                        <a:rPr lang="de-DE" sz="1400"/>
                        <a:t>0.60</a:t>
                      </a:r>
                    </a:p>
                  </a:txBody>
                  <a:tcPr/>
                </a:tc>
                <a:tc>
                  <a:txBody>
                    <a:bodyPr/>
                    <a:lstStyle/>
                    <a:p>
                      <a:pPr lvl="0">
                        <a:buNone/>
                      </a:pPr>
                      <a:r>
                        <a:rPr lang="de-DE" sz="1400"/>
                        <a:t>0.75-1</a:t>
                      </a:r>
                    </a:p>
                  </a:txBody>
                  <a:tcPr/>
                </a:tc>
                <a:tc>
                  <a:txBody>
                    <a:bodyPr/>
                    <a:lstStyle/>
                    <a:p>
                      <a:pPr lvl="0">
                        <a:buNone/>
                      </a:pPr>
                      <a:r>
                        <a:rPr lang="de-DE" sz="1400"/>
                        <a:t>0.75-1</a:t>
                      </a:r>
                    </a:p>
                  </a:txBody>
                  <a:tcPr/>
                </a:tc>
                <a:tc>
                  <a:txBody>
                    <a:bodyPr/>
                    <a:lstStyle/>
                    <a:p>
                      <a:pPr lvl="0">
                        <a:buNone/>
                      </a:pPr>
                      <a:r>
                        <a:rPr lang="de-DE" sz="1400"/>
                        <a:t>0.75-1</a:t>
                      </a:r>
                    </a:p>
                  </a:txBody>
                  <a:tcPr/>
                </a:tc>
                <a:tc>
                  <a:txBody>
                    <a:bodyPr/>
                    <a:lstStyle/>
                    <a:p>
                      <a:pPr lvl="0">
                        <a:buNone/>
                      </a:pPr>
                      <a:r>
                        <a:rPr lang="de-DE" sz="1400"/>
                        <a:t>0.50</a:t>
                      </a:r>
                    </a:p>
                  </a:txBody>
                  <a:tcPr/>
                </a:tc>
                <a:tc>
                  <a:txBody>
                    <a:bodyPr/>
                    <a:lstStyle/>
                    <a:p>
                      <a:pPr lvl="0">
                        <a:buNone/>
                      </a:pPr>
                      <a:r>
                        <a:rPr lang="de-DE" sz="1400"/>
                        <a:t>0.60</a:t>
                      </a:r>
                    </a:p>
                  </a:txBody>
                  <a:tcPr/>
                </a:tc>
                <a:tc>
                  <a:txBody>
                    <a:bodyPr/>
                    <a:lstStyle/>
                    <a:p>
                      <a:pPr lvl="0">
                        <a:buNone/>
                      </a:pPr>
                      <a:r>
                        <a:rPr lang="de-DE" sz="1400"/>
                        <a:t>0.60</a:t>
                      </a:r>
                    </a:p>
                  </a:txBody>
                  <a:tcPr/>
                </a:tc>
                <a:tc>
                  <a:txBody>
                    <a:bodyPr/>
                    <a:lstStyle/>
                    <a:p>
                      <a:pPr lvl="0">
                        <a:buNone/>
                      </a:pPr>
                      <a:r>
                        <a:rPr lang="de-DE" sz="1400"/>
                        <a:t>0.55</a:t>
                      </a:r>
                    </a:p>
                  </a:txBody>
                  <a:tcPr/>
                </a:tc>
                <a:tc>
                  <a:txBody>
                    <a:bodyPr/>
                    <a:lstStyle/>
                    <a:p>
                      <a:pPr lvl="0">
                        <a:buNone/>
                      </a:pPr>
                      <a:r>
                        <a:rPr lang="de-DE" sz="1400"/>
                        <a:t>0.80-1</a:t>
                      </a:r>
                    </a:p>
                  </a:txBody>
                  <a:tcPr/>
                </a:tc>
                <a:tc>
                  <a:txBody>
                    <a:bodyPr/>
                    <a:lstStyle/>
                    <a:p>
                      <a:pPr lvl="0">
                        <a:buNone/>
                      </a:pPr>
                      <a:r>
                        <a:rPr lang="de-DE" sz="1400"/>
                        <a:t>0.80-1</a:t>
                      </a:r>
                    </a:p>
                  </a:txBody>
                  <a:tcPr/>
                </a:tc>
                <a:tc>
                  <a:txBody>
                    <a:bodyPr/>
                    <a:lstStyle/>
                    <a:p>
                      <a:pPr lvl="0">
                        <a:buNone/>
                      </a:pPr>
                      <a:r>
                        <a:rPr lang="de-DE" sz="1400"/>
                        <a:t>0.60</a:t>
                      </a:r>
                    </a:p>
                  </a:txBody>
                  <a:tcPr/>
                </a:tc>
                <a:extLst>
                  <a:ext uri="{0D108BD9-81ED-4DB2-BD59-A6C34878D82A}">
                    <a16:rowId xmlns:a16="http://schemas.microsoft.com/office/drawing/2014/main" val="3786543771"/>
                  </a:ext>
                </a:extLst>
              </a:tr>
              <a:tr h="370838">
                <a:tc>
                  <a:txBody>
                    <a:bodyPr/>
                    <a:lstStyle/>
                    <a:p>
                      <a:pPr lvl="0">
                        <a:buNone/>
                      </a:pPr>
                      <a:r>
                        <a:rPr lang="de-DE" sz="1400"/>
                        <a:t>0.60</a:t>
                      </a:r>
                    </a:p>
                  </a:txBody>
                  <a:tcPr/>
                </a:tc>
                <a:tc>
                  <a:txBody>
                    <a:bodyPr/>
                    <a:lstStyle/>
                    <a:p>
                      <a:pPr lvl="0">
                        <a:buNone/>
                      </a:pPr>
                      <a:r>
                        <a:rPr lang="de-DE" sz="1400"/>
                        <a:t>0.65</a:t>
                      </a:r>
                    </a:p>
                  </a:txBody>
                  <a:tcPr/>
                </a:tc>
                <a:tc>
                  <a:txBody>
                    <a:bodyPr/>
                    <a:lstStyle/>
                    <a:p>
                      <a:pPr lvl="0">
                        <a:buNone/>
                      </a:pPr>
                      <a:r>
                        <a:rPr lang="de-DE" sz="1400"/>
                        <a:t>0.90</a:t>
                      </a:r>
                    </a:p>
                  </a:txBody>
                  <a:tcPr/>
                </a:tc>
                <a:tc>
                  <a:txBody>
                    <a:bodyPr/>
                    <a:lstStyle/>
                    <a:p>
                      <a:pPr lvl="0">
                        <a:buNone/>
                      </a:pPr>
                      <a:r>
                        <a:rPr lang="de-DE" sz="1400"/>
                        <a:t>0.90</a:t>
                      </a:r>
                    </a:p>
                  </a:txBody>
                  <a:tcPr/>
                </a:tc>
                <a:tc>
                  <a:txBody>
                    <a:bodyPr/>
                    <a:lstStyle/>
                    <a:p>
                      <a:pPr lvl="0">
                        <a:buNone/>
                      </a:pPr>
                      <a:r>
                        <a:rPr lang="de-DE" sz="1400"/>
                        <a:t>0.85</a:t>
                      </a:r>
                    </a:p>
                  </a:txBody>
                  <a:tcPr/>
                </a:tc>
                <a:tc>
                  <a:txBody>
                    <a:bodyPr/>
                    <a:lstStyle/>
                    <a:p>
                      <a:pPr lvl="0">
                        <a:buNone/>
                      </a:pPr>
                      <a:r>
                        <a:rPr lang="de-DE" sz="1400"/>
                        <a:t>0.60</a:t>
                      </a:r>
                    </a:p>
                  </a:txBody>
                  <a:tcPr/>
                </a:tc>
                <a:tc>
                  <a:txBody>
                    <a:bodyPr/>
                    <a:lstStyle/>
                    <a:p>
                      <a:pPr lvl="0">
                        <a:buNone/>
                      </a:pPr>
                      <a:r>
                        <a:rPr lang="de-DE" sz="1400"/>
                        <a:t>0.60</a:t>
                      </a:r>
                    </a:p>
                  </a:txBody>
                  <a:tcPr/>
                </a:tc>
                <a:tc>
                  <a:txBody>
                    <a:bodyPr/>
                    <a:lstStyle/>
                    <a:p>
                      <a:pPr lvl="0">
                        <a:buNone/>
                      </a:pPr>
                      <a:r>
                        <a:rPr lang="de-DE" sz="1400"/>
                        <a:t>0.60</a:t>
                      </a:r>
                    </a:p>
                  </a:txBody>
                  <a:tcPr/>
                </a:tc>
                <a:tc>
                  <a:txBody>
                    <a:bodyPr/>
                    <a:lstStyle/>
                    <a:p>
                      <a:pPr lvl="0">
                        <a:buNone/>
                      </a:pPr>
                      <a:r>
                        <a:rPr lang="de-DE" sz="1400"/>
                        <a:t>0.55</a:t>
                      </a:r>
                    </a:p>
                  </a:txBody>
                  <a:tcPr/>
                </a:tc>
                <a:tc>
                  <a:txBody>
                    <a:bodyPr/>
                    <a:lstStyle/>
                    <a:p>
                      <a:pPr lvl="0">
                        <a:buNone/>
                      </a:pPr>
                      <a:r>
                        <a:rPr lang="de-DE" sz="1400"/>
                        <a:t>0.75</a:t>
                      </a:r>
                    </a:p>
                  </a:txBody>
                  <a:tcPr/>
                </a:tc>
                <a:tc>
                  <a:txBody>
                    <a:bodyPr/>
                    <a:lstStyle/>
                    <a:p>
                      <a:pPr lvl="0">
                        <a:buNone/>
                      </a:pPr>
                      <a:r>
                        <a:rPr lang="de-DE" sz="1400"/>
                        <a:t>0.85</a:t>
                      </a:r>
                    </a:p>
                  </a:txBody>
                  <a:tcPr/>
                </a:tc>
                <a:tc>
                  <a:txBody>
                    <a:bodyPr/>
                    <a:lstStyle/>
                    <a:p>
                      <a:pPr lvl="0">
                        <a:buNone/>
                      </a:pPr>
                      <a:r>
                        <a:rPr lang="de-DE" sz="1400"/>
                        <a:t>0.60</a:t>
                      </a:r>
                    </a:p>
                  </a:txBody>
                  <a:tcPr/>
                </a:tc>
                <a:extLst>
                  <a:ext uri="{0D108BD9-81ED-4DB2-BD59-A6C34878D82A}">
                    <a16:rowId xmlns:a16="http://schemas.microsoft.com/office/drawing/2014/main" val="3117144072"/>
                  </a:ext>
                </a:extLst>
              </a:tr>
            </a:tbl>
          </a:graphicData>
        </a:graphic>
      </p:graphicFrame>
    </p:spTree>
    <p:extLst>
      <p:ext uri="{BB962C8B-B14F-4D97-AF65-F5344CB8AC3E}">
        <p14:creationId xmlns:p14="http://schemas.microsoft.com/office/powerpoint/2010/main" val="154020708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BB6534-72FC-F230-82D1-86D0435E846C}"/>
              </a:ext>
            </a:extLst>
          </p:cNvPr>
          <p:cNvSpPr>
            <a:spLocks noGrp="1"/>
          </p:cNvSpPr>
          <p:nvPr>
            <p:ph type="title"/>
          </p:nvPr>
        </p:nvSpPr>
        <p:spPr/>
        <p:txBody>
          <a:bodyPr/>
          <a:lstStyle/>
          <a:p>
            <a:r>
              <a:rPr lang="en-US" err="1">
                <a:latin typeface="Arial"/>
                <a:cs typeface="Arial"/>
              </a:rPr>
              <a:t>Feeder_metadata</a:t>
            </a:r>
            <a:r>
              <a:rPr lang="en-US">
                <a:latin typeface="Arial"/>
                <a:cs typeface="Arial"/>
              </a:rPr>
              <a:t> gpt-5.4-mini rows=10</a:t>
            </a:r>
          </a:p>
        </p:txBody>
      </p:sp>
      <p:graphicFrame>
        <p:nvGraphicFramePr>
          <p:cNvPr id="4" name="Chart 3">
            <a:extLst>
              <a:ext uri="{FF2B5EF4-FFF2-40B4-BE49-F238E27FC236}">
                <a16:creationId xmlns:a16="http://schemas.microsoft.com/office/drawing/2014/main" id="{E943D51B-B280-227E-F6D2-35BD4D6628D6}"/>
              </a:ext>
            </a:extLst>
          </p:cNvPr>
          <p:cNvGraphicFramePr/>
          <p:nvPr>
            <p:extLst>
              <p:ext uri="{D42A27DB-BD31-4B8C-83A1-F6EECF244321}">
                <p14:modId xmlns:p14="http://schemas.microsoft.com/office/powerpoint/2010/main" val="479664606"/>
              </p:ext>
            </p:extLst>
          </p:nvPr>
        </p:nvGraphicFramePr>
        <p:xfrm>
          <a:off x="660400" y="958850"/>
          <a:ext cx="7823198" cy="4931454"/>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332526205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2BE773-D8CA-FA14-4464-2EED29AA4D1B}"/>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769678E1-AFC5-D2F8-73FC-C6FB04151FB4}"/>
              </a:ext>
            </a:extLst>
          </p:cNvPr>
          <p:cNvSpPr>
            <a:spLocks noGrp="1"/>
          </p:cNvSpPr>
          <p:nvPr>
            <p:ph type="title"/>
          </p:nvPr>
        </p:nvSpPr>
        <p:spPr/>
        <p:txBody>
          <a:bodyPr/>
          <a:lstStyle/>
          <a:p>
            <a:r>
              <a:rPr lang="en-US" err="1">
                <a:latin typeface="Arial"/>
                <a:cs typeface="Arial"/>
              </a:rPr>
              <a:t>Feeder_metadata</a:t>
            </a:r>
            <a:r>
              <a:rPr lang="en-US">
                <a:latin typeface="Arial"/>
                <a:cs typeface="Arial"/>
              </a:rPr>
              <a:t> (Temperature = 0) gpt-5.2 rows=10</a:t>
            </a:r>
            <a:endParaRPr lang="en-US"/>
          </a:p>
        </p:txBody>
      </p:sp>
      <p:graphicFrame>
        <p:nvGraphicFramePr>
          <p:cNvPr id="4" name="Tabelle 3">
            <a:extLst>
              <a:ext uri="{FF2B5EF4-FFF2-40B4-BE49-F238E27FC236}">
                <a16:creationId xmlns:a16="http://schemas.microsoft.com/office/drawing/2014/main" id="{0E1BDB75-65C3-8414-C0D9-D4117E16F14A}"/>
              </a:ext>
            </a:extLst>
          </p:cNvPr>
          <p:cNvGraphicFramePr>
            <a:graphicFrameLocks noGrp="1"/>
          </p:cNvGraphicFramePr>
          <p:nvPr>
            <p:extLst>
              <p:ext uri="{D42A27DB-BD31-4B8C-83A1-F6EECF244321}">
                <p14:modId xmlns:p14="http://schemas.microsoft.com/office/powerpoint/2010/main" val="2499081964"/>
              </p:ext>
            </p:extLst>
          </p:nvPr>
        </p:nvGraphicFramePr>
        <p:xfrm>
          <a:off x="295015" y="976376"/>
          <a:ext cx="8536694" cy="4000676"/>
        </p:xfrm>
        <a:graphic>
          <a:graphicData uri="http://schemas.openxmlformats.org/drawingml/2006/table">
            <a:tbl>
              <a:tblPr firstRow="1" bandRow="1">
                <a:tableStyleId>{5C22544A-7EE6-4342-B048-85BDC9FD1C3A}</a:tableStyleId>
              </a:tblPr>
              <a:tblGrid>
                <a:gridCol w="713417">
                  <a:extLst>
                    <a:ext uri="{9D8B030D-6E8A-4147-A177-3AD203B41FA5}">
                      <a16:colId xmlns:a16="http://schemas.microsoft.com/office/drawing/2014/main" val="928571187"/>
                    </a:ext>
                  </a:extLst>
                </a:gridCol>
                <a:gridCol w="713417">
                  <a:extLst>
                    <a:ext uri="{9D8B030D-6E8A-4147-A177-3AD203B41FA5}">
                      <a16:colId xmlns:a16="http://schemas.microsoft.com/office/drawing/2014/main" val="3482727297"/>
                    </a:ext>
                  </a:extLst>
                </a:gridCol>
                <a:gridCol w="713417">
                  <a:extLst>
                    <a:ext uri="{9D8B030D-6E8A-4147-A177-3AD203B41FA5}">
                      <a16:colId xmlns:a16="http://schemas.microsoft.com/office/drawing/2014/main" val="2681182858"/>
                    </a:ext>
                  </a:extLst>
                </a:gridCol>
                <a:gridCol w="713417">
                  <a:extLst>
                    <a:ext uri="{9D8B030D-6E8A-4147-A177-3AD203B41FA5}">
                      <a16:colId xmlns:a16="http://schemas.microsoft.com/office/drawing/2014/main" val="149693097"/>
                    </a:ext>
                  </a:extLst>
                </a:gridCol>
                <a:gridCol w="713417">
                  <a:extLst>
                    <a:ext uri="{9D8B030D-6E8A-4147-A177-3AD203B41FA5}">
                      <a16:colId xmlns:a16="http://schemas.microsoft.com/office/drawing/2014/main" val="3124726241"/>
                    </a:ext>
                  </a:extLst>
                </a:gridCol>
                <a:gridCol w="713417">
                  <a:extLst>
                    <a:ext uri="{9D8B030D-6E8A-4147-A177-3AD203B41FA5}">
                      <a16:colId xmlns:a16="http://schemas.microsoft.com/office/drawing/2014/main" val="2154533912"/>
                    </a:ext>
                  </a:extLst>
                </a:gridCol>
                <a:gridCol w="713417">
                  <a:extLst>
                    <a:ext uri="{9D8B030D-6E8A-4147-A177-3AD203B41FA5}">
                      <a16:colId xmlns:a16="http://schemas.microsoft.com/office/drawing/2014/main" val="2092475998"/>
                    </a:ext>
                  </a:extLst>
                </a:gridCol>
                <a:gridCol w="713417">
                  <a:extLst>
                    <a:ext uri="{9D8B030D-6E8A-4147-A177-3AD203B41FA5}">
                      <a16:colId xmlns:a16="http://schemas.microsoft.com/office/drawing/2014/main" val="3910534623"/>
                    </a:ext>
                  </a:extLst>
                </a:gridCol>
                <a:gridCol w="713417">
                  <a:extLst>
                    <a:ext uri="{9D8B030D-6E8A-4147-A177-3AD203B41FA5}">
                      <a16:colId xmlns:a16="http://schemas.microsoft.com/office/drawing/2014/main" val="1805982607"/>
                    </a:ext>
                  </a:extLst>
                </a:gridCol>
                <a:gridCol w="713417">
                  <a:extLst>
                    <a:ext uri="{9D8B030D-6E8A-4147-A177-3AD203B41FA5}">
                      <a16:colId xmlns:a16="http://schemas.microsoft.com/office/drawing/2014/main" val="3967829655"/>
                    </a:ext>
                  </a:extLst>
                </a:gridCol>
                <a:gridCol w="713417">
                  <a:extLst>
                    <a:ext uri="{9D8B030D-6E8A-4147-A177-3AD203B41FA5}">
                      <a16:colId xmlns:a16="http://schemas.microsoft.com/office/drawing/2014/main" val="169780462"/>
                    </a:ext>
                  </a:extLst>
                </a:gridCol>
                <a:gridCol w="689107">
                  <a:extLst>
                    <a:ext uri="{9D8B030D-6E8A-4147-A177-3AD203B41FA5}">
                      <a16:colId xmlns:a16="http://schemas.microsoft.com/office/drawing/2014/main" val="683431738"/>
                    </a:ext>
                  </a:extLst>
                </a:gridCol>
              </a:tblGrid>
              <a:tr h="578470">
                <a:tc>
                  <a:txBody>
                    <a:bodyPr/>
                    <a:lstStyle/>
                    <a:p>
                      <a:endParaRPr lang="de-DE" sz="1400"/>
                    </a:p>
                  </a:txBody>
                  <a:tcPr/>
                </a:tc>
                <a:tc>
                  <a:txBody>
                    <a:bodyPr/>
                    <a:lstStyle/>
                    <a:p>
                      <a:pPr lvl="0">
                        <a:buNone/>
                      </a:pPr>
                      <a:r>
                        <a:rPr lang="de-DE" sz="1400" err="1"/>
                        <a:t>feeder</a:t>
                      </a:r>
                    </a:p>
                  </a:txBody>
                  <a:tcPr/>
                </a:tc>
                <a:tc>
                  <a:txBody>
                    <a:bodyPr/>
                    <a:lstStyle/>
                    <a:p>
                      <a:pPr marL="0" lvl="0" indent="0" algn="l">
                        <a:lnSpc>
                          <a:spcPct val="100000"/>
                        </a:lnSpc>
                        <a:buNone/>
                      </a:pPr>
                      <a:r>
                        <a:rPr lang="de-DE" sz="1400" b="1" i="0" u="none" strike="noStrike" baseline="0" noProof="0" err="1">
                          <a:solidFill>
                            <a:srgbClr val="FFFFFF"/>
                          </a:solidFill>
                          <a:latin typeface="Arial"/>
                          <a:cs typeface="Arial"/>
                        </a:rPr>
                        <a:t>substation</a:t>
                      </a:r>
                      <a:endParaRPr lang="de-DE" err="1"/>
                    </a:p>
                    <a:p>
                      <a:pPr lvl="0">
                        <a:buNone/>
                      </a:pPr>
                      <a:endParaRPr lang="de-DE" sz="1400"/>
                    </a:p>
                  </a:txBody>
                  <a:tcPr/>
                </a:tc>
                <a:tc>
                  <a:txBody>
                    <a:bodyPr/>
                    <a:lstStyle/>
                    <a:p>
                      <a:r>
                        <a:rPr lang="de-DE" sz="1400"/>
                        <a:t>date</a:t>
                      </a:r>
                    </a:p>
                  </a:txBody>
                  <a:tcPr/>
                </a:tc>
                <a:tc>
                  <a:txBody>
                    <a:bodyPr/>
                    <a:lstStyle/>
                    <a:p>
                      <a:r>
                        <a:rPr lang="de-DE" sz="1400" err="1"/>
                        <a:t>Housing_unit_count</a:t>
                      </a:r>
                    </a:p>
                  </a:txBody>
                  <a:tcPr/>
                </a:tc>
                <a:tc>
                  <a:txBody>
                    <a:bodyPr/>
                    <a:lstStyle/>
                    <a:p>
                      <a:pPr marL="0" lvl="0" indent="0" algn="l">
                        <a:lnSpc>
                          <a:spcPct val="100000"/>
                        </a:lnSpc>
                        <a:buNone/>
                      </a:pPr>
                      <a:r>
                        <a:rPr lang="de-DE" sz="1400" b="1" i="0" u="none" strike="noStrike" baseline="0" noProof="0" err="1">
                          <a:solidFill>
                            <a:srgbClr val="FFFFFF"/>
                          </a:solidFill>
                          <a:latin typeface="Arial"/>
                          <a:cs typeface="Arial"/>
                        </a:rPr>
                        <a:t>industry_and_commerce_count</a:t>
                      </a:r>
                      <a:endParaRPr lang="de-DE" err="1"/>
                    </a:p>
                    <a:p>
                      <a:pPr lvl="0">
                        <a:buNone/>
                      </a:pPr>
                      <a:endParaRPr lang="de-DE" sz="1400"/>
                    </a:p>
                  </a:txBody>
                  <a:tcPr/>
                </a:tc>
                <a:tc>
                  <a:txBody>
                    <a:bodyPr/>
                    <a:lstStyle/>
                    <a:p>
                      <a:pPr marL="0" lvl="0" indent="0" algn="l">
                        <a:lnSpc>
                          <a:spcPct val="100000"/>
                        </a:lnSpc>
                        <a:buNone/>
                      </a:pPr>
                      <a:r>
                        <a:rPr lang="de-DE" sz="1400" b="1" i="0" u="none" strike="noStrike" baseline="0" noProof="0" err="1">
                          <a:solidFill>
                            <a:srgbClr val="FFFFFF"/>
                          </a:solidFill>
                          <a:latin typeface="Arial"/>
                          <a:cs typeface="Arial"/>
                        </a:rPr>
                        <a:t>storage_heaters_kW</a:t>
                      </a:r>
                      <a:endParaRPr lang="de-DE" err="1"/>
                    </a:p>
                    <a:p>
                      <a:pPr lvl="0">
                        <a:buNone/>
                      </a:pPr>
                      <a:endParaRPr lang="de-DE" sz="1400"/>
                    </a:p>
                  </a:txBody>
                  <a:tcPr/>
                </a:tc>
                <a:tc>
                  <a:txBody>
                    <a:bodyPr/>
                    <a:lstStyle/>
                    <a:p>
                      <a:pPr marL="0" lvl="0" indent="0" algn="l">
                        <a:lnSpc>
                          <a:spcPct val="100000"/>
                        </a:lnSpc>
                        <a:buNone/>
                      </a:pPr>
                      <a:r>
                        <a:rPr lang="de-DE" sz="1400" b="1" i="0" u="none" strike="noStrike" baseline="0" noProof="0" err="1">
                          <a:solidFill>
                            <a:srgbClr val="FFFFFF"/>
                          </a:solidFill>
                          <a:latin typeface="Arial"/>
                          <a:cs typeface="Arial"/>
                        </a:rPr>
                        <a:t>heat_pumps_kW</a:t>
                      </a:r>
                      <a:endParaRPr lang="de-DE" err="1"/>
                    </a:p>
                    <a:p>
                      <a:pPr lvl="0">
                        <a:buNone/>
                      </a:pPr>
                      <a:endParaRPr lang="de-DE" sz="1400"/>
                    </a:p>
                  </a:txBody>
                  <a:tcPr/>
                </a:tc>
                <a:tc>
                  <a:txBody>
                    <a:bodyPr/>
                    <a:lstStyle/>
                    <a:p>
                      <a:pPr marL="0" lvl="0" indent="0" algn="l">
                        <a:lnSpc>
                          <a:spcPct val="100000"/>
                        </a:lnSpc>
                        <a:buNone/>
                      </a:pPr>
                      <a:r>
                        <a:rPr lang="de-DE" sz="1400" b="1" i="0" u="none" strike="noStrike" baseline="0" noProof="0" err="1">
                          <a:solidFill>
                            <a:srgbClr val="FFFFFF"/>
                          </a:solidFill>
                          <a:latin typeface="Arial"/>
                          <a:cs typeface="Arial"/>
                        </a:rPr>
                        <a:t>electric_heaters_kW</a:t>
                      </a:r>
                      <a:endParaRPr lang="de-DE" err="1"/>
                    </a:p>
                    <a:p>
                      <a:pPr lvl="0">
                        <a:buNone/>
                      </a:pPr>
                      <a:endParaRPr lang="de-DE" sz="1400"/>
                    </a:p>
                  </a:txBody>
                  <a:tcPr/>
                </a:tc>
                <a:tc>
                  <a:txBody>
                    <a:bodyPr/>
                    <a:lstStyle/>
                    <a:p>
                      <a:pPr marL="0" lvl="0" indent="0" algn="l">
                        <a:lnSpc>
                          <a:spcPct val="100000"/>
                        </a:lnSpc>
                        <a:buNone/>
                      </a:pPr>
                      <a:r>
                        <a:rPr lang="de-DE" sz="1400" b="1" i="0" u="none" strike="noStrike" baseline="0" noProof="0" err="1">
                          <a:solidFill>
                            <a:srgbClr val="FFFFFF"/>
                          </a:solidFill>
                          <a:latin typeface="Arial"/>
                          <a:cs typeface="Arial"/>
                        </a:rPr>
                        <a:t>hot_water_tanks_kW</a:t>
                      </a:r>
                      <a:endParaRPr lang="de-DE" err="1"/>
                    </a:p>
                    <a:p>
                      <a:pPr lvl="0">
                        <a:buNone/>
                      </a:pPr>
                      <a:endParaRPr lang="de-DE" sz="1400"/>
                    </a:p>
                  </a:txBody>
                  <a:tcPr/>
                </a:tc>
                <a:tc>
                  <a:txBody>
                    <a:bodyPr/>
                    <a:lstStyle/>
                    <a:p>
                      <a:pPr marL="0" lvl="0" indent="0" algn="l">
                        <a:lnSpc>
                          <a:spcPct val="100000"/>
                        </a:lnSpc>
                        <a:buNone/>
                      </a:pPr>
                      <a:r>
                        <a:rPr lang="de-DE" sz="1400" b="1" i="0" u="none" strike="noStrike" baseline="0" noProof="0" err="1">
                          <a:solidFill>
                            <a:srgbClr val="FFFFFF"/>
                          </a:solidFill>
                          <a:latin typeface="Arial"/>
                          <a:cs typeface="Arial"/>
                        </a:rPr>
                        <a:t>flow-type_heaters_kW</a:t>
                      </a:r>
                      <a:endParaRPr lang="de-DE" err="1"/>
                    </a:p>
                    <a:p>
                      <a:pPr lvl="0">
                        <a:buNone/>
                      </a:pPr>
                      <a:endParaRPr lang="de-DE" sz="1400"/>
                    </a:p>
                  </a:txBody>
                  <a:tcPr/>
                </a:tc>
                <a:tc>
                  <a:txBody>
                    <a:bodyPr/>
                    <a:lstStyle/>
                    <a:p>
                      <a:pPr marL="0" lvl="0" indent="0" algn="l">
                        <a:lnSpc>
                          <a:spcPct val="100000"/>
                        </a:lnSpc>
                        <a:buNone/>
                      </a:pPr>
                      <a:r>
                        <a:rPr lang="de-DE" sz="1400" b="1" i="0" u="none" strike="noStrike" baseline="0" noProof="0" err="1">
                          <a:solidFill>
                            <a:srgbClr val="FFFFFF"/>
                          </a:solidFill>
                          <a:latin typeface="Arial"/>
                          <a:cs typeface="Arial"/>
                        </a:rPr>
                        <a:t>EV_chargers_kW</a:t>
                      </a:r>
                      <a:endParaRPr lang="de-DE" err="1"/>
                    </a:p>
                    <a:p>
                      <a:pPr lvl="0">
                        <a:buNone/>
                      </a:pPr>
                      <a:endParaRPr lang="de-DE" sz="1400"/>
                    </a:p>
                  </a:txBody>
                  <a:tcPr/>
                </a:tc>
                <a:extLst>
                  <a:ext uri="{0D108BD9-81ED-4DB2-BD59-A6C34878D82A}">
                    <a16:rowId xmlns:a16="http://schemas.microsoft.com/office/drawing/2014/main" val="2441269539"/>
                  </a:ext>
                </a:extLst>
              </a:tr>
              <a:tr h="426027">
                <a:tc>
                  <a:txBody>
                    <a:bodyPr/>
                    <a:lstStyle/>
                    <a:p>
                      <a:r>
                        <a:rPr lang="de-DE" sz="1400"/>
                        <a:t>1</a:t>
                      </a:r>
                    </a:p>
                  </a:txBody>
                  <a:tcPr/>
                </a:tc>
                <a:tc>
                  <a:txBody>
                    <a:bodyPr/>
                    <a:lstStyle/>
                    <a:p>
                      <a:r>
                        <a:rPr lang="de-DE" sz="1400"/>
                        <a:t>0.70-1</a:t>
                      </a:r>
                    </a:p>
                  </a:txBody>
                  <a:tcPr/>
                </a:tc>
                <a:tc>
                  <a:txBody>
                    <a:bodyPr/>
                    <a:lstStyle/>
                    <a:p>
                      <a:r>
                        <a:rPr lang="de-DE" sz="1400"/>
                        <a:t>0.80-1</a:t>
                      </a:r>
                    </a:p>
                  </a:txBody>
                  <a:tcPr/>
                </a:tc>
                <a:tc>
                  <a:txBody>
                    <a:bodyPr/>
                    <a:lstStyle/>
                    <a:p>
                      <a:r>
                        <a:rPr lang="de-DE" sz="1400"/>
                        <a:t>0.60-1</a:t>
                      </a:r>
                    </a:p>
                  </a:txBody>
                  <a:tcPr/>
                </a:tc>
                <a:tc>
                  <a:txBody>
                    <a:bodyPr/>
                    <a:lstStyle/>
                    <a:p>
                      <a:r>
                        <a:rPr lang="de-DE" sz="1400"/>
                        <a:t>0.55</a:t>
                      </a:r>
                    </a:p>
                  </a:txBody>
                  <a:tcPr/>
                </a:tc>
                <a:tc>
                  <a:txBody>
                    <a:bodyPr/>
                    <a:lstStyle/>
                    <a:p>
                      <a:r>
                        <a:rPr lang="de-DE" sz="1400"/>
                        <a:t>0.60</a:t>
                      </a:r>
                    </a:p>
                  </a:txBody>
                  <a:tcPr/>
                </a:tc>
                <a:tc>
                  <a:txBody>
                    <a:bodyPr/>
                    <a:lstStyle/>
                    <a:p>
                      <a:r>
                        <a:rPr lang="de-DE" sz="1400"/>
                        <a:t>0.50</a:t>
                      </a:r>
                    </a:p>
                  </a:txBody>
                  <a:tcPr/>
                </a:tc>
                <a:tc>
                  <a:txBody>
                    <a:bodyPr/>
                    <a:lstStyle/>
                    <a:p>
                      <a:pPr lvl="0">
                        <a:buNone/>
                      </a:pPr>
                      <a:r>
                        <a:rPr lang="de-DE" sz="1400" b="0" i="0" u="none" strike="noStrike" noProof="0">
                          <a:solidFill>
                            <a:srgbClr val="000000"/>
                          </a:solidFill>
                          <a:latin typeface="Arial"/>
                          <a:cs typeface="Arial"/>
                        </a:rPr>
                        <a:t>0.50</a:t>
                      </a:r>
                    </a:p>
                  </a:txBody>
                  <a:tcPr/>
                </a:tc>
                <a:tc>
                  <a:txBody>
                    <a:bodyPr/>
                    <a:lstStyle/>
                    <a:p>
                      <a:pPr lvl="0">
                        <a:buNone/>
                      </a:pPr>
                      <a:r>
                        <a:rPr lang="de-DE" sz="1400" b="0" i="0" u="none" strike="noStrike" noProof="0">
                          <a:solidFill>
                            <a:srgbClr val="000000"/>
                          </a:solidFill>
                          <a:latin typeface="Arial"/>
                          <a:cs typeface="Arial"/>
                        </a:rPr>
                        <a:t>0.45</a:t>
                      </a:r>
                    </a:p>
                  </a:txBody>
                  <a:tcPr/>
                </a:tc>
                <a:tc>
                  <a:txBody>
                    <a:bodyPr/>
                    <a:lstStyle/>
                    <a:p>
                      <a:pPr lvl="0">
                        <a:buNone/>
                      </a:pPr>
                      <a:r>
                        <a:rPr lang="de-DE" sz="1400" b="0" i="0" u="none" strike="noStrike" noProof="0">
                          <a:solidFill>
                            <a:srgbClr val="000000"/>
                          </a:solidFill>
                          <a:latin typeface="Arial"/>
                          <a:cs typeface="Arial"/>
                        </a:rPr>
                        <a:t>0.45</a:t>
                      </a:r>
                    </a:p>
                  </a:txBody>
                  <a:tcPr/>
                </a:tc>
                <a:tc>
                  <a:txBody>
                    <a:bodyPr/>
                    <a:lstStyle/>
                    <a:p>
                      <a:pPr lvl="0">
                        <a:buNone/>
                      </a:pPr>
                      <a:r>
                        <a:rPr lang="de-DE" sz="1400" b="0" i="0" u="none" strike="noStrike" noProof="0">
                          <a:solidFill>
                            <a:srgbClr val="000000"/>
                          </a:solidFill>
                          <a:latin typeface="Arial"/>
                          <a:cs typeface="Arial"/>
                        </a:rPr>
                        <a:t>0.45</a:t>
                      </a:r>
                    </a:p>
                  </a:txBody>
                  <a:tcPr/>
                </a:tc>
                <a:tc>
                  <a:txBody>
                    <a:bodyPr/>
                    <a:lstStyle/>
                    <a:p>
                      <a:pPr lvl="0">
                        <a:buNone/>
                      </a:pPr>
                      <a:r>
                        <a:rPr lang="de-DE" sz="1400" b="0" i="0" u="none" strike="noStrike" noProof="0">
                          <a:solidFill>
                            <a:srgbClr val="000000"/>
                          </a:solidFill>
                          <a:latin typeface="Arial"/>
                          <a:cs typeface="Arial"/>
                        </a:rPr>
                        <a:t>0.55</a:t>
                      </a:r>
                    </a:p>
                  </a:txBody>
                  <a:tcPr/>
                </a:tc>
                <a:extLst>
                  <a:ext uri="{0D108BD9-81ED-4DB2-BD59-A6C34878D82A}">
                    <a16:rowId xmlns:a16="http://schemas.microsoft.com/office/drawing/2014/main" val="43103680"/>
                  </a:ext>
                </a:extLst>
              </a:tr>
              <a:tr h="368709">
                <a:tc>
                  <a:txBody>
                    <a:bodyPr/>
                    <a:lstStyle/>
                    <a:p>
                      <a:r>
                        <a:rPr lang="de-DE" sz="1400"/>
                        <a:t>2</a:t>
                      </a:r>
                    </a:p>
                  </a:txBody>
                  <a:tcPr/>
                </a:tc>
                <a:tc>
                  <a:txBody>
                    <a:bodyPr/>
                    <a:lstStyle/>
                    <a:p>
                      <a:r>
                        <a:rPr lang="de-DE" sz="1400"/>
                        <a:t>0.70-1</a:t>
                      </a:r>
                    </a:p>
                  </a:txBody>
                  <a:tcPr/>
                </a:tc>
                <a:tc>
                  <a:txBody>
                    <a:bodyPr/>
                    <a:lstStyle/>
                    <a:p>
                      <a:r>
                        <a:rPr lang="de-DE" sz="1400"/>
                        <a:t>0.75-1</a:t>
                      </a:r>
                    </a:p>
                  </a:txBody>
                  <a:tcPr/>
                </a:tc>
                <a:tc>
                  <a:txBody>
                    <a:bodyPr/>
                    <a:lstStyle/>
                    <a:p>
                      <a:r>
                        <a:rPr lang="de-DE" sz="1400"/>
                        <a:t>0.60-1</a:t>
                      </a:r>
                    </a:p>
                  </a:txBody>
                  <a:tcPr/>
                </a:tc>
                <a:tc>
                  <a:txBody>
                    <a:bodyPr/>
                    <a:lstStyle/>
                    <a:p>
                      <a:r>
                        <a:rPr lang="de-DE" sz="1400"/>
                        <a:t>0.35</a:t>
                      </a:r>
                    </a:p>
                  </a:txBody>
                  <a:tcPr/>
                </a:tc>
                <a:tc>
                  <a:txBody>
                    <a:bodyPr/>
                    <a:lstStyle/>
                    <a:p>
                      <a:r>
                        <a:rPr lang="de-DE" sz="1400"/>
                        <a:t>0.35</a:t>
                      </a:r>
                    </a:p>
                  </a:txBody>
                  <a:tcPr/>
                </a:tc>
                <a:tc>
                  <a:txBody>
                    <a:bodyPr/>
                    <a:lstStyle/>
                    <a:p>
                      <a:r>
                        <a:rPr lang="de-DE" sz="1400"/>
                        <a:t>0.45-1</a:t>
                      </a:r>
                    </a:p>
                  </a:txBody>
                  <a:tcPr/>
                </a:tc>
                <a:tc>
                  <a:txBody>
                    <a:bodyPr/>
                    <a:lstStyle/>
                    <a:p>
                      <a:r>
                        <a:rPr lang="de-DE" sz="1400"/>
                        <a:t>0.45-1</a:t>
                      </a:r>
                    </a:p>
                  </a:txBody>
                  <a:tcPr/>
                </a:tc>
                <a:tc>
                  <a:txBody>
                    <a:bodyPr/>
                    <a:lstStyle/>
                    <a:p>
                      <a:r>
                        <a:rPr lang="de-DE" sz="1400"/>
                        <a:t>0.45-1</a:t>
                      </a:r>
                    </a:p>
                  </a:txBody>
                  <a:tcPr/>
                </a:tc>
                <a:tc>
                  <a:txBody>
                    <a:bodyPr/>
                    <a:lstStyle/>
                    <a:p>
                      <a:r>
                        <a:rPr lang="de-DE" sz="1400"/>
                        <a:t>0.45-1</a:t>
                      </a:r>
                    </a:p>
                  </a:txBody>
                  <a:tcPr/>
                </a:tc>
                <a:tc>
                  <a:txBody>
                    <a:bodyPr/>
                    <a:lstStyle/>
                    <a:p>
                      <a:pPr lvl="0">
                        <a:buNone/>
                      </a:pPr>
                      <a:r>
                        <a:rPr lang="de-DE" sz="1400"/>
                        <a:t>0.45-1</a:t>
                      </a:r>
                    </a:p>
                  </a:txBody>
                  <a:tcPr/>
                </a:tc>
                <a:tc>
                  <a:txBody>
                    <a:bodyPr/>
                    <a:lstStyle/>
                    <a:p>
                      <a:pPr lvl="0">
                        <a:buNone/>
                      </a:pPr>
                      <a:r>
                        <a:rPr lang="de-DE" sz="1400"/>
                        <a:t>0.45-1</a:t>
                      </a:r>
                    </a:p>
                  </a:txBody>
                  <a:tcPr/>
                </a:tc>
                <a:extLst>
                  <a:ext uri="{0D108BD9-81ED-4DB2-BD59-A6C34878D82A}">
                    <a16:rowId xmlns:a16="http://schemas.microsoft.com/office/drawing/2014/main" val="3187255955"/>
                  </a:ext>
                </a:extLst>
              </a:tr>
              <a:tr h="405245">
                <a:tc>
                  <a:txBody>
                    <a:bodyPr/>
                    <a:lstStyle/>
                    <a:p>
                      <a:pPr lvl="0">
                        <a:buNone/>
                      </a:pPr>
                      <a:r>
                        <a:rPr lang="de-DE" sz="1400"/>
                        <a:t>3</a:t>
                      </a:r>
                    </a:p>
                  </a:txBody>
                  <a:tcPr/>
                </a:tc>
                <a:tc>
                  <a:txBody>
                    <a:bodyPr/>
                    <a:lstStyle/>
                    <a:p>
                      <a:pPr lvl="0">
                        <a:buNone/>
                      </a:pPr>
                      <a:r>
                        <a:rPr lang="de-DE" sz="1400"/>
                        <a:t>0.55-1</a:t>
                      </a:r>
                    </a:p>
                  </a:txBody>
                  <a:tcPr/>
                </a:tc>
                <a:tc>
                  <a:txBody>
                    <a:bodyPr/>
                    <a:lstStyle/>
                    <a:p>
                      <a:pPr lvl="0">
                        <a:buNone/>
                      </a:pPr>
                      <a:r>
                        <a:rPr lang="de-DE" sz="1400"/>
                        <a:t>0.65-1</a:t>
                      </a:r>
                    </a:p>
                  </a:txBody>
                  <a:tcPr/>
                </a:tc>
                <a:tc>
                  <a:txBody>
                    <a:bodyPr/>
                    <a:lstStyle/>
                    <a:p>
                      <a:pPr lvl="0">
                        <a:buNone/>
                      </a:pPr>
                      <a:r>
                        <a:rPr lang="de-DE" sz="1400"/>
                        <a:t>0.60-1</a:t>
                      </a:r>
                    </a:p>
                  </a:txBody>
                  <a:tcPr/>
                </a:tc>
                <a:tc>
                  <a:txBody>
                    <a:bodyPr/>
                    <a:lstStyle/>
                    <a:p>
                      <a:pPr lvl="0">
                        <a:buNone/>
                      </a:pPr>
                      <a:r>
                        <a:rPr lang="de-DE" sz="1400"/>
                        <a:t>0.45</a:t>
                      </a:r>
                    </a:p>
                  </a:txBody>
                  <a:tcPr/>
                </a:tc>
                <a:tc>
                  <a:txBody>
                    <a:bodyPr/>
                    <a:lstStyle/>
                    <a:p>
                      <a:pPr lvl="0">
                        <a:buNone/>
                      </a:pPr>
                      <a:r>
                        <a:rPr lang="de-DE" sz="1400"/>
                        <a:t>0.55</a:t>
                      </a:r>
                    </a:p>
                  </a:txBody>
                  <a:tcPr/>
                </a:tc>
                <a:tc>
                  <a:txBody>
                    <a:bodyPr/>
                    <a:lstStyle/>
                    <a:p>
                      <a:pPr lvl="0">
                        <a:buNone/>
                      </a:pPr>
                      <a:r>
                        <a:rPr lang="de-DE" sz="1400" b="0" i="0" u="none" strike="noStrike" noProof="0">
                          <a:solidFill>
                            <a:srgbClr val="000000"/>
                          </a:solidFill>
                          <a:latin typeface="Arial"/>
                          <a:cs typeface="Arial"/>
                        </a:rPr>
                        <a:t>0.40</a:t>
                      </a:r>
                    </a:p>
                  </a:txBody>
                  <a:tcPr/>
                </a:tc>
                <a:tc>
                  <a:txBody>
                    <a:bodyPr/>
                    <a:lstStyle/>
                    <a:p>
                      <a:pPr lvl="0">
                        <a:buNone/>
                      </a:pPr>
                      <a:r>
                        <a:rPr lang="de-DE" sz="1400" b="0" i="0" u="none" strike="noStrike" noProof="0">
                          <a:solidFill>
                            <a:srgbClr val="000000"/>
                          </a:solidFill>
                          <a:latin typeface="Arial"/>
                          <a:cs typeface="Arial"/>
                        </a:rPr>
                        <a:t>0.45</a:t>
                      </a:r>
                    </a:p>
                  </a:txBody>
                  <a:tcPr/>
                </a:tc>
                <a:tc>
                  <a:txBody>
                    <a:bodyPr/>
                    <a:lstStyle/>
                    <a:p>
                      <a:pPr lvl="0">
                        <a:buNone/>
                      </a:pPr>
                      <a:r>
                        <a:rPr lang="de-DE" sz="1400" b="0" i="0" u="none" strike="noStrike" noProof="0">
                          <a:solidFill>
                            <a:srgbClr val="000000"/>
                          </a:solidFill>
                          <a:latin typeface="Arial"/>
                          <a:cs typeface="Arial"/>
                        </a:rPr>
                        <a:t>0.40</a:t>
                      </a:r>
                    </a:p>
                  </a:txBody>
                  <a:tcPr/>
                </a:tc>
                <a:tc>
                  <a:txBody>
                    <a:bodyPr/>
                    <a:lstStyle/>
                    <a:p>
                      <a:pPr lvl="0">
                        <a:buNone/>
                      </a:pPr>
                      <a:r>
                        <a:rPr lang="de-DE" sz="1400" b="0" i="0" u="none" strike="noStrike" noProof="0">
                          <a:solidFill>
                            <a:srgbClr val="000000"/>
                          </a:solidFill>
                          <a:latin typeface="Arial"/>
                          <a:cs typeface="Arial"/>
                        </a:rPr>
                        <a:t>0.40</a:t>
                      </a:r>
                    </a:p>
                  </a:txBody>
                  <a:tcPr/>
                </a:tc>
                <a:tc>
                  <a:txBody>
                    <a:bodyPr/>
                    <a:lstStyle/>
                    <a:p>
                      <a:pPr lvl="0">
                        <a:buNone/>
                      </a:pPr>
                      <a:r>
                        <a:rPr lang="de-DE" sz="1400" b="0" i="0" u="none" strike="noStrike" noProof="0">
                          <a:solidFill>
                            <a:srgbClr val="000000"/>
                          </a:solidFill>
                          <a:latin typeface="Arial"/>
                          <a:cs typeface="Arial"/>
                        </a:rPr>
                        <a:t>0.40</a:t>
                      </a:r>
                    </a:p>
                  </a:txBody>
                  <a:tcPr/>
                </a:tc>
                <a:tc>
                  <a:txBody>
                    <a:bodyPr/>
                    <a:lstStyle/>
                    <a:p>
                      <a:pPr lvl="0">
                        <a:buNone/>
                      </a:pPr>
                      <a:r>
                        <a:rPr lang="de-DE" sz="1400" b="0" i="0" u="none" strike="noStrike" noProof="0">
                          <a:solidFill>
                            <a:srgbClr val="000000"/>
                          </a:solidFill>
                          <a:latin typeface="Arial"/>
                          <a:cs typeface="Arial"/>
                        </a:rPr>
                        <a:t>0.45</a:t>
                      </a:r>
                    </a:p>
                  </a:txBody>
                  <a:tcPr/>
                </a:tc>
                <a:extLst>
                  <a:ext uri="{0D108BD9-81ED-4DB2-BD59-A6C34878D82A}">
                    <a16:rowId xmlns:a16="http://schemas.microsoft.com/office/drawing/2014/main" val="3901482368"/>
                  </a:ext>
                </a:extLst>
              </a:tr>
              <a:tr h="405245">
                <a:tc>
                  <a:txBody>
                    <a:bodyPr/>
                    <a:lstStyle/>
                    <a:p>
                      <a:pPr lvl="0">
                        <a:buNone/>
                      </a:pPr>
                      <a:r>
                        <a:rPr lang="de-DE" sz="1400"/>
                        <a:t>4</a:t>
                      </a:r>
                    </a:p>
                  </a:txBody>
                  <a:tcPr/>
                </a:tc>
                <a:tc>
                  <a:txBody>
                    <a:bodyPr/>
                    <a:lstStyle/>
                    <a:p>
                      <a:pPr lvl="0">
                        <a:buNone/>
                      </a:pPr>
                      <a:r>
                        <a:rPr lang="de-DE" sz="1400"/>
                        <a:t>0.55-1</a:t>
                      </a:r>
                    </a:p>
                  </a:txBody>
                  <a:tcPr/>
                </a:tc>
                <a:tc>
                  <a:txBody>
                    <a:bodyPr/>
                    <a:lstStyle/>
                    <a:p>
                      <a:pPr lvl="0">
                        <a:buNone/>
                      </a:pPr>
                      <a:r>
                        <a:rPr lang="de-DE" sz="1400"/>
                        <a:t>0.65-1</a:t>
                      </a:r>
                    </a:p>
                  </a:txBody>
                  <a:tcPr/>
                </a:tc>
                <a:tc>
                  <a:txBody>
                    <a:bodyPr/>
                    <a:lstStyle/>
                    <a:p>
                      <a:pPr lvl="0">
                        <a:buNone/>
                      </a:pPr>
                      <a:r>
                        <a:rPr lang="de-DE" sz="1400"/>
                        <a:t>0.60-1</a:t>
                      </a:r>
                    </a:p>
                  </a:txBody>
                  <a:tcPr/>
                </a:tc>
                <a:tc>
                  <a:txBody>
                    <a:bodyPr/>
                    <a:lstStyle/>
                    <a:p>
                      <a:pPr lvl="0">
                        <a:buNone/>
                      </a:pPr>
                      <a:r>
                        <a:rPr lang="de-DE" sz="1400"/>
                        <a:t>0.45</a:t>
                      </a:r>
                    </a:p>
                  </a:txBody>
                  <a:tcPr/>
                </a:tc>
                <a:tc>
                  <a:txBody>
                    <a:bodyPr/>
                    <a:lstStyle/>
                    <a:p>
                      <a:pPr lvl="0">
                        <a:buNone/>
                      </a:pPr>
                      <a:r>
                        <a:rPr lang="de-DE" sz="1400"/>
                        <a:t>0.50</a:t>
                      </a:r>
                    </a:p>
                  </a:txBody>
                  <a:tcPr/>
                </a:tc>
                <a:tc>
                  <a:txBody>
                    <a:bodyPr/>
                    <a:lstStyle/>
                    <a:p>
                      <a:pPr lvl="0">
                        <a:buNone/>
                      </a:pPr>
                      <a:r>
                        <a:rPr lang="de-DE" sz="1400"/>
                        <a:t>0.40</a:t>
                      </a:r>
                    </a:p>
                  </a:txBody>
                  <a:tcPr/>
                </a:tc>
                <a:tc>
                  <a:txBody>
                    <a:bodyPr/>
                    <a:lstStyle/>
                    <a:p>
                      <a:pPr lvl="0">
                        <a:buNone/>
                      </a:pPr>
                      <a:r>
                        <a:rPr lang="de-DE" sz="1400"/>
                        <a:t>0.40</a:t>
                      </a:r>
                    </a:p>
                  </a:txBody>
                  <a:tcPr/>
                </a:tc>
                <a:tc>
                  <a:txBody>
                    <a:bodyPr/>
                    <a:lstStyle/>
                    <a:p>
                      <a:pPr lvl="0">
                        <a:buNone/>
                      </a:pPr>
                      <a:r>
                        <a:rPr lang="de-DE" sz="1400"/>
                        <a:t>0.40</a:t>
                      </a:r>
                    </a:p>
                  </a:txBody>
                  <a:tcPr/>
                </a:tc>
                <a:tc>
                  <a:txBody>
                    <a:bodyPr/>
                    <a:lstStyle/>
                    <a:p>
                      <a:pPr lvl="0">
                        <a:buNone/>
                      </a:pPr>
                      <a:r>
                        <a:rPr lang="de-DE" sz="1400"/>
                        <a:t>0.40</a:t>
                      </a:r>
                    </a:p>
                  </a:txBody>
                  <a:tcPr/>
                </a:tc>
                <a:tc>
                  <a:txBody>
                    <a:bodyPr/>
                    <a:lstStyle/>
                    <a:p>
                      <a:pPr lvl="0">
                        <a:buNone/>
                      </a:pPr>
                      <a:r>
                        <a:rPr lang="de-DE" sz="1400"/>
                        <a:t>0.40</a:t>
                      </a:r>
                    </a:p>
                  </a:txBody>
                  <a:tcPr/>
                </a:tc>
                <a:tc>
                  <a:txBody>
                    <a:bodyPr/>
                    <a:lstStyle/>
                    <a:p>
                      <a:pPr lvl="0">
                        <a:buNone/>
                      </a:pPr>
                      <a:r>
                        <a:rPr lang="de-DE" sz="1400"/>
                        <a:t>0.35</a:t>
                      </a:r>
                    </a:p>
                  </a:txBody>
                  <a:tcPr/>
                </a:tc>
                <a:extLst>
                  <a:ext uri="{0D108BD9-81ED-4DB2-BD59-A6C34878D82A}">
                    <a16:rowId xmlns:a16="http://schemas.microsoft.com/office/drawing/2014/main" val="1382547422"/>
                  </a:ext>
                </a:extLst>
              </a:tr>
              <a:tr h="405245">
                <a:tc>
                  <a:txBody>
                    <a:bodyPr/>
                    <a:lstStyle/>
                    <a:p>
                      <a:pPr lvl="0">
                        <a:buNone/>
                      </a:pPr>
                      <a:r>
                        <a:rPr lang="de-DE" sz="1400"/>
                        <a:t>5</a:t>
                      </a:r>
                    </a:p>
                  </a:txBody>
                  <a:tcPr/>
                </a:tc>
                <a:tc>
                  <a:txBody>
                    <a:bodyPr/>
                    <a:lstStyle/>
                    <a:p>
                      <a:pPr lvl="0">
                        <a:buNone/>
                      </a:pPr>
                      <a:r>
                        <a:rPr lang="de-DE" sz="1400"/>
                        <a:t>0.55-1</a:t>
                      </a:r>
                    </a:p>
                  </a:txBody>
                  <a:tcPr/>
                </a:tc>
                <a:tc>
                  <a:txBody>
                    <a:bodyPr/>
                    <a:lstStyle/>
                    <a:p>
                      <a:pPr lvl="0">
                        <a:buNone/>
                      </a:pPr>
                      <a:r>
                        <a:rPr lang="de-DE" sz="1400"/>
                        <a:t>0.60-1</a:t>
                      </a:r>
                    </a:p>
                  </a:txBody>
                  <a:tcPr/>
                </a:tc>
                <a:tc>
                  <a:txBody>
                    <a:bodyPr/>
                    <a:lstStyle/>
                    <a:p>
                      <a:pPr lvl="0">
                        <a:buNone/>
                      </a:pPr>
                      <a:r>
                        <a:rPr lang="de-DE" sz="1400"/>
                        <a:t>0.65-1</a:t>
                      </a:r>
                    </a:p>
                  </a:txBody>
                  <a:tcPr/>
                </a:tc>
                <a:tc>
                  <a:txBody>
                    <a:bodyPr/>
                    <a:lstStyle/>
                    <a:p>
                      <a:pPr lvl="0">
                        <a:buNone/>
                      </a:pPr>
                      <a:r>
                        <a:rPr lang="de-DE" sz="1400"/>
                        <a:t>0.25</a:t>
                      </a:r>
                    </a:p>
                  </a:txBody>
                  <a:tcPr/>
                </a:tc>
                <a:tc>
                  <a:txBody>
                    <a:bodyPr/>
                    <a:lstStyle/>
                    <a:p>
                      <a:pPr lvl="0">
                        <a:buNone/>
                      </a:pPr>
                      <a:r>
                        <a:rPr lang="de-DE" sz="1400"/>
                        <a:t>0.30</a:t>
                      </a:r>
                    </a:p>
                  </a:txBody>
                  <a:tcPr/>
                </a:tc>
                <a:tc>
                  <a:txBody>
                    <a:bodyPr/>
                    <a:lstStyle/>
                    <a:p>
                      <a:pPr lvl="0">
                        <a:buNone/>
                      </a:pPr>
                      <a:r>
                        <a:rPr lang="de-DE" sz="1400"/>
                        <a:t>0.45</a:t>
                      </a:r>
                    </a:p>
                  </a:txBody>
                  <a:tcPr/>
                </a:tc>
                <a:tc>
                  <a:txBody>
                    <a:bodyPr/>
                    <a:lstStyle/>
                    <a:p>
                      <a:pPr lvl="0">
                        <a:buNone/>
                      </a:pPr>
                      <a:r>
                        <a:rPr lang="de-DE" sz="1400"/>
                        <a:t>0.45</a:t>
                      </a:r>
                    </a:p>
                  </a:txBody>
                  <a:tcPr/>
                </a:tc>
                <a:tc>
                  <a:txBody>
                    <a:bodyPr/>
                    <a:lstStyle/>
                    <a:p>
                      <a:pPr lvl="0">
                        <a:buNone/>
                      </a:pPr>
                      <a:r>
                        <a:rPr lang="de-DE" sz="1400"/>
                        <a:t>0.40</a:t>
                      </a:r>
                    </a:p>
                  </a:txBody>
                  <a:tcPr/>
                </a:tc>
                <a:tc>
                  <a:txBody>
                    <a:bodyPr/>
                    <a:lstStyle/>
                    <a:p>
                      <a:pPr lvl="0">
                        <a:buNone/>
                      </a:pPr>
                      <a:r>
                        <a:rPr lang="de-DE" sz="1400"/>
                        <a:t>0.40</a:t>
                      </a:r>
                    </a:p>
                  </a:txBody>
                  <a:tcPr/>
                </a:tc>
                <a:tc>
                  <a:txBody>
                    <a:bodyPr/>
                    <a:lstStyle/>
                    <a:p>
                      <a:pPr lvl="0">
                        <a:buNone/>
                      </a:pPr>
                      <a:r>
                        <a:rPr lang="de-DE" sz="1400"/>
                        <a:t>0.40</a:t>
                      </a:r>
                    </a:p>
                  </a:txBody>
                  <a:tcPr/>
                </a:tc>
                <a:tc>
                  <a:txBody>
                    <a:bodyPr/>
                    <a:lstStyle/>
                    <a:p>
                      <a:pPr lvl="0">
                        <a:buNone/>
                      </a:pPr>
                      <a:r>
                        <a:rPr lang="de-DE" sz="1400"/>
                        <a:t>0.45</a:t>
                      </a:r>
                    </a:p>
                  </a:txBody>
                  <a:tcPr/>
                </a:tc>
                <a:extLst>
                  <a:ext uri="{0D108BD9-81ED-4DB2-BD59-A6C34878D82A}">
                    <a16:rowId xmlns:a16="http://schemas.microsoft.com/office/drawing/2014/main" val="1599548848"/>
                  </a:ext>
                </a:extLst>
              </a:tr>
              <a:tr h="405245">
                <a:tc>
                  <a:txBody>
                    <a:bodyPr/>
                    <a:lstStyle/>
                    <a:p>
                      <a:pPr lvl="0">
                        <a:buNone/>
                      </a:pPr>
                      <a:r>
                        <a:rPr lang="de-DE" sz="1400"/>
                        <a:t>6</a:t>
                      </a:r>
                    </a:p>
                  </a:txBody>
                  <a:tcPr/>
                </a:tc>
                <a:tc>
                  <a:txBody>
                    <a:bodyPr/>
                    <a:lstStyle/>
                    <a:p>
                      <a:pPr lvl="0">
                        <a:buNone/>
                      </a:pPr>
                      <a:r>
                        <a:rPr lang="de-DE" sz="1400"/>
                        <a:t>0.85-1</a:t>
                      </a:r>
                    </a:p>
                  </a:txBody>
                  <a:tcPr/>
                </a:tc>
                <a:tc>
                  <a:txBody>
                    <a:bodyPr/>
                    <a:lstStyle/>
                    <a:p>
                      <a:pPr lvl="0">
                        <a:buNone/>
                      </a:pPr>
                      <a:r>
                        <a:rPr lang="de-DE" sz="1400"/>
                        <a:t>0.90-1</a:t>
                      </a:r>
                    </a:p>
                  </a:txBody>
                  <a:tcPr/>
                </a:tc>
                <a:tc>
                  <a:txBody>
                    <a:bodyPr/>
                    <a:lstStyle/>
                    <a:p>
                      <a:pPr lvl="0">
                        <a:buNone/>
                      </a:pPr>
                      <a:r>
                        <a:rPr lang="de-DE" sz="1400"/>
                        <a:t>0.70-1</a:t>
                      </a:r>
                    </a:p>
                  </a:txBody>
                  <a:tcPr/>
                </a:tc>
                <a:tc>
                  <a:txBody>
                    <a:bodyPr/>
                    <a:lstStyle/>
                    <a:p>
                      <a:pPr lvl="0">
                        <a:buNone/>
                      </a:pPr>
                      <a:r>
                        <a:rPr lang="de-DE" sz="1400"/>
                        <a:t>0.55</a:t>
                      </a:r>
                    </a:p>
                  </a:txBody>
                  <a:tcPr/>
                </a:tc>
                <a:tc>
                  <a:txBody>
                    <a:bodyPr/>
                    <a:lstStyle/>
                    <a:p>
                      <a:pPr lvl="0">
                        <a:buNone/>
                      </a:pPr>
                      <a:r>
                        <a:rPr lang="de-DE" sz="1400"/>
                        <a:t>0.60</a:t>
                      </a:r>
                    </a:p>
                  </a:txBody>
                  <a:tcPr/>
                </a:tc>
                <a:tc>
                  <a:txBody>
                    <a:bodyPr/>
                    <a:lstStyle/>
                    <a:p>
                      <a:pPr lvl="0">
                        <a:buNone/>
                      </a:pPr>
                      <a:r>
                        <a:rPr lang="de-DE" sz="1400"/>
                        <a:t>0.45</a:t>
                      </a:r>
                    </a:p>
                  </a:txBody>
                  <a:tcPr/>
                </a:tc>
                <a:tc>
                  <a:txBody>
                    <a:bodyPr/>
                    <a:lstStyle/>
                    <a:p>
                      <a:pPr lvl="0">
                        <a:buNone/>
                      </a:pPr>
                      <a:r>
                        <a:rPr lang="de-DE" sz="1400"/>
                        <a:t>0.45</a:t>
                      </a:r>
                    </a:p>
                  </a:txBody>
                  <a:tcPr/>
                </a:tc>
                <a:tc>
                  <a:txBody>
                    <a:bodyPr/>
                    <a:lstStyle/>
                    <a:p>
                      <a:pPr lvl="0">
                        <a:buNone/>
                      </a:pPr>
                      <a:r>
                        <a:rPr lang="de-DE" sz="1400"/>
                        <a:t>0.40</a:t>
                      </a:r>
                    </a:p>
                  </a:txBody>
                  <a:tcPr/>
                </a:tc>
                <a:tc>
                  <a:txBody>
                    <a:bodyPr/>
                    <a:lstStyle/>
                    <a:p>
                      <a:pPr lvl="0">
                        <a:buNone/>
                      </a:pPr>
                      <a:r>
                        <a:rPr lang="de-DE" sz="1400"/>
                        <a:t>0.40</a:t>
                      </a:r>
                    </a:p>
                  </a:txBody>
                  <a:tcPr/>
                </a:tc>
                <a:tc>
                  <a:txBody>
                    <a:bodyPr/>
                    <a:lstStyle/>
                    <a:p>
                      <a:pPr lvl="0">
                        <a:buNone/>
                      </a:pPr>
                      <a:r>
                        <a:rPr lang="de-DE" sz="1400"/>
                        <a:t>0.40</a:t>
                      </a:r>
                    </a:p>
                  </a:txBody>
                  <a:tcPr/>
                </a:tc>
                <a:tc>
                  <a:txBody>
                    <a:bodyPr/>
                    <a:lstStyle/>
                    <a:p>
                      <a:pPr lvl="0">
                        <a:buNone/>
                      </a:pPr>
                      <a:r>
                        <a:rPr lang="de-DE" sz="1400"/>
                        <a:t>0.50</a:t>
                      </a:r>
                    </a:p>
                  </a:txBody>
                  <a:tcPr/>
                </a:tc>
                <a:extLst>
                  <a:ext uri="{0D108BD9-81ED-4DB2-BD59-A6C34878D82A}">
                    <a16:rowId xmlns:a16="http://schemas.microsoft.com/office/drawing/2014/main" val="2701468708"/>
                  </a:ext>
                </a:extLst>
              </a:tr>
            </a:tbl>
          </a:graphicData>
        </a:graphic>
      </p:graphicFrame>
      <p:graphicFrame>
        <p:nvGraphicFramePr>
          <p:cNvPr id="6" name="Tabelle 5">
            <a:extLst>
              <a:ext uri="{FF2B5EF4-FFF2-40B4-BE49-F238E27FC236}">
                <a16:creationId xmlns:a16="http://schemas.microsoft.com/office/drawing/2014/main" id="{C863E4D9-F18A-149C-9029-A0449171DE99}"/>
              </a:ext>
            </a:extLst>
          </p:cNvPr>
          <p:cNvGraphicFramePr>
            <a:graphicFrameLocks noGrp="1"/>
          </p:cNvGraphicFramePr>
          <p:nvPr>
            <p:extLst>
              <p:ext uri="{D42A27DB-BD31-4B8C-83A1-F6EECF244321}">
                <p14:modId xmlns:p14="http://schemas.microsoft.com/office/powerpoint/2010/main" val="1076358240"/>
              </p:ext>
            </p:extLst>
          </p:nvPr>
        </p:nvGraphicFramePr>
        <p:xfrm>
          <a:off x="288607" y="5105550"/>
          <a:ext cx="8553444" cy="3596633"/>
        </p:xfrm>
        <a:graphic>
          <a:graphicData uri="http://schemas.openxmlformats.org/drawingml/2006/table">
            <a:tbl>
              <a:tblPr firstRow="1" bandRow="1">
                <a:tableStyleId>{5C22544A-7EE6-4342-B048-85BDC9FD1C3A}</a:tableStyleId>
              </a:tblPr>
              <a:tblGrid>
                <a:gridCol w="712787">
                  <a:extLst>
                    <a:ext uri="{9D8B030D-6E8A-4147-A177-3AD203B41FA5}">
                      <a16:colId xmlns:a16="http://schemas.microsoft.com/office/drawing/2014/main" val="894150566"/>
                    </a:ext>
                  </a:extLst>
                </a:gridCol>
                <a:gridCol w="712787">
                  <a:extLst>
                    <a:ext uri="{9D8B030D-6E8A-4147-A177-3AD203B41FA5}">
                      <a16:colId xmlns:a16="http://schemas.microsoft.com/office/drawing/2014/main" val="4010572092"/>
                    </a:ext>
                  </a:extLst>
                </a:gridCol>
                <a:gridCol w="712787">
                  <a:extLst>
                    <a:ext uri="{9D8B030D-6E8A-4147-A177-3AD203B41FA5}">
                      <a16:colId xmlns:a16="http://schemas.microsoft.com/office/drawing/2014/main" val="3271437378"/>
                    </a:ext>
                  </a:extLst>
                </a:gridCol>
                <a:gridCol w="712787">
                  <a:extLst>
                    <a:ext uri="{9D8B030D-6E8A-4147-A177-3AD203B41FA5}">
                      <a16:colId xmlns:a16="http://schemas.microsoft.com/office/drawing/2014/main" val="3580078458"/>
                    </a:ext>
                  </a:extLst>
                </a:gridCol>
                <a:gridCol w="712787">
                  <a:extLst>
                    <a:ext uri="{9D8B030D-6E8A-4147-A177-3AD203B41FA5}">
                      <a16:colId xmlns:a16="http://schemas.microsoft.com/office/drawing/2014/main" val="2224828075"/>
                    </a:ext>
                  </a:extLst>
                </a:gridCol>
                <a:gridCol w="712787">
                  <a:extLst>
                    <a:ext uri="{9D8B030D-6E8A-4147-A177-3AD203B41FA5}">
                      <a16:colId xmlns:a16="http://schemas.microsoft.com/office/drawing/2014/main" val="3053313761"/>
                    </a:ext>
                  </a:extLst>
                </a:gridCol>
                <a:gridCol w="712787">
                  <a:extLst>
                    <a:ext uri="{9D8B030D-6E8A-4147-A177-3AD203B41FA5}">
                      <a16:colId xmlns:a16="http://schemas.microsoft.com/office/drawing/2014/main" val="2014364257"/>
                    </a:ext>
                  </a:extLst>
                </a:gridCol>
                <a:gridCol w="712787">
                  <a:extLst>
                    <a:ext uri="{9D8B030D-6E8A-4147-A177-3AD203B41FA5}">
                      <a16:colId xmlns:a16="http://schemas.microsoft.com/office/drawing/2014/main" val="1831583623"/>
                    </a:ext>
                  </a:extLst>
                </a:gridCol>
                <a:gridCol w="712787">
                  <a:extLst>
                    <a:ext uri="{9D8B030D-6E8A-4147-A177-3AD203B41FA5}">
                      <a16:colId xmlns:a16="http://schemas.microsoft.com/office/drawing/2014/main" val="3705079698"/>
                    </a:ext>
                  </a:extLst>
                </a:gridCol>
                <a:gridCol w="712787">
                  <a:extLst>
                    <a:ext uri="{9D8B030D-6E8A-4147-A177-3AD203B41FA5}">
                      <a16:colId xmlns:a16="http://schemas.microsoft.com/office/drawing/2014/main" val="2293653269"/>
                    </a:ext>
                  </a:extLst>
                </a:gridCol>
                <a:gridCol w="712787">
                  <a:extLst>
                    <a:ext uri="{9D8B030D-6E8A-4147-A177-3AD203B41FA5}">
                      <a16:colId xmlns:a16="http://schemas.microsoft.com/office/drawing/2014/main" val="511868558"/>
                    </a:ext>
                  </a:extLst>
                </a:gridCol>
                <a:gridCol w="712787">
                  <a:extLst>
                    <a:ext uri="{9D8B030D-6E8A-4147-A177-3AD203B41FA5}">
                      <a16:colId xmlns:a16="http://schemas.microsoft.com/office/drawing/2014/main" val="549178337"/>
                    </a:ext>
                  </a:extLst>
                </a:gridCol>
              </a:tblGrid>
              <a:tr h="370840">
                <a:tc>
                  <a:txBody>
                    <a:bodyPr/>
                    <a:lstStyle/>
                    <a:p>
                      <a:pPr marL="0" lvl="0" indent="0" algn="l">
                        <a:lnSpc>
                          <a:spcPct val="100000"/>
                        </a:lnSpc>
                        <a:buNone/>
                      </a:pPr>
                      <a:r>
                        <a:rPr lang="de-DE" sz="1400" b="1" i="0" u="none" strike="noStrike" baseline="0" noProof="0" err="1">
                          <a:solidFill>
                            <a:srgbClr val="FFFFFF"/>
                          </a:solidFill>
                          <a:latin typeface="Arial"/>
                          <a:cs typeface="Arial"/>
                        </a:rPr>
                        <a:t>public_lighting_kW</a:t>
                      </a:r>
                      <a:endParaRPr lang="de-DE" sz="1400" err="1"/>
                    </a:p>
                    <a:p>
                      <a:pPr lvl="0">
                        <a:buNone/>
                      </a:pPr>
                      <a:endParaRPr lang="de-DE" sz="1400"/>
                    </a:p>
                  </a:txBody>
                  <a:tcPr/>
                </a:tc>
                <a:tc>
                  <a:txBody>
                    <a:bodyPr/>
                    <a:lstStyle/>
                    <a:p>
                      <a:pPr marL="0" lvl="0" indent="0" algn="l">
                        <a:lnSpc>
                          <a:spcPct val="100000"/>
                        </a:lnSpc>
                        <a:buNone/>
                      </a:pPr>
                      <a:r>
                        <a:rPr lang="de-DE" sz="1400" b="1" i="0" u="none" strike="noStrike" baseline="0" noProof="0" err="1">
                          <a:solidFill>
                            <a:srgbClr val="FFFFFF"/>
                          </a:solidFill>
                          <a:latin typeface="Arial"/>
                          <a:cs typeface="Arial"/>
                        </a:rPr>
                        <a:t>other_consumers_kW</a:t>
                      </a:r>
                      <a:endParaRPr lang="de-DE" err="1"/>
                    </a:p>
                    <a:p>
                      <a:pPr lvl="0">
                        <a:buNone/>
                      </a:pPr>
                      <a:endParaRPr lang="de-DE" sz="1400"/>
                    </a:p>
                  </a:txBody>
                  <a:tcPr/>
                </a:tc>
                <a:tc>
                  <a:txBody>
                    <a:bodyPr/>
                    <a:lstStyle/>
                    <a:p>
                      <a:pPr marL="0" lvl="0" indent="0" algn="l">
                        <a:lnSpc>
                          <a:spcPct val="100000"/>
                        </a:lnSpc>
                        <a:buNone/>
                      </a:pPr>
                      <a:r>
                        <a:rPr lang="de-DE" sz="1400" b="1" i="0" u="none" strike="noStrike" baseline="0" noProof="0" err="1">
                          <a:solidFill>
                            <a:srgbClr val="FFFFFF"/>
                          </a:solidFill>
                          <a:latin typeface="Arial"/>
                          <a:cs typeface="Arial"/>
                        </a:rPr>
                        <a:t>batteries_kW</a:t>
                      </a:r>
                      <a:endParaRPr lang="de-DE" err="1"/>
                    </a:p>
                    <a:p>
                      <a:pPr lvl="0">
                        <a:buNone/>
                      </a:pPr>
                      <a:endParaRPr lang="de-DE" sz="1400"/>
                    </a:p>
                  </a:txBody>
                  <a:tcPr/>
                </a:tc>
                <a:tc>
                  <a:txBody>
                    <a:bodyPr/>
                    <a:lstStyle/>
                    <a:p>
                      <a:pPr marL="0" lvl="0" indent="0" algn="l">
                        <a:lnSpc>
                          <a:spcPct val="100000"/>
                        </a:lnSpc>
                        <a:buNone/>
                      </a:pPr>
                      <a:r>
                        <a:rPr lang="de-DE" sz="1400" b="1" i="0" u="none" strike="noStrike" baseline="0" noProof="0" err="1">
                          <a:solidFill>
                            <a:srgbClr val="FFFFFF"/>
                          </a:solidFill>
                          <a:latin typeface="Arial"/>
                          <a:cs typeface="Arial"/>
                        </a:rPr>
                        <a:t>PV_systems_kW</a:t>
                      </a:r>
                      <a:endParaRPr lang="de-DE" err="1"/>
                    </a:p>
                    <a:p>
                      <a:pPr lvl="0">
                        <a:buNone/>
                      </a:pPr>
                      <a:endParaRPr lang="de-DE" sz="1400"/>
                    </a:p>
                  </a:txBody>
                  <a:tcPr/>
                </a:tc>
                <a:tc>
                  <a:txBody>
                    <a:bodyPr/>
                    <a:lstStyle/>
                    <a:p>
                      <a:pPr marL="0" lvl="0" indent="0" algn="l">
                        <a:lnSpc>
                          <a:spcPct val="100000"/>
                        </a:lnSpc>
                        <a:buNone/>
                      </a:pPr>
                      <a:r>
                        <a:rPr lang="de-DE" sz="1400" b="1" i="0" u="none" strike="noStrike" baseline="0" noProof="0" err="1">
                          <a:solidFill>
                            <a:srgbClr val="FFFFFF"/>
                          </a:solidFill>
                          <a:latin typeface="Arial"/>
                          <a:cs typeface="Arial"/>
                        </a:rPr>
                        <a:t>chp_kW</a:t>
                      </a:r>
                      <a:endParaRPr lang="de-DE" err="1"/>
                    </a:p>
                    <a:p>
                      <a:pPr lvl="0">
                        <a:buNone/>
                      </a:pPr>
                      <a:endParaRPr lang="de-DE" sz="1400"/>
                    </a:p>
                  </a:txBody>
                  <a:tcPr/>
                </a:tc>
                <a:tc>
                  <a:txBody>
                    <a:bodyPr/>
                    <a:lstStyle/>
                    <a:p>
                      <a:pPr marL="0" lvl="0" indent="0" algn="l">
                        <a:lnSpc>
                          <a:spcPct val="100000"/>
                        </a:lnSpc>
                        <a:buNone/>
                      </a:pPr>
                      <a:r>
                        <a:rPr lang="de-DE" sz="1400" b="1" i="0" u="none" strike="noStrike" baseline="0" noProof="0">
                          <a:solidFill>
                            <a:srgbClr val="FFFFFF"/>
                          </a:solidFill>
                          <a:latin typeface="Arial"/>
                          <a:cs typeface="Arial"/>
                        </a:rPr>
                        <a:t>g0_general_kWh</a:t>
                      </a:r>
                      <a:endParaRPr lang="de-DE"/>
                    </a:p>
                    <a:p>
                      <a:pPr lvl="0">
                        <a:buNone/>
                      </a:pPr>
                      <a:endParaRPr lang="de-DE" sz="1400"/>
                    </a:p>
                  </a:txBody>
                  <a:tcPr/>
                </a:tc>
                <a:tc>
                  <a:txBody>
                    <a:bodyPr/>
                    <a:lstStyle/>
                    <a:p>
                      <a:pPr marL="0" lvl="0" indent="0" algn="l">
                        <a:lnSpc>
                          <a:spcPct val="100000"/>
                        </a:lnSpc>
                        <a:buNone/>
                      </a:pPr>
                      <a:r>
                        <a:rPr lang="de-DE" sz="1400" b="1" i="0" u="none" strike="noStrike" baseline="0" noProof="0">
                          <a:solidFill>
                            <a:srgbClr val="FFFFFF"/>
                          </a:solidFill>
                          <a:latin typeface="Arial"/>
                          <a:cs typeface="Arial"/>
                        </a:rPr>
                        <a:t>g1_workdays_kWh</a:t>
                      </a:r>
                      <a:endParaRPr lang="de-DE"/>
                    </a:p>
                    <a:p>
                      <a:pPr lvl="0">
                        <a:buNone/>
                      </a:pPr>
                      <a:endParaRPr lang="de-DE" sz="1400"/>
                    </a:p>
                  </a:txBody>
                  <a:tcPr/>
                </a:tc>
                <a:tc>
                  <a:txBody>
                    <a:bodyPr/>
                    <a:lstStyle/>
                    <a:p>
                      <a:pPr marL="0" lvl="0" indent="0" algn="l">
                        <a:lnSpc>
                          <a:spcPct val="100000"/>
                        </a:lnSpc>
                        <a:buNone/>
                      </a:pPr>
                      <a:r>
                        <a:rPr lang="de-DE" sz="1400" b="1" i="0" u="none" strike="noStrike" baseline="0" noProof="0">
                          <a:solidFill>
                            <a:srgbClr val="FFFFFF"/>
                          </a:solidFill>
                          <a:latin typeface="Arial"/>
                          <a:cs typeface="Arial"/>
                        </a:rPr>
                        <a:t>g2_evening_kWh</a:t>
                      </a:r>
                      <a:endParaRPr lang="de-DE"/>
                    </a:p>
                    <a:p>
                      <a:pPr lvl="0">
                        <a:buNone/>
                      </a:pPr>
                      <a:endParaRPr lang="de-DE" sz="1400"/>
                    </a:p>
                  </a:txBody>
                  <a:tcPr/>
                </a:tc>
                <a:tc>
                  <a:txBody>
                    <a:bodyPr/>
                    <a:lstStyle/>
                    <a:p>
                      <a:pPr marL="0" lvl="0" indent="0" algn="l">
                        <a:lnSpc>
                          <a:spcPct val="100000"/>
                        </a:lnSpc>
                        <a:buNone/>
                      </a:pPr>
                      <a:r>
                        <a:rPr lang="de-DE" sz="1400" b="1" i="0" u="none" strike="noStrike" baseline="0" noProof="0">
                          <a:solidFill>
                            <a:srgbClr val="FFFFFF"/>
                          </a:solidFill>
                          <a:latin typeface="Arial"/>
                          <a:cs typeface="Arial"/>
                        </a:rPr>
                        <a:t>g3_gontinuous_kWh</a:t>
                      </a:r>
                      <a:endParaRPr lang="de-DE"/>
                    </a:p>
                    <a:p>
                      <a:pPr lvl="0">
                        <a:buNone/>
                      </a:pPr>
                      <a:endParaRPr lang="de-DE" sz="1400"/>
                    </a:p>
                  </a:txBody>
                  <a:tcPr/>
                </a:tc>
                <a:tc>
                  <a:txBody>
                    <a:bodyPr/>
                    <a:lstStyle/>
                    <a:p>
                      <a:pPr marL="0" lvl="0" indent="0" algn="l">
                        <a:lnSpc>
                          <a:spcPct val="100000"/>
                        </a:lnSpc>
                        <a:buNone/>
                      </a:pPr>
                      <a:r>
                        <a:rPr lang="de-DE" sz="1400" b="1" i="0" u="none" strike="noStrike" baseline="0" noProof="0">
                          <a:solidFill>
                            <a:srgbClr val="FFFFFF"/>
                          </a:solidFill>
                          <a:latin typeface="Arial"/>
                          <a:cs typeface="Arial"/>
                        </a:rPr>
                        <a:t>g4_shop_hairdresser_kWh</a:t>
                      </a:r>
                      <a:endParaRPr lang="de-DE"/>
                    </a:p>
                    <a:p>
                      <a:pPr lvl="0">
                        <a:buNone/>
                      </a:pPr>
                      <a:endParaRPr lang="de-DE" sz="1400"/>
                    </a:p>
                  </a:txBody>
                  <a:tcPr/>
                </a:tc>
                <a:tc>
                  <a:txBody>
                    <a:bodyPr/>
                    <a:lstStyle/>
                    <a:p>
                      <a:pPr marL="0" lvl="0" indent="0" algn="l">
                        <a:lnSpc>
                          <a:spcPct val="100000"/>
                        </a:lnSpc>
                        <a:buNone/>
                      </a:pPr>
                      <a:r>
                        <a:rPr lang="de-DE" sz="1400" b="1" i="0" u="none" strike="noStrike" baseline="0" noProof="0">
                          <a:solidFill>
                            <a:srgbClr val="FFFFFF"/>
                          </a:solidFill>
                          <a:latin typeface="Arial"/>
                          <a:cs typeface="Arial"/>
                        </a:rPr>
                        <a:t>g5_bakery_kWh</a:t>
                      </a:r>
                      <a:endParaRPr lang="de-DE"/>
                    </a:p>
                    <a:p>
                      <a:pPr lvl="0">
                        <a:buNone/>
                      </a:pPr>
                      <a:endParaRPr lang="de-DE" sz="1400"/>
                    </a:p>
                  </a:txBody>
                  <a:tcPr/>
                </a:tc>
                <a:tc>
                  <a:txBody>
                    <a:bodyPr/>
                    <a:lstStyle/>
                    <a:p>
                      <a:pPr marL="0" lvl="0" indent="0" algn="l">
                        <a:lnSpc>
                          <a:spcPct val="100000"/>
                        </a:lnSpc>
                        <a:buNone/>
                      </a:pPr>
                      <a:r>
                        <a:rPr lang="de-DE" sz="1400" b="1" i="0" u="none" strike="noStrike" baseline="0" noProof="0">
                          <a:solidFill>
                            <a:srgbClr val="FFFFFF"/>
                          </a:solidFill>
                          <a:latin typeface="Arial"/>
                          <a:cs typeface="Arial"/>
                        </a:rPr>
                        <a:t>g6_weekend_kWh</a:t>
                      </a:r>
                      <a:endParaRPr lang="de-DE"/>
                    </a:p>
                    <a:p>
                      <a:pPr lvl="0">
                        <a:buNone/>
                      </a:pPr>
                      <a:endParaRPr lang="de-DE" sz="1400"/>
                    </a:p>
                  </a:txBody>
                  <a:tcPr/>
                </a:tc>
                <a:extLst>
                  <a:ext uri="{0D108BD9-81ED-4DB2-BD59-A6C34878D82A}">
                    <a16:rowId xmlns:a16="http://schemas.microsoft.com/office/drawing/2014/main" val="4084541425"/>
                  </a:ext>
                </a:extLst>
              </a:tr>
              <a:tr h="370840">
                <a:tc>
                  <a:txBody>
                    <a:bodyPr/>
                    <a:lstStyle/>
                    <a:p>
                      <a:pPr lvl="0">
                        <a:buNone/>
                      </a:pPr>
                      <a:r>
                        <a:rPr lang="de-DE" sz="1400" b="0" i="0" u="none" strike="noStrike" noProof="0">
                          <a:solidFill>
                            <a:srgbClr val="000000"/>
                          </a:solidFill>
                          <a:latin typeface="Arial"/>
                          <a:cs typeface="Arial"/>
                        </a:rPr>
                        <a:t>0.35</a:t>
                      </a:r>
                    </a:p>
                  </a:txBody>
                  <a:tcPr/>
                </a:tc>
                <a:tc>
                  <a:txBody>
                    <a:bodyPr/>
                    <a:lstStyle/>
                    <a:p>
                      <a:pPr lvl="0">
                        <a:buNone/>
                      </a:pPr>
                      <a:r>
                        <a:rPr lang="de-DE" sz="1400" b="0" i="0" u="none" strike="noStrike" noProof="0">
                          <a:solidFill>
                            <a:srgbClr val="000000"/>
                          </a:solidFill>
                          <a:latin typeface="Arial"/>
                          <a:cs typeface="Arial"/>
                        </a:rPr>
                        <a:t>0.45</a:t>
                      </a:r>
                    </a:p>
                  </a:txBody>
                  <a:tcPr/>
                </a:tc>
                <a:tc>
                  <a:txBody>
                    <a:bodyPr/>
                    <a:lstStyle/>
                    <a:p>
                      <a:pPr lvl="0">
                        <a:buNone/>
                      </a:pPr>
                      <a:r>
                        <a:rPr lang="de-DE" sz="1400" b="0" i="0" u="none" strike="noStrike" noProof="0">
                          <a:solidFill>
                            <a:srgbClr val="000000"/>
                          </a:solidFill>
                          <a:latin typeface="Arial"/>
                          <a:cs typeface="Arial"/>
                        </a:rPr>
                        <a:t>0.55</a:t>
                      </a:r>
                    </a:p>
                  </a:txBody>
                  <a:tcPr/>
                </a:tc>
                <a:tc>
                  <a:txBody>
                    <a:bodyPr/>
                    <a:lstStyle/>
                    <a:p>
                      <a:pPr lvl="0">
                        <a:buNone/>
                      </a:pPr>
                      <a:r>
                        <a:rPr lang="de-DE" sz="1400" b="0" i="0" u="none" strike="noStrike" noProof="0">
                          <a:solidFill>
                            <a:srgbClr val="000000"/>
                          </a:solidFill>
                          <a:latin typeface="Arial"/>
                          <a:cs typeface="Arial"/>
                        </a:rPr>
                        <a:t>0.55</a:t>
                      </a:r>
                    </a:p>
                  </a:txBody>
                  <a:tcPr/>
                </a:tc>
                <a:tc>
                  <a:txBody>
                    <a:bodyPr/>
                    <a:lstStyle/>
                    <a:p>
                      <a:pPr lvl="0">
                        <a:buNone/>
                      </a:pPr>
                      <a:r>
                        <a:rPr lang="de-DE" sz="1400" b="0" i="0" u="none" strike="noStrike" noProof="0">
                          <a:solidFill>
                            <a:srgbClr val="000000"/>
                          </a:solidFill>
                          <a:latin typeface="Arial"/>
                          <a:cs typeface="Arial"/>
                        </a:rPr>
                        <a:t>0.55</a:t>
                      </a:r>
                    </a:p>
                  </a:txBody>
                  <a:tcPr/>
                </a:tc>
                <a:tc>
                  <a:txBody>
                    <a:bodyPr/>
                    <a:lstStyle/>
                    <a:p>
                      <a:pPr lvl="0">
                        <a:buNone/>
                      </a:pPr>
                      <a:r>
                        <a:rPr lang="de-DE" sz="1400" b="0" i="0" u="none" strike="noStrike" noProof="0">
                          <a:solidFill>
                            <a:srgbClr val="000000"/>
                          </a:solidFill>
                          <a:latin typeface="Arial"/>
                          <a:cs typeface="Arial"/>
                        </a:rPr>
                        <a:t>0.50</a:t>
                      </a:r>
                    </a:p>
                  </a:txBody>
                  <a:tcPr/>
                </a:tc>
                <a:tc>
                  <a:txBody>
                    <a:bodyPr/>
                    <a:lstStyle/>
                    <a:p>
                      <a:pPr lvl="0">
                        <a:buNone/>
                      </a:pPr>
                      <a:r>
                        <a:rPr lang="de-DE" sz="1400" b="0" i="0" u="none" strike="noStrike" noProof="0">
                          <a:solidFill>
                            <a:srgbClr val="000000"/>
                          </a:solidFill>
                          <a:latin typeface="Arial"/>
                          <a:cs typeface="Arial"/>
                        </a:rPr>
                        <a:t>0.55</a:t>
                      </a:r>
                    </a:p>
                  </a:txBody>
                  <a:tcPr/>
                </a:tc>
                <a:tc>
                  <a:txBody>
                    <a:bodyPr/>
                    <a:lstStyle/>
                    <a:p>
                      <a:pPr lvl="0">
                        <a:buNone/>
                      </a:pPr>
                      <a:r>
                        <a:rPr lang="de-DE" sz="1400" b="0" i="0" u="none" strike="noStrike" noProof="0">
                          <a:solidFill>
                            <a:srgbClr val="000000"/>
                          </a:solidFill>
                          <a:latin typeface="Arial"/>
                          <a:cs typeface="Arial"/>
                        </a:rPr>
                        <a:t>0.55</a:t>
                      </a:r>
                    </a:p>
                  </a:txBody>
                  <a:tcPr/>
                </a:tc>
                <a:tc>
                  <a:txBody>
                    <a:bodyPr/>
                    <a:lstStyle/>
                    <a:p>
                      <a:pPr lvl="0">
                        <a:buNone/>
                      </a:pPr>
                      <a:r>
                        <a:rPr lang="de-DE" sz="1400" b="0" i="0" u="none" strike="noStrike" noProof="0">
                          <a:solidFill>
                            <a:srgbClr val="000000"/>
                          </a:solidFill>
                          <a:latin typeface="Arial"/>
                          <a:cs typeface="Arial"/>
                        </a:rPr>
                        <a:t>0.45</a:t>
                      </a:r>
                    </a:p>
                  </a:txBody>
                  <a:tcPr/>
                </a:tc>
                <a:tc>
                  <a:txBody>
                    <a:bodyPr/>
                    <a:lstStyle/>
                    <a:p>
                      <a:pPr lvl="0">
                        <a:buNone/>
                      </a:pPr>
                      <a:r>
                        <a:rPr lang="de-DE" sz="1400" b="0" i="0" u="none" strike="noStrike" noProof="0">
                          <a:solidFill>
                            <a:srgbClr val="000000"/>
                          </a:solidFill>
                          <a:latin typeface="Arial"/>
                          <a:cs typeface="Arial"/>
                        </a:rPr>
                        <a:t>0.65</a:t>
                      </a:r>
                    </a:p>
                  </a:txBody>
                  <a:tcPr/>
                </a:tc>
                <a:tc>
                  <a:txBody>
                    <a:bodyPr/>
                    <a:lstStyle/>
                    <a:p>
                      <a:pPr lvl="0">
                        <a:buNone/>
                      </a:pPr>
                      <a:r>
                        <a:rPr lang="de-DE" sz="1400" b="0" i="0" u="none" strike="noStrike" noProof="0">
                          <a:solidFill>
                            <a:srgbClr val="000000"/>
                          </a:solidFill>
                          <a:latin typeface="Arial"/>
                          <a:cs typeface="Arial"/>
                        </a:rPr>
                        <a:t>0.65</a:t>
                      </a:r>
                    </a:p>
                  </a:txBody>
                  <a:tcPr/>
                </a:tc>
                <a:tc>
                  <a:txBody>
                    <a:bodyPr/>
                    <a:lstStyle/>
                    <a:p>
                      <a:pPr lvl="0">
                        <a:buNone/>
                      </a:pPr>
                      <a:r>
                        <a:rPr lang="en-US" sz="1400"/>
                        <a:t>0.45</a:t>
                      </a:r>
                    </a:p>
                  </a:txBody>
                  <a:tcPr/>
                </a:tc>
                <a:extLst>
                  <a:ext uri="{0D108BD9-81ED-4DB2-BD59-A6C34878D82A}">
                    <a16:rowId xmlns:a16="http://schemas.microsoft.com/office/drawing/2014/main" val="4198767"/>
                  </a:ext>
                </a:extLst>
              </a:tr>
              <a:tr h="370840">
                <a:tc>
                  <a:txBody>
                    <a:bodyPr/>
                    <a:lstStyle/>
                    <a:p>
                      <a:r>
                        <a:rPr lang="de-DE" sz="1400"/>
                        <a:t>0.30</a:t>
                      </a:r>
                    </a:p>
                  </a:txBody>
                  <a:tcPr/>
                </a:tc>
                <a:tc>
                  <a:txBody>
                    <a:bodyPr/>
                    <a:lstStyle/>
                    <a:p>
                      <a:r>
                        <a:rPr lang="de-DE" sz="1400"/>
                        <a:t>0.45</a:t>
                      </a:r>
                    </a:p>
                  </a:txBody>
                  <a:tcPr/>
                </a:tc>
                <a:tc>
                  <a:txBody>
                    <a:bodyPr/>
                    <a:lstStyle/>
                    <a:p>
                      <a:r>
                        <a:rPr lang="de-DE" sz="1400"/>
                        <a:t>0.45-1</a:t>
                      </a:r>
                    </a:p>
                  </a:txBody>
                  <a:tcPr/>
                </a:tc>
                <a:tc>
                  <a:txBody>
                    <a:bodyPr/>
                    <a:lstStyle/>
                    <a:p>
                      <a:r>
                        <a:rPr lang="de-DE" sz="1400"/>
                        <a:t>0.45-1</a:t>
                      </a:r>
                    </a:p>
                  </a:txBody>
                  <a:tcPr/>
                </a:tc>
                <a:tc>
                  <a:txBody>
                    <a:bodyPr/>
                    <a:lstStyle/>
                    <a:p>
                      <a:r>
                        <a:rPr lang="de-DE" sz="1400"/>
                        <a:t>0.45-1</a:t>
                      </a:r>
                    </a:p>
                  </a:txBody>
                  <a:tcPr/>
                </a:tc>
                <a:tc>
                  <a:txBody>
                    <a:bodyPr/>
                    <a:lstStyle/>
                    <a:p>
                      <a:r>
                        <a:rPr lang="de-DE" sz="1400"/>
                        <a:t>0.55-1</a:t>
                      </a:r>
                    </a:p>
                  </a:txBody>
                  <a:tcPr/>
                </a:tc>
                <a:tc>
                  <a:txBody>
                    <a:bodyPr/>
                    <a:lstStyle/>
                    <a:p>
                      <a:r>
                        <a:rPr lang="de-DE" sz="1400"/>
                        <a:t>0.55-1</a:t>
                      </a:r>
                    </a:p>
                  </a:txBody>
                  <a:tcPr/>
                </a:tc>
                <a:tc>
                  <a:txBody>
                    <a:bodyPr/>
                    <a:lstStyle/>
                    <a:p>
                      <a:r>
                        <a:rPr lang="de-DE" sz="1400"/>
                        <a:t>0.55-1</a:t>
                      </a:r>
                    </a:p>
                  </a:txBody>
                  <a:tcPr/>
                </a:tc>
                <a:tc>
                  <a:txBody>
                    <a:bodyPr/>
                    <a:lstStyle/>
                    <a:p>
                      <a:pPr lvl="0">
                        <a:buNone/>
                      </a:pPr>
                      <a:r>
                        <a:rPr lang="de-DE" sz="1400"/>
                        <a:t>0.55-1</a:t>
                      </a:r>
                    </a:p>
                  </a:txBody>
                  <a:tcPr/>
                </a:tc>
                <a:tc>
                  <a:txBody>
                    <a:bodyPr/>
                    <a:lstStyle/>
                    <a:p>
                      <a:r>
                        <a:rPr lang="de-DE" sz="1400"/>
                        <a:t>0.60-1</a:t>
                      </a:r>
                    </a:p>
                  </a:txBody>
                  <a:tcPr/>
                </a:tc>
                <a:tc>
                  <a:txBody>
                    <a:bodyPr/>
                    <a:lstStyle/>
                    <a:p>
                      <a:pPr lvl="0">
                        <a:buNone/>
                      </a:pPr>
                      <a:r>
                        <a:rPr lang="de-DE" sz="1400"/>
                        <a:t>0.60-1</a:t>
                      </a:r>
                    </a:p>
                  </a:txBody>
                  <a:tcPr/>
                </a:tc>
                <a:tc>
                  <a:txBody>
                    <a:bodyPr/>
                    <a:lstStyle/>
                    <a:p>
                      <a:pPr lvl="0">
                        <a:buNone/>
                      </a:pPr>
                      <a:r>
                        <a:rPr lang="de-DE" sz="1400"/>
                        <a:t>0.55-1</a:t>
                      </a:r>
                    </a:p>
                  </a:txBody>
                  <a:tcPr/>
                </a:tc>
                <a:extLst>
                  <a:ext uri="{0D108BD9-81ED-4DB2-BD59-A6C34878D82A}">
                    <a16:rowId xmlns:a16="http://schemas.microsoft.com/office/drawing/2014/main" val="2377502259"/>
                  </a:ext>
                </a:extLst>
              </a:tr>
              <a:tr h="370839">
                <a:tc>
                  <a:txBody>
                    <a:bodyPr/>
                    <a:lstStyle/>
                    <a:p>
                      <a:pPr lvl="0">
                        <a:buNone/>
                      </a:pPr>
                      <a:r>
                        <a:rPr lang="de-DE" sz="1400" b="0" i="0" u="none" strike="noStrike" noProof="0">
                          <a:solidFill>
                            <a:srgbClr val="000000"/>
                          </a:solidFill>
                          <a:latin typeface="Arial"/>
                          <a:cs typeface="Arial"/>
                        </a:rPr>
                        <a:t>0.35</a:t>
                      </a:r>
                    </a:p>
                  </a:txBody>
                  <a:tcPr/>
                </a:tc>
                <a:tc>
                  <a:txBody>
                    <a:bodyPr/>
                    <a:lstStyle/>
                    <a:p>
                      <a:pPr lvl="0">
                        <a:buNone/>
                      </a:pPr>
                      <a:r>
                        <a:rPr lang="de-DE" sz="1400" b="0" i="0" u="none" strike="noStrike" noProof="0">
                          <a:solidFill>
                            <a:srgbClr val="000000"/>
                          </a:solidFill>
                          <a:latin typeface="Arial"/>
                          <a:cs typeface="Arial"/>
                        </a:rPr>
                        <a:t>0.45</a:t>
                      </a:r>
                    </a:p>
                  </a:txBody>
                  <a:tcPr/>
                </a:tc>
                <a:tc>
                  <a:txBody>
                    <a:bodyPr/>
                    <a:lstStyle/>
                    <a:p>
                      <a:pPr lvl="0">
                        <a:buNone/>
                      </a:pPr>
                      <a:r>
                        <a:rPr lang="de-DE" sz="1400" b="0" i="0" u="none" strike="noStrike" noProof="0">
                          <a:solidFill>
                            <a:srgbClr val="000000"/>
                          </a:solidFill>
                          <a:latin typeface="Arial"/>
                          <a:cs typeface="Arial"/>
                        </a:rPr>
                        <a:t>0.45</a:t>
                      </a:r>
                    </a:p>
                  </a:txBody>
                  <a:tcPr/>
                </a:tc>
                <a:tc>
                  <a:txBody>
                    <a:bodyPr/>
                    <a:lstStyle/>
                    <a:p>
                      <a:pPr lvl="0">
                        <a:buNone/>
                      </a:pPr>
                      <a:r>
                        <a:rPr lang="de-DE" sz="1400" b="0" i="0" u="none" strike="noStrike" noProof="0">
                          <a:solidFill>
                            <a:srgbClr val="000000"/>
                          </a:solidFill>
                          <a:latin typeface="Arial"/>
                          <a:cs typeface="Arial"/>
                        </a:rPr>
                        <a:t>0.45</a:t>
                      </a:r>
                    </a:p>
                  </a:txBody>
                  <a:tcPr/>
                </a:tc>
                <a:tc>
                  <a:txBody>
                    <a:bodyPr/>
                    <a:lstStyle/>
                    <a:p>
                      <a:pPr lvl="0">
                        <a:buNone/>
                      </a:pPr>
                      <a:r>
                        <a:rPr lang="de-DE" sz="1400" b="0" i="0" u="none" strike="noStrike" noProof="0">
                          <a:solidFill>
                            <a:srgbClr val="000000"/>
                          </a:solidFill>
                          <a:latin typeface="Arial"/>
                          <a:cs typeface="Arial"/>
                        </a:rPr>
                        <a:t>0.50</a:t>
                      </a:r>
                    </a:p>
                  </a:txBody>
                  <a:tcPr/>
                </a:tc>
                <a:tc>
                  <a:txBody>
                    <a:bodyPr/>
                    <a:lstStyle/>
                    <a:p>
                      <a:pPr lvl="0">
                        <a:buNone/>
                      </a:pPr>
                      <a:r>
                        <a:rPr lang="de-DE" sz="1400" b="0" i="0" u="none" strike="noStrike" noProof="0">
                          <a:solidFill>
                            <a:srgbClr val="000000"/>
                          </a:solidFill>
                          <a:latin typeface="Arial"/>
                          <a:cs typeface="Arial"/>
                        </a:rPr>
                        <a:t>0.50</a:t>
                      </a:r>
                    </a:p>
                  </a:txBody>
                  <a:tcPr/>
                </a:tc>
                <a:tc>
                  <a:txBody>
                    <a:bodyPr/>
                    <a:lstStyle/>
                    <a:p>
                      <a:pPr lvl="0">
                        <a:buNone/>
                      </a:pPr>
                      <a:r>
                        <a:rPr lang="de-DE" sz="1400" b="0" i="0" u="none" strike="noStrike" noProof="0">
                          <a:solidFill>
                            <a:srgbClr val="000000"/>
                          </a:solidFill>
                          <a:latin typeface="Arial"/>
                          <a:cs typeface="Arial"/>
                        </a:rPr>
                        <a:t>0.55</a:t>
                      </a:r>
                    </a:p>
                  </a:txBody>
                  <a:tcPr/>
                </a:tc>
                <a:tc>
                  <a:txBody>
                    <a:bodyPr/>
                    <a:lstStyle/>
                    <a:p>
                      <a:pPr lvl="0">
                        <a:buNone/>
                      </a:pPr>
                      <a:r>
                        <a:rPr lang="de-DE" sz="1400" b="0" i="0" u="none" strike="noStrike" noProof="0">
                          <a:solidFill>
                            <a:srgbClr val="000000"/>
                          </a:solidFill>
                          <a:latin typeface="Arial"/>
                          <a:cs typeface="Arial"/>
                        </a:rPr>
                        <a:t>0.55</a:t>
                      </a:r>
                    </a:p>
                  </a:txBody>
                  <a:tcPr/>
                </a:tc>
                <a:tc>
                  <a:txBody>
                    <a:bodyPr/>
                    <a:lstStyle/>
                    <a:p>
                      <a:pPr lvl="0">
                        <a:buNone/>
                      </a:pPr>
                      <a:r>
                        <a:rPr lang="de-DE" sz="1400" b="0" i="0" u="none" strike="noStrike" noProof="0">
                          <a:solidFill>
                            <a:srgbClr val="000000"/>
                          </a:solidFill>
                          <a:latin typeface="Arial"/>
                          <a:cs typeface="Arial"/>
                        </a:rPr>
                        <a:t>0.50</a:t>
                      </a:r>
                    </a:p>
                  </a:txBody>
                  <a:tcPr/>
                </a:tc>
                <a:tc>
                  <a:txBody>
                    <a:bodyPr/>
                    <a:lstStyle/>
                    <a:p>
                      <a:pPr lvl="0">
                        <a:buNone/>
                      </a:pPr>
                      <a:r>
                        <a:rPr lang="de-DE" sz="1400" b="0" i="0" u="none" strike="noStrike" noProof="0">
                          <a:solidFill>
                            <a:srgbClr val="000000"/>
                          </a:solidFill>
                          <a:latin typeface="Arial"/>
                          <a:cs typeface="Arial"/>
                        </a:rPr>
                        <a:t>0.60-1</a:t>
                      </a:r>
                    </a:p>
                  </a:txBody>
                  <a:tcPr/>
                </a:tc>
                <a:tc>
                  <a:txBody>
                    <a:bodyPr/>
                    <a:lstStyle/>
                    <a:p>
                      <a:pPr lvl="0">
                        <a:buNone/>
                      </a:pPr>
                      <a:r>
                        <a:rPr lang="de-DE" sz="1400" b="0" i="0" u="none" strike="noStrike" noProof="0">
                          <a:solidFill>
                            <a:srgbClr val="000000"/>
                          </a:solidFill>
                          <a:latin typeface="Arial"/>
                          <a:cs typeface="Arial"/>
                        </a:rPr>
                        <a:t>0.60-1</a:t>
                      </a:r>
                    </a:p>
                  </a:txBody>
                  <a:tcPr/>
                </a:tc>
                <a:tc>
                  <a:txBody>
                    <a:bodyPr/>
                    <a:lstStyle/>
                    <a:p>
                      <a:pPr lvl="0">
                        <a:buNone/>
                      </a:pPr>
                      <a:r>
                        <a:rPr lang="de-DE" sz="1400" b="0" i="0" u="none" strike="noStrike" noProof="0">
                          <a:solidFill>
                            <a:srgbClr val="000000"/>
                          </a:solidFill>
                          <a:latin typeface="Arial"/>
                          <a:cs typeface="Arial"/>
                        </a:rPr>
                        <a:t>0.50</a:t>
                      </a:r>
                    </a:p>
                  </a:txBody>
                  <a:tcPr/>
                </a:tc>
                <a:extLst>
                  <a:ext uri="{0D108BD9-81ED-4DB2-BD59-A6C34878D82A}">
                    <a16:rowId xmlns:a16="http://schemas.microsoft.com/office/drawing/2014/main" val="4180923322"/>
                  </a:ext>
                </a:extLst>
              </a:tr>
              <a:tr h="370838">
                <a:tc>
                  <a:txBody>
                    <a:bodyPr/>
                    <a:lstStyle/>
                    <a:p>
                      <a:pPr lvl="0">
                        <a:buNone/>
                      </a:pPr>
                      <a:r>
                        <a:rPr lang="de-DE" sz="1400"/>
                        <a:t>0.35</a:t>
                      </a:r>
                    </a:p>
                  </a:txBody>
                  <a:tcPr/>
                </a:tc>
                <a:tc>
                  <a:txBody>
                    <a:bodyPr/>
                    <a:lstStyle/>
                    <a:p>
                      <a:pPr lvl="0">
                        <a:buNone/>
                      </a:pPr>
                      <a:r>
                        <a:rPr lang="de-DE" sz="1400"/>
                        <a:t>0.45</a:t>
                      </a:r>
                    </a:p>
                  </a:txBody>
                  <a:tcPr/>
                </a:tc>
                <a:tc>
                  <a:txBody>
                    <a:bodyPr/>
                    <a:lstStyle/>
                    <a:p>
                      <a:pPr lvl="0">
                        <a:buNone/>
                      </a:pPr>
                      <a:r>
                        <a:rPr lang="de-DE" sz="1400"/>
                        <a:t>0.35</a:t>
                      </a:r>
                    </a:p>
                  </a:txBody>
                  <a:tcPr/>
                </a:tc>
                <a:tc>
                  <a:txBody>
                    <a:bodyPr/>
                    <a:lstStyle/>
                    <a:p>
                      <a:pPr lvl="0">
                        <a:buNone/>
                      </a:pPr>
                      <a:r>
                        <a:rPr lang="de-DE" sz="1400"/>
                        <a:t>0.35</a:t>
                      </a:r>
                    </a:p>
                  </a:txBody>
                  <a:tcPr/>
                </a:tc>
                <a:tc>
                  <a:txBody>
                    <a:bodyPr/>
                    <a:lstStyle/>
                    <a:p>
                      <a:pPr lvl="0">
                        <a:buNone/>
                      </a:pPr>
                      <a:r>
                        <a:rPr lang="de-DE" sz="1400"/>
                        <a:t>0.45</a:t>
                      </a:r>
                    </a:p>
                  </a:txBody>
                  <a:tcPr/>
                </a:tc>
                <a:tc>
                  <a:txBody>
                    <a:bodyPr/>
                    <a:lstStyle/>
                    <a:p>
                      <a:pPr lvl="0">
                        <a:buNone/>
                      </a:pPr>
                      <a:r>
                        <a:rPr lang="de-DE" sz="1400"/>
                        <a:t>0.50</a:t>
                      </a:r>
                    </a:p>
                  </a:txBody>
                  <a:tcPr/>
                </a:tc>
                <a:tc>
                  <a:txBody>
                    <a:bodyPr/>
                    <a:lstStyle/>
                    <a:p>
                      <a:pPr lvl="0">
                        <a:buNone/>
                      </a:pPr>
                      <a:r>
                        <a:rPr lang="de-DE" sz="1400"/>
                        <a:t>0.55</a:t>
                      </a:r>
                    </a:p>
                  </a:txBody>
                  <a:tcPr/>
                </a:tc>
                <a:tc>
                  <a:txBody>
                    <a:bodyPr/>
                    <a:lstStyle/>
                    <a:p>
                      <a:pPr lvl="0">
                        <a:buNone/>
                      </a:pPr>
                      <a:r>
                        <a:rPr lang="de-DE" sz="1400"/>
                        <a:t>0.55</a:t>
                      </a:r>
                    </a:p>
                  </a:txBody>
                  <a:tcPr/>
                </a:tc>
                <a:tc>
                  <a:txBody>
                    <a:bodyPr/>
                    <a:lstStyle/>
                    <a:p>
                      <a:pPr lvl="0">
                        <a:buNone/>
                      </a:pPr>
                      <a:r>
                        <a:rPr lang="de-DE" sz="1400"/>
                        <a:t>0.45</a:t>
                      </a:r>
                    </a:p>
                  </a:txBody>
                  <a:tcPr/>
                </a:tc>
                <a:tc>
                  <a:txBody>
                    <a:bodyPr/>
                    <a:lstStyle/>
                    <a:p>
                      <a:pPr lvl="0">
                        <a:buNone/>
                      </a:pPr>
                      <a:r>
                        <a:rPr lang="de-DE" sz="1400"/>
                        <a:t>0.70-1</a:t>
                      </a:r>
                    </a:p>
                  </a:txBody>
                  <a:tcPr/>
                </a:tc>
                <a:tc>
                  <a:txBody>
                    <a:bodyPr/>
                    <a:lstStyle/>
                    <a:p>
                      <a:pPr lvl="0">
                        <a:buNone/>
                      </a:pPr>
                      <a:r>
                        <a:rPr lang="de-DE" sz="1400"/>
                        <a:t>0.65-1</a:t>
                      </a:r>
                    </a:p>
                  </a:txBody>
                  <a:tcPr/>
                </a:tc>
                <a:tc>
                  <a:txBody>
                    <a:bodyPr/>
                    <a:lstStyle/>
                    <a:p>
                      <a:pPr lvl="0">
                        <a:buNone/>
                      </a:pPr>
                      <a:r>
                        <a:rPr lang="de-DE" sz="1400"/>
                        <a:t>0.50</a:t>
                      </a:r>
                    </a:p>
                  </a:txBody>
                  <a:tcPr/>
                </a:tc>
                <a:extLst>
                  <a:ext uri="{0D108BD9-81ED-4DB2-BD59-A6C34878D82A}">
                    <a16:rowId xmlns:a16="http://schemas.microsoft.com/office/drawing/2014/main" val="3425758347"/>
                  </a:ext>
                </a:extLst>
              </a:tr>
              <a:tr h="370838">
                <a:tc>
                  <a:txBody>
                    <a:bodyPr/>
                    <a:lstStyle/>
                    <a:p>
                      <a:pPr lvl="0">
                        <a:buNone/>
                      </a:pPr>
                      <a:r>
                        <a:rPr lang="de-DE" sz="1400"/>
                        <a:t>0.20</a:t>
                      </a:r>
                    </a:p>
                  </a:txBody>
                  <a:tcPr/>
                </a:tc>
                <a:tc>
                  <a:txBody>
                    <a:bodyPr/>
                    <a:lstStyle/>
                    <a:p>
                      <a:pPr lvl="0">
                        <a:buNone/>
                      </a:pPr>
                      <a:r>
                        <a:rPr lang="de-DE" sz="1400"/>
                        <a:t>0.40</a:t>
                      </a:r>
                    </a:p>
                  </a:txBody>
                  <a:tcPr/>
                </a:tc>
                <a:tc>
                  <a:txBody>
                    <a:bodyPr/>
                    <a:lstStyle/>
                    <a:p>
                      <a:pPr lvl="0">
                        <a:buNone/>
                      </a:pPr>
                      <a:r>
                        <a:rPr lang="de-DE" sz="1400"/>
                        <a:t>0.45</a:t>
                      </a:r>
                    </a:p>
                  </a:txBody>
                  <a:tcPr/>
                </a:tc>
                <a:tc>
                  <a:txBody>
                    <a:bodyPr/>
                    <a:lstStyle/>
                    <a:p>
                      <a:pPr lvl="0">
                        <a:buNone/>
                      </a:pPr>
                      <a:r>
                        <a:rPr lang="de-DE" sz="1400"/>
                        <a:t>0.45</a:t>
                      </a:r>
                    </a:p>
                  </a:txBody>
                  <a:tcPr/>
                </a:tc>
                <a:tc>
                  <a:txBody>
                    <a:bodyPr/>
                    <a:lstStyle/>
                    <a:p>
                      <a:pPr lvl="0">
                        <a:buNone/>
                      </a:pPr>
                      <a:r>
                        <a:rPr lang="de-DE" sz="1400"/>
                        <a:t>0.45</a:t>
                      </a:r>
                    </a:p>
                  </a:txBody>
                  <a:tcPr/>
                </a:tc>
                <a:tc>
                  <a:txBody>
                    <a:bodyPr/>
                    <a:lstStyle/>
                    <a:p>
                      <a:pPr lvl="0">
                        <a:buNone/>
                      </a:pPr>
                      <a:r>
                        <a:rPr lang="de-DE" sz="1400"/>
                        <a:t>0.50</a:t>
                      </a:r>
                    </a:p>
                  </a:txBody>
                  <a:tcPr/>
                </a:tc>
                <a:tc>
                  <a:txBody>
                    <a:bodyPr/>
                    <a:lstStyle/>
                    <a:p>
                      <a:pPr lvl="0">
                        <a:buNone/>
                      </a:pPr>
                      <a:r>
                        <a:rPr lang="de-DE" sz="1400"/>
                        <a:t>0.55</a:t>
                      </a:r>
                    </a:p>
                  </a:txBody>
                  <a:tcPr/>
                </a:tc>
                <a:tc>
                  <a:txBody>
                    <a:bodyPr/>
                    <a:lstStyle/>
                    <a:p>
                      <a:pPr lvl="0">
                        <a:buNone/>
                      </a:pPr>
                      <a:r>
                        <a:rPr lang="de-DE" sz="1400"/>
                        <a:t>0.55</a:t>
                      </a:r>
                    </a:p>
                  </a:txBody>
                  <a:tcPr/>
                </a:tc>
                <a:tc>
                  <a:txBody>
                    <a:bodyPr/>
                    <a:lstStyle/>
                    <a:p>
                      <a:pPr lvl="0">
                        <a:buNone/>
                      </a:pPr>
                      <a:r>
                        <a:rPr lang="de-DE" sz="1400"/>
                        <a:t>0.45</a:t>
                      </a:r>
                    </a:p>
                  </a:txBody>
                  <a:tcPr/>
                </a:tc>
                <a:tc>
                  <a:txBody>
                    <a:bodyPr/>
                    <a:lstStyle/>
                    <a:p>
                      <a:pPr lvl="0">
                        <a:buNone/>
                      </a:pPr>
                      <a:r>
                        <a:rPr lang="de-DE" sz="1400"/>
                        <a:t>0.60-1</a:t>
                      </a:r>
                    </a:p>
                  </a:txBody>
                  <a:tcPr/>
                </a:tc>
                <a:tc>
                  <a:txBody>
                    <a:bodyPr/>
                    <a:lstStyle/>
                    <a:p>
                      <a:pPr lvl="0">
                        <a:buNone/>
                      </a:pPr>
                      <a:r>
                        <a:rPr lang="de-DE" sz="1400"/>
                        <a:t>0.55-1</a:t>
                      </a:r>
                    </a:p>
                  </a:txBody>
                  <a:tcPr/>
                </a:tc>
                <a:tc>
                  <a:txBody>
                    <a:bodyPr/>
                    <a:lstStyle/>
                    <a:p>
                      <a:pPr lvl="0">
                        <a:buNone/>
                      </a:pPr>
                      <a:r>
                        <a:rPr lang="de-DE" sz="1400"/>
                        <a:t>0.50</a:t>
                      </a:r>
                    </a:p>
                  </a:txBody>
                  <a:tcPr/>
                </a:tc>
                <a:extLst>
                  <a:ext uri="{0D108BD9-81ED-4DB2-BD59-A6C34878D82A}">
                    <a16:rowId xmlns:a16="http://schemas.microsoft.com/office/drawing/2014/main" val="3786543771"/>
                  </a:ext>
                </a:extLst>
              </a:tr>
              <a:tr h="370838">
                <a:tc>
                  <a:txBody>
                    <a:bodyPr/>
                    <a:lstStyle/>
                    <a:p>
                      <a:pPr lvl="0">
                        <a:buNone/>
                      </a:pPr>
                      <a:r>
                        <a:rPr lang="de-DE" sz="1400"/>
                        <a:t>0.35</a:t>
                      </a:r>
                    </a:p>
                  </a:txBody>
                  <a:tcPr/>
                </a:tc>
                <a:tc>
                  <a:txBody>
                    <a:bodyPr/>
                    <a:lstStyle/>
                    <a:p>
                      <a:pPr lvl="0">
                        <a:buNone/>
                      </a:pPr>
                      <a:r>
                        <a:rPr lang="de-DE" sz="1400"/>
                        <a:t>0.40</a:t>
                      </a:r>
                    </a:p>
                  </a:txBody>
                  <a:tcPr/>
                </a:tc>
                <a:tc>
                  <a:txBody>
                    <a:bodyPr/>
                    <a:lstStyle/>
                    <a:p>
                      <a:pPr lvl="0">
                        <a:buNone/>
                      </a:pPr>
                      <a:r>
                        <a:rPr lang="de-DE" sz="1400"/>
                        <a:t>0.50</a:t>
                      </a:r>
                    </a:p>
                  </a:txBody>
                  <a:tcPr/>
                </a:tc>
                <a:tc>
                  <a:txBody>
                    <a:bodyPr/>
                    <a:lstStyle/>
                    <a:p>
                      <a:pPr lvl="0">
                        <a:buNone/>
                      </a:pPr>
                      <a:r>
                        <a:rPr lang="de-DE" sz="1400"/>
                        <a:t>0.50</a:t>
                      </a:r>
                    </a:p>
                  </a:txBody>
                  <a:tcPr/>
                </a:tc>
                <a:tc>
                  <a:txBody>
                    <a:bodyPr/>
                    <a:lstStyle/>
                    <a:p>
                      <a:pPr lvl="0">
                        <a:buNone/>
                      </a:pPr>
                      <a:r>
                        <a:rPr lang="de-DE" sz="1400"/>
                        <a:t>0.55</a:t>
                      </a:r>
                    </a:p>
                  </a:txBody>
                  <a:tcPr/>
                </a:tc>
                <a:tc>
                  <a:txBody>
                    <a:bodyPr/>
                    <a:lstStyle/>
                    <a:p>
                      <a:pPr lvl="0">
                        <a:buNone/>
                      </a:pPr>
                      <a:r>
                        <a:rPr lang="de-DE" sz="1400"/>
                        <a:t>0.45</a:t>
                      </a:r>
                    </a:p>
                  </a:txBody>
                  <a:tcPr/>
                </a:tc>
                <a:tc>
                  <a:txBody>
                    <a:bodyPr/>
                    <a:lstStyle/>
                    <a:p>
                      <a:pPr lvl="0">
                        <a:buNone/>
                      </a:pPr>
                      <a:r>
                        <a:rPr lang="de-DE" sz="1400"/>
                        <a:t>0.45</a:t>
                      </a:r>
                    </a:p>
                  </a:txBody>
                  <a:tcPr/>
                </a:tc>
                <a:tc>
                  <a:txBody>
                    <a:bodyPr/>
                    <a:lstStyle/>
                    <a:p>
                      <a:pPr lvl="0">
                        <a:buNone/>
                      </a:pPr>
                      <a:r>
                        <a:rPr lang="de-DE" sz="1400"/>
                        <a:t>0.45</a:t>
                      </a:r>
                    </a:p>
                  </a:txBody>
                  <a:tcPr/>
                </a:tc>
                <a:tc>
                  <a:txBody>
                    <a:bodyPr/>
                    <a:lstStyle/>
                    <a:p>
                      <a:pPr lvl="0">
                        <a:buNone/>
                      </a:pPr>
                      <a:r>
                        <a:rPr lang="de-DE" sz="1400"/>
                        <a:t>0.40</a:t>
                      </a:r>
                    </a:p>
                  </a:txBody>
                  <a:tcPr/>
                </a:tc>
                <a:tc>
                  <a:txBody>
                    <a:bodyPr/>
                    <a:lstStyle/>
                    <a:p>
                      <a:pPr lvl="0">
                        <a:buNone/>
                      </a:pPr>
                      <a:r>
                        <a:rPr lang="de-DE" sz="1400"/>
                        <a:t>0.55</a:t>
                      </a:r>
                    </a:p>
                  </a:txBody>
                  <a:tcPr/>
                </a:tc>
                <a:tc>
                  <a:txBody>
                    <a:bodyPr/>
                    <a:lstStyle/>
                    <a:p>
                      <a:pPr lvl="0">
                        <a:buNone/>
                      </a:pPr>
                      <a:r>
                        <a:rPr lang="de-DE" sz="1400"/>
                        <a:t>0.55</a:t>
                      </a:r>
                    </a:p>
                  </a:txBody>
                  <a:tcPr/>
                </a:tc>
                <a:tc>
                  <a:txBody>
                    <a:bodyPr/>
                    <a:lstStyle/>
                    <a:p>
                      <a:pPr lvl="0">
                        <a:buNone/>
                      </a:pPr>
                      <a:r>
                        <a:rPr lang="de-DE" sz="1400"/>
                        <a:t>0.45</a:t>
                      </a:r>
                    </a:p>
                  </a:txBody>
                  <a:tcPr/>
                </a:tc>
                <a:extLst>
                  <a:ext uri="{0D108BD9-81ED-4DB2-BD59-A6C34878D82A}">
                    <a16:rowId xmlns:a16="http://schemas.microsoft.com/office/drawing/2014/main" val="3117144072"/>
                  </a:ext>
                </a:extLst>
              </a:tr>
            </a:tbl>
          </a:graphicData>
        </a:graphic>
      </p:graphicFrame>
    </p:spTree>
    <p:extLst>
      <p:ext uri="{BB962C8B-B14F-4D97-AF65-F5344CB8AC3E}">
        <p14:creationId xmlns:p14="http://schemas.microsoft.com/office/powerpoint/2010/main" val="144772760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Chart 2">
            <a:extLst>
              <a:ext uri="{FF2B5EF4-FFF2-40B4-BE49-F238E27FC236}">
                <a16:creationId xmlns:a16="http://schemas.microsoft.com/office/drawing/2014/main" id="{B5FF7C10-E7E0-2CFD-DF4C-34A01175B74C}"/>
              </a:ext>
            </a:extLst>
          </p:cNvPr>
          <p:cNvGraphicFramePr/>
          <p:nvPr>
            <p:extLst>
              <p:ext uri="{D42A27DB-BD31-4B8C-83A1-F6EECF244321}">
                <p14:modId xmlns:p14="http://schemas.microsoft.com/office/powerpoint/2010/main" val="2273684593"/>
              </p:ext>
            </p:extLst>
          </p:nvPr>
        </p:nvGraphicFramePr>
        <p:xfrm>
          <a:off x="705971" y="1113491"/>
          <a:ext cx="7732058" cy="4629430"/>
        </p:xfrm>
        <a:graphic>
          <a:graphicData uri="http://schemas.openxmlformats.org/drawingml/2006/chart">
            <c:chart xmlns:c="http://schemas.openxmlformats.org/drawingml/2006/chart" xmlns:r="http://schemas.openxmlformats.org/officeDocument/2006/relationships" r:id="rId2"/>
          </a:graphicData>
        </a:graphic>
      </p:graphicFrame>
      <p:sp>
        <p:nvSpPr>
          <p:cNvPr id="7" name="Titel 1">
            <a:extLst>
              <a:ext uri="{FF2B5EF4-FFF2-40B4-BE49-F238E27FC236}">
                <a16:creationId xmlns:a16="http://schemas.microsoft.com/office/drawing/2014/main" id="{EEE3F536-DCFF-53BD-FA46-11983F539ED2}"/>
              </a:ext>
            </a:extLst>
          </p:cNvPr>
          <p:cNvSpPr>
            <a:spLocks noGrp="1"/>
          </p:cNvSpPr>
          <p:nvPr>
            <p:ph type="title"/>
          </p:nvPr>
        </p:nvSpPr>
        <p:spPr>
          <a:xfrm>
            <a:off x="288000" y="144000"/>
            <a:ext cx="8568000" cy="543600"/>
          </a:xfrm>
        </p:spPr>
        <p:txBody>
          <a:bodyPr/>
          <a:lstStyle/>
          <a:p>
            <a:r>
              <a:rPr lang="en-US" err="1">
                <a:latin typeface="Arial"/>
                <a:cs typeface="Arial"/>
              </a:rPr>
              <a:t>Feeder_metadata</a:t>
            </a:r>
            <a:r>
              <a:rPr lang="en-US">
                <a:latin typeface="Arial"/>
                <a:cs typeface="Arial"/>
              </a:rPr>
              <a:t> (Temperature = 0) gpt-5.2 rows=10</a:t>
            </a:r>
            <a:endParaRPr lang="en-US"/>
          </a:p>
        </p:txBody>
      </p:sp>
    </p:spTree>
    <p:extLst>
      <p:ext uri="{BB962C8B-B14F-4D97-AF65-F5344CB8AC3E}">
        <p14:creationId xmlns:p14="http://schemas.microsoft.com/office/powerpoint/2010/main" val="181685435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3874CB-E6A2-83DB-AA1A-6D9319B046E1}"/>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8C7DA975-835B-9743-F629-7799AB946A6C}"/>
              </a:ext>
            </a:extLst>
          </p:cNvPr>
          <p:cNvSpPr>
            <a:spLocks noGrp="1"/>
          </p:cNvSpPr>
          <p:nvPr>
            <p:ph type="title"/>
          </p:nvPr>
        </p:nvSpPr>
        <p:spPr/>
        <p:txBody>
          <a:bodyPr/>
          <a:lstStyle/>
          <a:p>
            <a:r>
              <a:rPr lang="en-US" err="1">
                <a:latin typeface="Arial"/>
                <a:cs typeface="Arial"/>
              </a:rPr>
              <a:t>Feeder_metadata</a:t>
            </a:r>
            <a:r>
              <a:rPr lang="en-US">
                <a:latin typeface="Arial"/>
                <a:cs typeface="Arial"/>
              </a:rPr>
              <a:t> gpt-5.5 rows=10</a:t>
            </a:r>
            <a:endParaRPr lang="en-US"/>
          </a:p>
        </p:txBody>
      </p:sp>
      <p:graphicFrame>
        <p:nvGraphicFramePr>
          <p:cNvPr id="4" name="Tabelle 3">
            <a:extLst>
              <a:ext uri="{FF2B5EF4-FFF2-40B4-BE49-F238E27FC236}">
                <a16:creationId xmlns:a16="http://schemas.microsoft.com/office/drawing/2014/main" id="{66743506-725E-8492-0048-3845E7201A02}"/>
              </a:ext>
            </a:extLst>
          </p:cNvPr>
          <p:cNvGraphicFramePr>
            <a:graphicFrameLocks noGrp="1"/>
          </p:cNvGraphicFramePr>
          <p:nvPr>
            <p:extLst>
              <p:ext uri="{D42A27DB-BD31-4B8C-83A1-F6EECF244321}">
                <p14:modId xmlns:p14="http://schemas.microsoft.com/office/powerpoint/2010/main" val="3070485799"/>
              </p:ext>
            </p:extLst>
          </p:nvPr>
        </p:nvGraphicFramePr>
        <p:xfrm>
          <a:off x="295015" y="976376"/>
          <a:ext cx="8536694" cy="4000676"/>
        </p:xfrm>
        <a:graphic>
          <a:graphicData uri="http://schemas.openxmlformats.org/drawingml/2006/table">
            <a:tbl>
              <a:tblPr firstRow="1" bandRow="1">
                <a:tableStyleId>{5C22544A-7EE6-4342-B048-85BDC9FD1C3A}</a:tableStyleId>
              </a:tblPr>
              <a:tblGrid>
                <a:gridCol w="713417">
                  <a:extLst>
                    <a:ext uri="{9D8B030D-6E8A-4147-A177-3AD203B41FA5}">
                      <a16:colId xmlns:a16="http://schemas.microsoft.com/office/drawing/2014/main" val="928571187"/>
                    </a:ext>
                  </a:extLst>
                </a:gridCol>
                <a:gridCol w="713417">
                  <a:extLst>
                    <a:ext uri="{9D8B030D-6E8A-4147-A177-3AD203B41FA5}">
                      <a16:colId xmlns:a16="http://schemas.microsoft.com/office/drawing/2014/main" val="3482727297"/>
                    </a:ext>
                  </a:extLst>
                </a:gridCol>
                <a:gridCol w="713417">
                  <a:extLst>
                    <a:ext uri="{9D8B030D-6E8A-4147-A177-3AD203B41FA5}">
                      <a16:colId xmlns:a16="http://schemas.microsoft.com/office/drawing/2014/main" val="2681182858"/>
                    </a:ext>
                  </a:extLst>
                </a:gridCol>
                <a:gridCol w="713417">
                  <a:extLst>
                    <a:ext uri="{9D8B030D-6E8A-4147-A177-3AD203B41FA5}">
                      <a16:colId xmlns:a16="http://schemas.microsoft.com/office/drawing/2014/main" val="149693097"/>
                    </a:ext>
                  </a:extLst>
                </a:gridCol>
                <a:gridCol w="713417">
                  <a:extLst>
                    <a:ext uri="{9D8B030D-6E8A-4147-A177-3AD203B41FA5}">
                      <a16:colId xmlns:a16="http://schemas.microsoft.com/office/drawing/2014/main" val="3124726241"/>
                    </a:ext>
                  </a:extLst>
                </a:gridCol>
                <a:gridCol w="713417">
                  <a:extLst>
                    <a:ext uri="{9D8B030D-6E8A-4147-A177-3AD203B41FA5}">
                      <a16:colId xmlns:a16="http://schemas.microsoft.com/office/drawing/2014/main" val="2154533912"/>
                    </a:ext>
                  </a:extLst>
                </a:gridCol>
                <a:gridCol w="713417">
                  <a:extLst>
                    <a:ext uri="{9D8B030D-6E8A-4147-A177-3AD203B41FA5}">
                      <a16:colId xmlns:a16="http://schemas.microsoft.com/office/drawing/2014/main" val="2092475998"/>
                    </a:ext>
                  </a:extLst>
                </a:gridCol>
                <a:gridCol w="713417">
                  <a:extLst>
                    <a:ext uri="{9D8B030D-6E8A-4147-A177-3AD203B41FA5}">
                      <a16:colId xmlns:a16="http://schemas.microsoft.com/office/drawing/2014/main" val="3910534623"/>
                    </a:ext>
                  </a:extLst>
                </a:gridCol>
                <a:gridCol w="713417">
                  <a:extLst>
                    <a:ext uri="{9D8B030D-6E8A-4147-A177-3AD203B41FA5}">
                      <a16:colId xmlns:a16="http://schemas.microsoft.com/office/drawing/2014/main" val="1805982607"/>
                    </a:ext>
                  </a:extLst>
                </a:gridCol>
                <a:gridCol w="713417">
                  <a:extLst>
                    <a:ext uri="{9D8B030D-6E8A-4147-A177-3AD203B41FA5}">
                      <a16:colId xmlns:a16="http://schemas.microsoft.com/office/drawing/2014/main" val="3967829655"/>
                    </a:ext>
                  </a:extLst>
                </a:gridCol>
                <a:gridCol w="713417">
                  <a:extLst>
                    <a:ext uri="{9D8B030D-6E8A-4147-A177-3AD203B41FA5}">
                      <a16:colId xmlns:a16="http://schemas.microsoft.com/office/drawing/2014/main" val="169780462"/>
                    </a:ext>
                  </a:extLst>
                </a:gridCol>
                <a:gridCol w="689107">
                  <a:extLst>
                    <a:ext uri="{9D8B030D-6E8A-4147-A177-3AD203B41FA5}">
                      <a16:colId xmlns:a16="http://schemas.microsoft.com/office/drawing/2014/main" val="683431738"/>
                    </a:ext>
                  </a:extLst>
                </a:gridCol>
              </a:tblGrid>
              <a:tr h="578470">
                <a:tc>
                  <a:txBody>
                    <a:bodyPr/>
                    <a:lstStyle/>
                    <a:p>
                      <a:endParaRPr lang="de-DE" sz="1400"/>
                    </a:p>
                  </a:txBody>
                  <a:tcPr/>
                </a:tc>
                <a:tc>
                  <a:txBody>
                    <a:bodyPr/>
                    <a:lstStyle/>
                    <a:p>
                      <a:pPr lvl="0">
                        <a:buNone/>
                      </a:pPr>
                      <a:r>
                        <a:rPr lang="de-DE" sz="1400" err="1"/>
                        <a:t>feeder</a:t>
                      </a:r>
                    </a:p>
                  </a:txBody>
                  <a:tcPr/>
                </a:tc>
                <a:tc>
                  <a:txBody>
                    <a:bodyPr/>
                    <a:lstStyle/>
                    <a:p>
                      <a:pPr marL="0" lvl="0" indent="0" algn="l">
                        <a:lnSpc>
                          <a:spcPct val="100000"/>
                        </a:lnSpc>
                        <a:buNone/>
                      </a:pPr>
                      <a:r>
                        <a:rPr lang="de-DE" sz="1400" b="1" i="0" u="none" strike="noStrike" baseline="0" noProof="0" err="1">
                          <a:solidFill>
                            <a:srgbClr val="FFFFFF"/>
                          </a:solidFill>
                          <a:latin typeface="Arial"/>
                          <a:cs typeface="Arial"/>
                        </a:rPr>
                        <a:t>substation</a:t>
                      </a:r>
                      <a:endParaRPr lang="de-DE" err="1"/>
                    </a:p>
                    <a:p>
                      <a:pPr lvl="0">
                        <a:buNone/>
                      </a:pPr>
                      <a:endParaRPr lang="de-DE" sz="1400"/>
                    </a:p>
                  </a:txBody>
                  <a:tcPr/>
                </a:tc>
                <a:tc>
                  <a:txBody>
                    <a:bodyPr/>
                    <a:lstStyle/>
                    <a:p>
                      <a:r>
                        <a:rPr lang="de-DE" sz="1400"/>
                        <a:t>date</a:t>
                      </a:r>
                    </a:p>
                  </a:txBody>
                  <a:tcPr/>
                </a:tc>
                <a:tc>
                  <a:txBody>
                    <a:bodyPr/>
                    <a:lstStyle/>
                    <a:p>
                      <a:r>
                        <a:rPr lang="de-DE" sz="1400" err="1"/>
                        <a:t>Housing_unit_count</a:t>
                      </a:r>
                    </a:p>
                  </a:txBody>
                  <a:tcPr/>
                </a:tc>
                <a:tc>
                  <a:txBody>
                    <a:bodyPr/>
                    <a:lstStyle/>
                    <a:p>
                      <a:pPr marL="0" lvl="0" indent="0" algn="l">
                        <a:lnSpc>
                          <a:spcPct val="100000"/>
                        </a:lnSpc>
                        <a:buNone/>
                      </a:pPr>
                      <a:r>
                        <a:rPr lang="de-DE" sz="1400" b="1" i="0" u="none" strike="noStrike" baseline="0" noProof="0" err="1">
                          <a:solidFill>
                            <a:srgbClr val="FFFFFF"/>
                          </a:solidFill>
                          <a:latin typeface="Arial"/>
                          <a:cs typeface="Arial"/>
                        </a:rPr>
                        <a:t>industry_and_commerce_count</a:t>
                      </a:r>
                      <a:endParaRPr lang="de-DE" err="1"/>
                    </a:p>
                    <a:p>
                      <a:pPr lvl="0">
                        <a:buNone/>
                      </a:pPr>
                      <a:endParaRPr lang="de-DE" sz="1400"/>
                    </a:p>
                  </a:txBody>
                  <a:tcPr/>
                </a:tc>
                <a:tc>
                  <a:txBody>
                    <a:bodyPr/>
                    <a:lstStyle/>
                    <a:p>
                      <a:pPr marL="0" lvl="0" indent="0" algn="l">
                        <a:lnSpc>
                          <a:spcPct val="100000"/>
                        </a:lnSpc>
                        <a:buNone/>
                      </a:pPr>
                      <a:r>
                        <a:rPr lang="de-DE" sz="1400" b="1" i="0" u="none" strike="noStrike" baseline="0" noProof="0" err="1">
                          <a:solidFill>
                            <a:srgbClr val="FFFFFF"/>
                          </a:solidFill>
                          <a:latin typeface="Arial"/>
                          <a:cs typeface="Arial"/>
                        </a:rPr>
                        <a:t>storage_heaters_kW</a:t>
                      </a:r>
                      <a:endParaRPr lang="de-DE" err="1"/>
                    </a:p>
                    <a:p>
                      <a:pPr lvl="0">
                        <a:buNone/>
                      </a:pPr>
                      <a:endParaRPr lang="de-DE" sz="1400"/>
                    </a:p>
                  </a:txBody>
                  <a:tcPr/>
                </a:tc>
                <a:tc>
                  <a:txBody>
                    <a:bodyPr/>
                    <a:lstStyle/>
                    <a:p>
                      <a:pPr marL="0" lvl="0" indent="0" algn="l">
                        <a:lnSpc>
                          <a:spcPct val="100000"/>
                        </a:lnSpc>
                        <a:buNone/>
                      </a:pPr>
                      <a:r>
                        <a:rPr lang="de-DE" sz="1400" b="1" i="0" u="none" strike="noStrike" baseline="0" noProof="0" err="1">
                          <a:solidFill>
                            <a:srgbClr val="FFFFFF"/>
                          </a:solidFill>
                          <a:latin typeface="Arial"/>
                          <a:cs typeface="Arial"/>
                        </a:rPr>
                        <a:t>heat_pumps_kW</a:t>
                      </a:r>
                      <a:endParaRPr lang="de-DE" err="1"/>
                    </a:p>
                    <a:p>
                      <a:pPr lvl="0">
                        <a:buNone/>
                      </a:pPr>
                      <a:endParaRPr lang="de-DE" sz="1400"/>
                    </a:p>
                  </a:txBody>
                  <a:tcPr/>
                </a:tc>
                <a:tc>
                  <a:txBody>
                    <a:bodyPr/>
                    <a:lstStyle/>
                    <a:p>
                      <a:pPr marL="0" lvl="0" indent="0" algn="l">
                        <a:lnSpc>
                          <a:spcPct val="100000"/>
                        </a:lnSpc>
                        <a:buNone/>
                      </a:pPr>
                      <a:r>
                        <a:rPr lang="de-DE" sz="1400" b="1" i="0" u="none" strike="noStrike" baseline="0" noProof="0" err="1">
                          <a:solidFill>
                            <a:srgbClr val="FFFFFF"/>
                          </a:solidFill>
                          <a:latin typeface="Arial"/>
                          <a:cs typeface="Arial"/>
                        </a:rPr>
                        <a:t>electric_heaters_kW</a:t>
                      </a:r>
                      <a:endParaRPr lang="de-DE" err="1"/>
                    </a:p>
                    <a:p>
                      <a:pPr lvl="0">
                        <a:buNone/>
                      </a:pPr>
                      <a:endParaRPr lang="de-DE" sz="1400"/>
                    </a:p>
                  </a:txBody>
                  <a:tcPr/>
                </a:tc>
                <a:tc>
                  <a:txBody>
                    <a:bodyPr/>
                    <a:lstStyle/>
                    <a:p>
                      <a:pPr marL="0" lvl="0" indent="0" algn="l">
                        <a:lnSpc>
                          <a:spcPct val="100000"/>
                        </a:lnSpc>
                        <a:buNone/>
                      </a:pPr>
                      <a:r>
                        <a:rPr lang="de-DE" sz="1400" b="1" i="0" u="none" strike="noStrike" baseline="0" noProof="0" err="1">
                          <a:solidFill>
                            <a:srgbClr val="FFFFFF"/>
                          </a:solidFill>
                          <a:latin typeface="Arial"/>
                          <a:cs typeface="Arial"/>
                        </a:rPr>
                        <a:t>hot_water_tanks_kW</a:t>
                      </a:r>
                      <a:endParaRPr lang="de-DE" err="1"/>
                    </a:p>
                    <a:p>
                      <a:pPr lvl="0">
                        <a:buNone/>
                      </a:pPr>
                      <a:endParaRPr lang="de-DE" sz="1400"/>
                    </a:p>
                  </a:txBody>
                  <a:tcPr/>
                </a:tc>
                <a:tc>
                  <a:txBody>
                    <a:bodyPr/>
                    <a:lstStyle/>
                    <a:p>
                      <a:pPr marL="0" lvl="0" indent="0" algn="l">
                        <a:lnSpc>
                          <a:spcPct val="100000"/>
                        </a:lnSpc>
                        <a:buNone/>
                      </a:pPr>
                      <a:r>
                        <a:rPr lang="de-DE" sz="1400" b="1" i="0" u="none" strike="noStrike" baseline="0" noProof="0" err="1">
                          <a:solidFill>
                            <a:srgbClr val="FFFFFF"/>
                          </a:solidFill>
                          <a:latin typeface="Arial"/>
                          <a:cs typeface="Arial"/>
                        </a:rPr>
                        <a:t>flow-type_heaters_kW</a:t>
                      </a:r>
                      <a:endParaRPr lang="de-DE" err="1"/>
                    </a:p>
                    <a:p>
                      <a:pPr lvl="0">
                        <a:buNone/>
                      </a:pPr>
                      <a:endParaRPr lang="de-DE" sz="1400"/>
                    </a:p>
                  </a:txBody>
                  <a:tcPr/>
                </a:tc>
                <a:tc>
                  <a:txBody>
                    <a:bodyPr/>
                    <a:lstStyle/>
                    <a:p>
                      <a:pPr marL="0" lvl="0" indent="0" algn="l">
                        <a:lnSpc>
                          <a:spcPct val="100000"/>
                        </a:lnSpc>
                        <a:buNone/>
                      </a:pPr>
                      <a:r>
                        <a:rPr lang="de-DE" sz="1400" b="1" i="0" u="none" strike="noStrike" baseline="0" noProof="0" err="1">
                          <a:solidFill>
                            <a:srgbClr val="FFFFFF"/>
                          </a:solidFill>
                          <a:latin typeface="Arial"/>
                          <a:cs typeface="Arial"/>
                        </a:rPr>
                        <a:t>EV_chargers_kW</a:t>
                      </a:r>
                      <a:endParaRPr lang="de-DE" err="1"/>
                    </a:p>
                    <a:p>
                      <a:pPr lvl="0">
                        <a:buNone/>
                      </a:pPr>
                      <a:endParaRPr lang="de-DE" sz="1400"/>
                    </a:p>
                  </a:txBody>
                  <a:tcPr/>
                </a:tc>
                <a:extLst>
                  <a:ext uri="{0D108BD9-81ED-4DB2-BD59-A6C34878D82A}">
                    <a16:rowId xmlns:a16="http://schemas.microsoft.com/office/drawing/2014/main" val="2441269539"/>
                  </a:ext>
                </a:extLst>
              </a:tr>
              <a:tr h="426027">
                <a:tc>
                  <a:txBody>
                    <a:bodyPr/>
                    <a:lstStyle/>
                    <a:p>
                      <a:r>
                        <a:rPr lang="de-DE" sz="1400"/>
                        <a:t>1</a:t>
                      </a:r>
                    </a:p>
                  </a:txBody>
                  <a:tcPr/>
                </a:tc>
                <a:tc>
                  <a:txBody>
                    <a:bodyPr/>
                    <a:lstStyle/>
                    <a:p>
                      <a:r>
                        <a:rPr lang="de-DE" sz="1400"/>
                        <a:t>0.90</a:t>
                      </a:r>
                    </a:p>
                  </a:txBody>
                  <a:tcPr/>
                </a:tc>
                <a:tc>
                  <a:txBody>
                    <a:bodyPr/>
                    <a:lstStyle/>
                    <a:p>
                      <a:r>
                        <a:rPr lang="de-DE" sz="1400"/>
                        <a:t>0.90</a:t>
                      </a:r>
                    </a:p>
                  </a:txBody>
                  <a:tcPr/>
                </a:tc>
                <a:tc>
                  <a:txBody>
                    <a:bodyPr/>
                    <a:lstStyle/>
                    <a:p>
                      <a:r>
                        <a:rPr lang="de-DE" sz="1400"/>
                        <a:t>0.85</a:t>
                      </a:r>
                    </a:p>
                  </a:txBody>
                  <a:tcPr/>
                </a:tc>
                <a:tc>
                  <a:txBody>
                    <a:bodyPr/>
                    <a:lstStyle/>
                    <a:p>
                      <a:r>
                        <a:rPr lang="de-DE" sz="1400"/>
                        <a:t>0.70</a:t>
                      </a:r>
                    </a:p>
                  </a:txBody>
                  <a:tcPr/>
                </a:tc>
                <a:tc>
                  <a:txBody>
                    <a:bodyPr/>
                    <a:lstStyle/>
                    <a:p>
                      <a:r>
                        <a:rPr lang="de-DE" sz="1400"/>
                        <a:t>0.75</a:t>
                      </a:r>
                    </a:p>
                  </a:txBody>
                  <a:tcPr/>
                </a:tc>
                <a:tc>
                  <a:txBody>
                    <a:bodyPr/>
                    <a:lstStyle/>
                    <a:p>
                      <a:r>
                        <a:rPr lang="de-DE" sz="1400"/>
                        <a:t>0.65</a:t>
                      </a:r>
                    </a:p>
                  </a:txBody>
                  <a:tcPr/>
                </a:tc>
                <a:tc>
                  <a:txBody>
                    <a:bodyPr/>
                    <a:lstStyle/>
                    <a:p>
                      <a:pPr lvl="0">
                        <a:buNone/>
                      </a:pPr>
                      <a:r>
                        <a:rPr lang="de-DE" sz="1400" b="0" i="0" u="none" strike="noStrike" noProof="0">
                          <a:solidFill>
                            <a:srgbClr val="000000"/>
                          </a:solidFill>
                          <a:latin typeface="Arial"/>
                          <a:cs typeface="Arial"/>
                        </a:rPr>
                        <a:t>0.70</a:t>
                      </a:r>
                    </a:p>
                  </a:txBody>
                  <a:tcPr/>
                </a:tc>
                <a:tc>
                  <a:txBody>
                    <a:bodyPr/>
                    <a:lstStyle/>
                    <a:p>
                      <a:pPr lvl="0">
                        <a:buNone/>
                      </a:pPr>
                      <a:r>
                        <a:rPr lang="de-DE" sz="1400" b="0" i="0" u="none" strike="noStrike" noProof="0">
                          <a:solidFill>
                            <a:srgbClr val="000000"/>
                          </a:solidFill>
                          <a:latin typeface="Arial"/>
                          <a:cs typeface="Arial"/>
                        </a:rPr>
                        <a:t>0.65</a:t>
                      </a:r>
                    </a:p>
                  </a:txBody>
                  <a:tcPr/>
                </a:tc>
                <a:tc>
                  <a:txBody>
                    <a:bodyPr/>
                    <a:lstStyle/>
                    <a:p>
                      <a:pPr lvl="0">
                        <a:buNone/>
                      </a:pPr>
                      <a:r>
                        <a:rPr lang="de-DE" sz="1400" b="0" i="0" u="none" strike="noStrike" noProof="0">
                          <a:solidFill>
                            <a:srgbClr val="000000"/>
                          </a:solidFill>
                          <a:latin typeface="Arial"/>
                          <a:cs typeface="Arial"/>
                        </a:rPr>
                        <a:t>0.65</a:t>
                      </a:r>
                    </a:p>
                  </a:txBody>
                  <a:tcPr/>
                </a:tc>
                <a:tc>
                  <a:txBody>
                    <a:bodyPr/>
                    <a:lstStyle/>
                    <a:p>
                      <a:pPr lvl="0">
                        <a:buNone/>
                      </a:pPr>
                      <a:r>
                        <a:rPr lang="de-DE" sz="1400" b="0" i="0" u="none" strike="noStrike" noProof="0">
                          <a:solidFill>
                            <a:srgbClr val="000000"/>
                          </a:solidFill>
                          <a:latin typeface="Arial"/>
                          <a:cs typeface="Arial"/>
                        </a:rPr>
                        <a:t>0.65</a:t>
                      </a:r>
                    </a:p>
                  </a:txBody>
                  <a:tcPr/>
                </a:tc>
                <a:tc>
                  <a:txBody>
                    <a:bodyPr/>
                    <a:lstStyle/>
                    <a:p>
                      <a:pPr lvl="0">
                        <a:buNone/>
                      </a:pPr>
                      <a:r>
                        <a:rPr lang="de-DE" sz="1400" b="0" i="0" u="none" strike="noStrike" noProof="0">
                          <a:solidFill>
                            <a:srgbClr val="000000"/>
                          </a:solidFill>
                          <a:latin typeface="Arial"/>
                          <a:cs typeface="Arial"/>
                        </a:rPr>
                        <a:t>0.75</a:t>
                      </a:r>
                    </a:p>
                  </a:txBody>
                  <a:tcPr/>
                </a:tc>
                <a:extLst>
                  <a:ext uri="{0D108BD9-81ED-4DB2-BD59-A6C34878D82A}">
                    <a16:rowId xmlns:a16="http://schemas.microsoft.com/office/drawing/2014/main" val="43103680"/>
                  </a:ext>
                </a:extLst>
              </a:tr>
              <a:tr h="368709">
                <a:tc>
                  <a:txBody>
                    <a:bodyPr/>
                    <a:lstStyle/>
                    <a:p>
                      <a:r>
                        <a:rPr lang="de-DE" sz="1400"/>
                        <a:t>2</a:t>
                      </a:r>
                    </a:p>
                  </a:txBody>
                  <a:tcPr/>
                </a:tc>
                <a:tc>
                  <a:txBody>
                    <a:bodyPr/>
                    <a:lstStyle/>
                    <a:p>
                      <a:r>
                        <a:rPr lang="de-DE" sz="1400"/>
                        <a:t>0.95</a:t>
                      </a:r>
                    </a:p>
                  </a:txBody>
                  <a:tcPr/>
                </a:tc>
                <a:tc>
                  <a:txBody>
                    <a:bodyPr/>
                    <a:lstStyle/>
                    <a:p>
                      <a:r>
                        <a:rPr lang="de-DE" sz="1400"/>
                        <a:t>0.95</a:t>
                      </a:r>
                    </a:p>
                  </a:txBody>
                  <a:tcPr/>
                </a:tc>
                <a:tc>
                  <a:txBody>
                    <a:bodyPr/>
                    <a:lstStyle/>
                    <a:p>
                      <a:r>
                        <a:rPr lang="de-DE" sz="1400"/>
                        <a:t>0.85</a:t>
                      </a:r>
                    </a:p>
                  </a:txBody>
                  <a:tcPr/>
                </a:tc>
                <a:tc>
                  <a:txBody>
                    <a:bodyPr/>
                    <a:lstStyle/>
                    <a:p>
                      <a:r>
                        <a:rPr lang="de-DE" sz="1400"/>
                        <a:t>0.70</a:t>
                      </a:r>
                    </a:p>
                  </a:txBody>
                  <a:tcPr/>
                </a:tc>
                <a:tc>
                  <a:txBody>
                    <a:bodyPr/>
                    <a:lstStyle/>
                    <a:p>
                      <a:r>
                        <a:rPr lang="de-DE" sz="1400"/>
                        <a:t>0.75</a:t>
                      </a:r>
                    </a:p>
                  </a:txBody>
                  <a:tcPr/>
                </a:tc>
                <a:tc>
                  <a:txBody>
                    <a:bodyPr/>
                    <a:lstStyle/>
                    <a:p>
                      <a:r>
                        <a:rPr lang="de-DE" sz="1400"/>
                        <a:t>0.80</a:t>
                      </a:r>
                    </a:p>
                  </a:txBody>
                  <a:tcPr/>
                </a:tc>
                <a:tc>
                  <a:txBody>
                    <a:bodyPr/>
                    <a:lstStyle/>
                    <a:p>
                      <a:r>
                        <a:rPr lang="de-DE" sz="1400"/>
                        <a:t>0.78</a:t>
                      </a:r>
                    </a:p>
                  </a:txBody>
                  <a:tcPr/>
                </a:tc>
                <a:tc>
                  <a:txBody>
                    <a:bodyPr/>
                    <a:lstStyle/>
                    <a:p>
                      <a:r>
                        <a:rPr lang="de-DE" sz="1400"/>
                        <a:t>0.75</a:t>
                      </a:r>
                    </a:p>
                  </a:txBody>
                  <a:tcPr/>
                </a:tc>
                <a:tc>
                  <a:txBody>
                    <a:bodyPr/>
                    <a:lstStyle/>
                    <a:p>
                      <a:r>
                        <a:rPr lang="de-DE" sz="1400"/>
                        <a:t>0.75</a:t>
                      </a:r>
                    </a:p>
                  </a:txBody>
                  <a:tcPr/>
                </a:tc>
                <a:tc>
                  <a:txBody>
                    <a:bodyPr/>
                    <a:lstStyle/>
                    <a:p>
                      <a:pPr lvl="0">
                        <a:buNone/>
                      </a:pPr>
                      <a:r>
                        <a:rPr lang="de-DE" sz="1400"/>
                        <a:t>0.78</a:t>
                      </a:r>
                    </a:p>
                  </a:txBody>
                  <a:tcPr/>
                </a:tc>
                <a:tc>
                  <a:txBody>
                    <a:bodyPr/>
                    <a:lstStyle/>
                    <a:p>
                      <a:pPr lvl="0">
                        <a:buNone/>
                      </a:pPr>
                      <a:r>
                        <a:rPr lang="de-DE" sz="1400"/>
                        <a:t>0.82</a:t>
                      </a:r>
                    </a:p>
                  </a:txBody>
                  <a:tcPr/>
                </a:tc>
                <a:extLst>
                  <a:ext uri="{0D108BD9-81ED-4DB2-BD59-A6C34878D82A}">
                    <a16:rowId xmlns:a16="http://schemas.microsoft.com/office/drawing/2014/main" val="3187255955"/>
                  </a:ext>
                </a:extLst>
              </a:tr>
              <a:tr h="405245">
                <a:tc>
                  <a:txBody>
                    <a:bodyPr/>
                    <a:lstStyle/>
                    <a:p>
                      <a:pPr lvl="0">
                        <a:buNone/>
                      </a:pPr>
                      <a:r>
                        <a:rPr lang="de-DE" sz="1400"/>
                        <a:t>3</a:t>
                      </a:r>
                    </a:p>
                  </a:txBody>
                  <a:tcPr/>
                </a:tc>
                <a:tc>
                  <a:txBody>
                    <a:bodyPr/>
                    <a:lstStyle/>
                    <a:p>
                      <a:pPr lvl="0">
                        <a:buNone/>
                      </a:pPr>
                      <a:r>
                        <a:rPr lang="de-DE" sz="1400"/>
                        <a:t>0.95</a:t>
                      </a:r>
                    </a:p>
                  </a:txBody>
                  <a:tcPr/>
                </a:tc>
                <a:tc>
                  <a:txBody>
                    <a:bodyPr/>
                    <a:lstStyle/>
                    <a:p>
                      <a:pPr lvl="0">
                        <a:buNone/>
                      </a:pPr>
                      <a:r>
                        <a:rPr lang="de-DE" sz="1400"/>
                        <a:t>0.95</a:t>
                      </a:r>
                    </a:p>
                  </a:txBody>
                  <a:tcPr/>
                </a:tc>
                <a:tc>
                  <a:txBody>
                    <a:bodyPr/>
                    <a:lstStyle/>
                    <a:p>
                      <a:pPr lvl="0">
                        <a:buNone/>
                      </a:pPr>
                      <a:r>
                        <a:rPr lang="de-DE" sz="1400"/>
                        <a:t>0.85</a:t>
                      </a:r>
                    </a:p>
                  </a:txBody>
                  <a:tcPr/>
                </a:tc>
                <a:tc>
                  <a:txBody>
                    <a:bodyPr/>
                    <a:lstStyle/>
                    <a:p>
                      <a:pPr lvl="0">
                        <a:buNone/>
                      </a:pPr>
                      <a:r>
                        <a:rPr lang="de-DE" sz="1400"/>
                        <a:t>0.70</a:t>
                      </a:r>
                    </a:p>
                  </a:txBody>
                  <a:tcPr/>
                </a:tc>
                <a:tc>
                  <a:txBody>
                    <a:bodyPr/>
                    <a:lstStyle/>
                    <a:p>
                      <a:pPr lvl="0">
                        <a:buNone/>
                      </a:pPr>
                      <a:r>
                        <a:rPr lang="de-DE" sz="1400"/>
                        <a:t>0.80</a:t>
                      </a:r>
                    </a:p>
                  </a:txBody>
                  <a:tcPr/>
                </a:tc>
                <a:tc>
                  <a:txBody>
                    <a:bodyPr/>
                    <a:lstStyle/>
                    <a:p>
                      <a:pPr lvl="0">
                        <a:buNone/>
                      </a:pPr>
                      <a:r>
                        <a:rPr lang="de-DE" sz="1400" b="0" i="0" u="none" strike="noStrike" noProof="0">
                          <a:solidFill>
                            <a:srgbClr val="000000"/>
                          </a:solidFill>
                          <a:latin typeface="Arial"/>
                          <a:cs typeface="Arial"/>
                        </a:rPr>
                        <a:t>0.68</a:t>
                      </a:r>
                    </a:p>
                  </a:txBody>
                  <a:tcPr/>
                </a:tc>
                <a:tc>
                  <a:txBody>
                    <a:bodyPr/>
                    <a:lstStyle/>
                    <a:p>
                      <a:pPr lvl="0">
                        <a:buNone/>
                      </a:pPr>
                      <a:r>
                        <a:rPr lang="de-DE" sz="1400" b="0" i="0" u="none" strike="noStrike" noProof="0">
                          <a:solidFill>
                            <a:srgbClr val="000000"/>
                          </a:solidFill>
                          <a:latin typeface="Arial"/>
                          <a:cs typeface="Arial"/>
                        </a:rPr>
                        <a:t>0.72</a:t>
                      </a:r>
                    </a:p>
                  </a:txBody>
                  <a:tcPr/>
                </a:tc>
                <a:tc>
                  <a:txBody>
                    <a:bodyPr/>
                    <a:lstStyle/>
                    <a:p>
                      <a:pPr lvl="0">
                        <a:buNone/>
                      </a:pPr>
                      <a:r>
                        <a:rPr lang="de-DE" sz="1400" b="0" i="0" u="none" strike="noStrike" noProof="0">
                          <a:solidFill>
                            <a:srgbClr val="000000"/>
                          </a:solidFill>
                          <a:latin typeface="Arial"/>
                          <a:cs typeface="Arial"/>
                        </a:rPr>
                        <a:t>0.65</a:t>
                      </a:r>
                    </a:p>
                  </a:txBody>
                  <a:tcPr/>
                </a:tc>
                <a:tc>
                  <a:txBody>
                    <a:bodyPr/>
                    <a:lstStyle/>
                    <a:p>
                      <a:pPr lvl="0">
                        <a:buNone/>
                      </a:pPr>
                      <a:r>
                        <a:rPr lang="de-DE" sz="1400" b="0" i="0" u="none" strike="noStrike" noProof="0">
                          <a:solidFill>
                            <a:srgbClr val="000000"/>
                          </a:solidFill>
                          <a:latin typeface="Arial"/>
                          <a:cs typeface="Arial"/>
                        </a:rPr>
                        <a:t>0.62</a:t>
                      </a:r>
                    </a:p>
                  </a:txBody>
                  <a:tcPr/>
                </a:tc>
                <a:tc>
                  <a:txBody>
                    <a:bodyPr/>
                    <a:lstStyle/>
                    <a:p>
                      <a:pPr lvl="0">
                        <a:buNone/>
                      </a:pPr>
                      <a:r>
                        <a:rPr lang="de-DE" sz="1400" b="0" i="0" u="none" strike="noStrike" noProof="0">
                          <a:solidFill>
                            <a:srgbClr val="000000"/>
                          </a:solidFill>
                          <a:latin typeface="Arial"/>
                          <a:cs typeface="Arial"/>
                        </a:rPr>
                        <a:t>0.62</a:t>
                      </a:r>
                    </a:p>
                  </a:txBody>
                  <a:tcPr/>
                </a:tc>
                <a:tc>
                  <a:txBody>
                    <a:bodyPr/>
                    <a:lstStyle/>
                    <a:p>
                      <a:pPr lvl="0">
                        <a:buNone/>
                      </a:pPr>
                      <a:r>
                        <a:rPr lang="de-DE" sz="1400" b="0" i="0" u="none" strike="noStrike" noProof="0">
                          <a:solidFill>
                            <a:srgbClr val="000000"/>
                          </a:solidFill>
                          <a:latin typeface="Arial"/>
                          <a:cs typeface="Arial"/>
                        </a:rPr>
                        <a:t>0.75</a:t>
                      </a:r>
                    </a:p>
                  </a:txBody>
                  <a:tcPr/>
                </a:tc>
                <a:extLst>
                  <a:ext uri="{0D108BD9-81ED-4DB2-BD59-A6C34878D82A}">
                    <a16:rowId xmlns:a16="http://schemas.microsoft.com/office/drawing/2014/main" val="3901482368"/>
                  </a:ext>
                </a:extLst>
              </a:tr>
              <a:tr h="405245">
                <a:tc>
                  <a:txBody>
                    <a:bodyPr/>
                    <a:lstStyle/>
                    <a:p>
                      <a:pPr lvl="0">
                        <a:buNone/>
                      </a:pPr>
                      <a:r>
                        <a:rPr lang="de-DE" sz="1400"/>
                        <a:t>4</a:t>
                      </a:r>
                    </a:p>
                  </a:txBody>
                  <a:tcPr/>
                </a:tc>
                <a:tc>
                  <a:txBody>
                    <a:bodyPr/>
                    <a:lstStyle/>
                    <a:p>
                      <a:pPr lvl="0">
                        <a:buNone/>
                      </a:pPr>
                      <a:r>
                        <a:rPr lang="de-DE" sz="1400"/>
                        <a:t>0.95</a:t>
                      </a:r>
                    </a:p>
                  </a:txBody>
                  <a:tcPr/>
                </a:tc>
                <a:tc>
                  <a:txBody>
                    <a:bodyPr/>
                    <a:lstStyle/>
                    <a:p>
                      <a:pPr lvl="0">
                        <a:buNone/>
                      </a:pPr>
                      <a:r>
                        <a:rPr lang="de-DE" sz="1400"/>
                        <a:t>0.95</a:t>
                      </a:r>
                    </a:p>
                  </a:txBody>
                  <a:tcPr/>
                </a:tc>
                <a:tc>
                  <a:txBody>
                    <a:bodyPr/>
                    <a:lstStyle/>
                    <a:p>
                      <a:pPr lvl="0">
                        <a:buNone/>
                      </a:pPr>
                      <a:r>
                        <a:rPr lang="de-DE" sz="1400"/>
                        <a:t>0.90</a:t>
                      </a:r>
                    </a:p>
                  </a:txBody>
                  <a:tcPr/>
                </a:tc>
                <a:tc>
                  <a:txBody>
                    <a:bodyPr/>
                    <a:lstStyle/>
                    <a:p>
                      <a:pPr lvl="0">
                        <a:buNone/>
                      </a:pPr>
                      <a:r>
                        <a:rPr lang="de-DE" sz="1400"/>
                        <a:t>0.75</a:t>
                      </a:r>
                    </a:p>
                  </a:txBody>
                  <a:tcPr/>
                </a:tc>
                <a:tc>
                  <a:txBody>
                    <a:bodyPr/>
                    <a:lstStyle/>
                    <a:p>
                      <a:pPr lvl="0">
                        <a:buNone/>
                      </a:pPr>
                      <a:r>
                        <a:rPr lang="de-DE" sz="1400"/>
                        <a:t>0.80</a:t>
                      </a:r>
                    </a:p>
                  </a:txBody>
                  <a:tcPr/>
                </a:tc>
                <a:tc>
                  <a:txBody>
                    <a:bodyPr/>
                    <a:lstStyle/>
                    <a:p>
                      <a:pPr lvl="0">
                        <a:buNone/>
                      </a:pPr>
                      <a:r>
                        <a:rPr lang="de-DE" sz="1400"/>
                        <a:t>0.85</a:t>
                      </a:r>
                    </a:p>
                  </a:txBody>
                  <a:tcPr/>
                </a:tc>
                <a:tc>
                  <a:txBody>
                    <a:bodyPr/>
                    <a:lstStyle/>
                    <a:p>
                      <a:pPr lvl="0">
                        <a:buNone/>
                      </a:pPr>
                      <a:r>
                        <a:rPr lang="de-DE" sz="1400"/>
                        <a:t>0.85</a:t>
                      </a:r>
                    </a:p>
                  </a:txBody>
                  <a:tcPr/>
                </a:tc>
                <a:tc>
                  <a:txBody>
                    <a:bodyPr/>
                    <a:lstStyle/>
                    <a:p>
                      <a:pPr lvl="0">
                        <a:buNone/>
                      </a:pPr>
                      <a:r>
                        <a:rPr lang="de-DE" sz="1400"/>
                        <a:t>0.80</a:t>
                      </a:r>
                    </a:p>
                  </a:txBody>
                  <a:tcPr/>
                </a:tc>
                <a:tc>
                  <a:txBody>
                    <a:bodyPr/>
                    <a:lstStyle/>
                    <a:p>
                      <a:pPr lvl="0">
                        <a:buNone/>
                      </a:pPr>
                      <a:r>
                        <a:rPr lang="de-DE" sz="1400"/>
                        <a:t>0.80</a:t>
                      </a:r>
                    </a:p>
                  </a:txBody>
                  <a:tcPr/>
                </a:tc>
                <a:tc>
                  <a:txBody>
                    <a:bodyPr/>
                    <a:lstStyle/>
                    <a:p>
                      <a:pPr lvl="0">
                        <a:buNone/>
                      </a:pPr>
                      <a:r>
                        <a:rPr lang="de-DE" sz="1400"/>
                        <a:t>0.80</a:t>
                      </a:r>
                    </a:p>
                  </a:txBody>
                  <a:tcPr/>
                </a:tc>
                <a:tc>
                  <a:txBody>
                    <a:bodyPr/>
                    <a:lstStyle/>
                    <a:p>
                      <a:pPr lvl="0">
                        <a:buNone/>
                      </a:pPr>
                      <a:r>
                        <a:rPr lang="de-DE" sz="1400"/>
                        <a:t>0.90</a:t>
                      </a:r>
                    </a:p>
                  </a:txBody>
                  <a:tcPr/>
                </a:tc>
                <a:extLst>
                  <a:ext uri="{0D108BD9-81ED-4DB2-BD59-A6C34878D82A}">
                    <a16:rowId xmlns:a16="http://schemas.microsoft.com/office/drawing/2014/main" val="1382547422"/>
                  </a:ext>
                </a:extLst>
              </a:tr>
              <a:tr h="405245">
                <a:tc>
                  <a:txBody>
                    <a:bodyPr/>
                    <a:lstStyle/>
                    <a:p>
                      <a:pPr lvl="0">
                        <a:buNone/>
                      </a:pPr>
                      <a:r>
                        <a:rPr lang="de-DE" sz="1400"/>
                        <a:t>5</a:t>
                      </a:r>
                    </a:p>
                  </a:txBody>
                  <a:tcPr/>
                </a:tc>
                <a:tc>
                  <a:txBody>
                    <a:bodyPr/>
                    <a:lstStyle/>
                    <a:p>
                      <a:pPr lvl="0">
                        <a:buNone/>
                      </a:pPr>
                      <a:r>
                        <a:rPr lang="de-DE" sz="1400" b="0" i="0" u="none" strike="noStrike" noProof="0">
                          <a:solidFill>
                            <a:srgbClr val="000000"/>
                          </a:solidFill>
                          <a:latin typeface="Arial"/>
                          <a:cs typeface="Arial"/>
                        </a:rPr>
                        <a:t>0.95</a:t>
                      </a:r>
                      <a:endParaRPr lang="en-US"/>
                    </a:p>
                  </a:txBody>
                  <a:tcPr/>
                </a:tc>
                <a:tc>
                  <a:txBody>
                    <a:bodyPr/>
                    <a:lstStyle/>
                    <a:p>
                      <a:pPr lvl="0">
                        <a:buNone/>
                      </a:pPr>
                      <a:r>
                        <a:rPr lang="de-DE" sz="1400" b="0" i="0" u="none" strike="noStrike" noProof="0">
                          <a:solidFill>
                            <a:srgbClr val="000000"/>
                          </a:solidFill>
                          <a:latin typeface="Arial"/>
                          <a:cs typeface="Arial"/>
                        </a:rPr>
                        <a:t>0.95</a:t>
                      </a:r>
                      <a:endParaRPr lang="en-US"/>
                    </a:p>
                  </a:txBody>
                  <a:tcPr/>
                </a:tc>
                <a:tc>
                  <a:txBody>
                    <a:bodyPr/>
                    <a:lstStyle/>
                    <a:p>
                      <a:pPr lvl="0">
                        <a:buNone/>
                      </a:pPr>
                      <a:r>
                        <a:rPr lang="de-DE" sz="1400"/>
                        <a:t>0.85</a:t>
                      </a:r>
                    </a:p>
                  </a:txBody>
                  <a:tcPr/>
                </a:tc>
                <a:tc>
                  <a:txBody>
                    <a:bodyPr/>
                    <a:lstStyle/>
                    <a:p>
                      <a:pPr lvl="0">
                        <a:buNone/>
                      </a:pPr>
                      <a:r>
                        <a:rPr lang="de-DE" sz="1400"/>
                        <a:t>0.75</a:t>
                      </a:r>
                    </a:p>
                  </a:txBody>
                  <a:tcPr/>
                </a:tc>
                <a:tc>
                  <a:txBody>
                    <a:bodyPr/>
                    <a:lstStyle/>
                    <a:p>
                      <a:pPr lvl="0">
                        <a:buNone/>
                      </a:pPr>
                      <a:r>
                        <a:rPr lang="de-DE" sz="1400"/>
                        <a:t>0.80</a:t>
                      </a:r>
                    </a:p>
                  </a:txBody>
                  <a:tcPr/>
                </a:tc>
                <a:tc>
                  <a:txBody>
                    <a:bodyPr/>
                    <a:lstStyle/>
                    <a:p>
                      <a:pPr lvl="0">
                        <a:buNone/>
                      </a:pPr>
                      <a:r>
                        <a:rPr lang="de-DE" sz="1400"/>
                        <a:t>0.80</a:t>
                      </a:r>
                    </a:p>
                  </a:txBody>
                  <a:tcPr/>
                </a:tc>
                <a:tc>
                  <a:txBody>
                    <a:bodyPr/>
                    <a:lstStyle/>
                    <a:p>
                      <a:pPr lvl="0">
                        <a:buNone/>
                      </a:pPr>
                      <a:r>
                        <a:rPr lang="de-DE" sz="1400"/>
                        <a:t>0.80</a:t>
                      </a:r>
                    </a:p>
                  </a:txBody>
                  <a:tcPr/>
                </a:tc>
                <a:tc>
                  <a:txBody>
                    <a:bodyPr/>
                    <a:lstStyle/>
                    <a:p>
                      <a:pPr lvl="0">
                        <a:buNone/>
                      </a:pPr>
                      <a:r>
                        <a:rPr lang="de-DE" sz="1400"/>
                        <a:t>0.78</a:t>
                      </a:r>
                    </a:p>
                  </a:txBody>
                  <a:tcPr/>
                </a:tc>
                <a:tc>
                  <a:txBody>
                    <a:bodyPr/>
                    <a:lstStyle/>
                    <a:p>
                      <a:pPr lvl="0">
                        <a:buNone/>
                      </a:pPr>
                      <a:r>
                        <a:rPr lang="de-DE" sz="1400"/>
                        <a:t>0.75</a:t>
                      </a:r>
                    </a:p>
                  </a:txBody>
                  <a:tcPr/>
                </a:tc>
                <a:tc>
                  <a:txBody>
                    <a:bodyPr/>
                    <a:lstStyle/>
                    <a:p>
                      <a:pPr lvl="0">
                        <a:buNone/>
                      </a:pPr>
                      <a:r>
                        <a:rPr lang="de-DE" sz="1400"/>
                        <a:t>0.75</a:t>
                      </a:r>
                    </a:p>
                  </a:txBody>
                  <a:tcPr/>
                </a:tc>
                <a:tc>
                  <a:txBody>
                    <a:bodyPr/>
                    <a:lstStyle/>
                    <a:p>
                      <a:pPr lvl="0">
                        <a:buNone/>
                      </a:pPr>
                      <a:r>
                        <a:rPr lang="de-DE" sz="1400"/>
                        <a:t>0.85</a:t>
                      </a:r>
                    </a:p>
                  </a:txBody>
                  <a:tcPr/>
                </a:tc>
                <a:extLst>
                  <a:ext uri="{0D108BD9-81ED-4DB2-BD59-A6C34878D82A}">
                    <a16:rowId xmlns:a16="http://schemas.microsoft.com/office/drawing/2014/main" val="1599548848"/>
                  </a:ext>
                </a:extLst>
              </a:tr>
              <a:tr h="405245">
                <a:tc>
                  <a:txBody>
                    <a:bodyPr/>
                    <a:lstStyle/>
                    <a:p>
                      <a:pPr lvl="0">
                        <a:buNone/>
                      </a:pPr>
                      <a:r>
                        <a:rPr lang="de-DE" sz="1400"/>
                        <a:t>6</a:t>
                      </a:r>
                    </a:p>
                  </a:txBody>
                  <a:tcPr/>
                </a:tc>
                <a:tc>
                  <a:txBody>
                    <a:bodyPr/>
                    <a:lstStyle/>
                    <a:p>
                      <a:pPr lvl="0">
                        <a:buNone/>
                      </a:pPr>
                      <a:r>
                        <a:rPr lang="de-DE" sz="1400" b="0" i="0" u="none" strike="noStrike" noProof="0">
                          <a:solidFill>
                            <a:srgbClr val="000000"/>
                          </a:solidFill>
                          <a:latin typeface="Arial"/>
                          <a:cs typeface="Arial"/>
                        </a:rPr>
                        <a:t>0.95</a:t>
                      </a:r>
                      <a:endParaRPr lang="en-US"/>
                    </a:p>
                  </a:txBody>
                  <a:tcPr/>
                </a:tc>
                <a:tc>
                  <a:txBody>
                    <a:bodyPr/>
                    <a:lstStyle/>
                    <a:p>
                      <a:pPr lvl="0">
                        <a:buNone/>
                      </a:pPr>
                      <a:r>
                        <a:rPr lang="de-DE" sz="1400" b="0" i="0" u="none" strike="noStrike" noProof="0">
                          <a:solidFill>
                            <a:srgbClr val="000000"/>
                          </a:solidFill>
                          <a:latin typeface="Arial"/>
                          <a:cs typeface="Arial"/>
                        </a:rPr>
                        <a:t>0.95</a:t>
                      </a:r>
                      <a:endParaRPr lang="en-US"/>
                    </a:p>
                  </a:txBody>
                  <a:tcPr/>
                </a:tc>
                <a:tc>
                  <a:txBody>
                    <a:bodyPr/>
                    <a:lstStyle/>
                    <a:p>
                      <a:pPr lvl="0">
                        <a:buNone/>
                      </a:pPr>
                      <a:r>
                        <a:rPr lang="de-DE" sz="1400"/>
                        <a:t>0.80</a:t>
                      </a:r>
                    </a:p>
                  </a:txBody>
                  <a:tcPr/>
                </a:tc>
                <a:tc>
                  <a:txBody>
                    <a:bodyPr/>
                    <a:lstStyle/>
                    <a:p>
                      <a:pPr lvl="0">
                        <a:buNone/>
                      </a:pPr>
                      <a:r>
                        <a:rPr lang="de-DE" sz="1400"/>
                        <a:t>0.65</a:t>
                      </a:r>
                    </a:p>
                  </a:txBody>
                  <a:tcPr/>
                </a:tc>
                <a:tc>
                  <a:txBody>
                    <a:bodyPr/>
                    <a:lstStyle/>
                    <a:p>
                      <a:pPr lvl="0">
                        <a:buNone/>
                      </a:pPr>
                      <a:r>
                        <a:rPr lang="de-DE" sz="1400"/>
                        <a:t>0.75</a:t>
                      </a:r>
                    </a:p>
                  </a:txBody>
                  <a:tcPr/>
                </a:tc>
                <a:tc>
                  <a:txBody>
                    <a:bodyPr/>
                    <a:lstStyle/>
                    <a:p>
                      <a:pPr lvl="0">
                        <a:buNone/>
                      </a:pPr>
                      <a:r>
                        <a:rPr lang="de-DE" sz="1400"/>
                        <a:t>0.70</a:t>
                      </a:r>
                    </a:p>
                  </a:txBody>
                  <a:tcPr/>
                </a:tc>
                <a:tc>
                  <a:txBody>
                    <a:bodyPr/>
                    <a:lstStyle/>
                    <a:p>
                      <a:pPr lvl="0">
                        <a:buNone/>
                      </a:pPr>
                      <a:r>
                        <a:rPr lang="de-DE" sz="1400"/>
                        <a:t>0.70</a:t>
                      </a:r>
                    </a:p>
                  </a:txBody>
                  <a:tcPr/>
                </a:tc>
                <a:tc>
                  <a:txBody>
                    <a:bodyPr/>
                    <a:lstStyle/>
                    <a:p>
                      <a:pPr lvl="0">
                        <a:buNone/>
                      </a:pPr>
                      <a:r>
                        <a:rPr lang="de-DE" sz="1400"/>
                        <a:t>0.65</a:t>
                      </a:r>
                    </a:p>
                  </a:txBody>
                  <a:tcPr/>
                </a:tc>
                <a:tc>
                  <a:txBody>
                    <a:bodyPr/>
                    <a:lstStyle/>
                    <a:p>
                      <a:pPr lvl="0">
                        <a:buNone/>
                      </a:pPr>
                      <a:r>
                        <a:rPr lang="de-DE" sz="1400"/>
                        <a:t>0.65</a:t>
                      </a:r>
                    </a:p>
                  </a:txBody>
                  <a:tcPr/>
                </a:tc>
                <a:tc>
                  <a:txBody>
                    <a:bodyPr/>
                    <a:lstStyle/>
                    <a:p>
                      <a:pPr lvl="0">
                        <a:buNone/>
                      </a:pPr>
                      <a:r>
                        <a:rPr lang="de-DE" sz="1400"/>
                        <a:t>0.65</a:t>
                      </a:r>
                    </a:p>
                  </a:txBody>
                  <a:tcPr/>
                </a:tc>
                <a:tc>
                  <a:txBody>
                    <a:bodyPr/>
                    <a:lstStyle/>
                    <a:p>
                      <a:pPr lvl="0">
                        <a:buNone/>
                      </a:pPr>
                      <a:r>
                        <a:rPr lang="de-DE" sz="1400"/>
                        <a:t>0.80</a:t>
                      </a:r>
                    </a:p>
                  </a:txBody>
                  <a:tcPr/>
                </a:tc>
                <a:extLst>
                  <a:ext uri="{0D108BD9-81ED-4DB2-BD59-A6C34878D82A}">
                    <a16:rowId xmlns:a16="http://schemas.microsoft.com/office/drawing/2014/main" val="2701468708"/>
                  </a:ext>
                </a:extLst>
              </a:tr>
            </a:tbl>
          </a:graphicData>
        </a:graphic>
      </p:graphicFrame>
      <p:graphicFrame>
        <p:nvGraphicFramePr>
          <p:cNvPr id="6" name="Tabelle 5">
            <a:extLst>
              <a:ext uri="{FF2B5EF4-FFF2-40B4-BE49-F238E27FC236}">
                <a16:creationId xmlns:a16="http://schemas.microsoft.com/office/drawing/2014/main" id="{B684717C-A365-B040-0D12-EB4C3D18CC4D}"/>
              </a:ext>
            </a:extLst>
          </p:cNvPr>
          <p:cNvGraphicFramePr>
            <a:graphicFrameLocks noGrp="1"/>
          </p:cNvGraphicFramePr>
          <p:nvPr>
            <p:extLst>
              <p:ext uri="{D42A27DB-BD31-4B8C-83A1-F6EECF244321}">
                <p14:modId xmlns:p14="http://schemas.microsoft.com/office/powerpoint/2010/main" val="875607511"/>
              </p:ext>
            </p:extLst>
          </p:nvPr>
        </p:nvGraphicFramePr>
        <p:xfrm>
          <a:off x="288607" y="5105550"/>
          <a:ext cx="8553444" cy="3596630"/>
        </p:xfrm>
        <a:graphic>
          <a:graphicData uri="http://schemas.openxmlformats.org/drawingml/2006/table">
            <a:tbl>
              <a:tblPr firstRow="1" bandRow="1">
                <a:tableStyleId>{5C22544A-7EE6-4342-B048-85BDC9FD1C3A}</a:tableStyleId>
              </a:tblPr>
              <a:tblGrid>
                <a:gridCol w="712787">
                  <a:extLst>
                    <a:ext uri="{9D8B030D-6E8A-4147-A177-3AD203B41FA5}">
                      <a16:colId xmlns:a16="http://schemas.microsoft.com/office/drawing/2014/main" val="894150566"/>
                    </a:ext>
                  </a:extLst>
                </a:gridCol>
                <a:gridCol w="712787">
                  <a:extLst>
                    <a:ext uri="{9D8B030D-6E8A-4147-A177-3AD203B41FA5}">
                      <a16:colId xmlns:a16="http://schemas.microsoft.com/office/drawing/2014/main" val="4010572092"/>
                    </a:ext>
                  </a:extLst>
                </a:gridCol>
                <a:gridCol w="712787">
                  <a:extLst>
                    <a:ext uri="{9D8B030D-6E8A-4147-A177-3AD203B41FA5}">
                      <a16:colId xmlns:a16="http://schemas.microsoft.com/office/drawing/2014/main" val="3271437378"/>
                    </a:ext>
                  </a:extLst>
                </a:gridCol>
                <a:gridCol w="712787">
                  <a:extLst>
                    <a:ext uri="{9D8B030D-6E8A-4147-A177-3AD203B41FA5}">
                      <a16:colId xmlns:a16="http://schemas.microsoft.com/office/drawing/2014/main" val="3580078458"/>
                    </a:ext>
                  </a:extLst>
                </a:gridCol>
                <a:gridCol w="712787">
                  <a:extLst>
                    <a:ext uri="{9D8B030D-6E8A-4147-A177-3AD203B41FA5}">
                      <a16:colId xmlns:a16="http://schemas.microsoft.com/office/drawing/2014/main" val="2224828075"/>
                    </a:ext>
                  </a:extLst>
                </a:gridCol>
                <a:gridCol w="712787">
                  <a:extLst>
                    <a:ext uri="{9D8B030D-6E8A-4147-A177-3AD203B41FA5}">
                      <a16:colId xmlns:a16="http://schemas.microsoft.com/office/drawing/2014/main" val="3053313761"/>
                    </a:ext>
                  </a:extLst>
                </a:gridCol>
                <a:gridCol w="712787">
                  <a:extLst>
                    <a:ext uri="{9D8B030D-6E8A-4147-A177-3AD203B41FA5}">
                      <a16:colId xmlns:a16="http://schemas.microsoft.com/office/drawing/2014/main" val="2014364257"/>
                    </a:ext>
                  </a:extLst>
                </a:gridCol>
                <a:gridCol w="712787">
                  <a:extLst>
                    <a:ext uri="{9D8B030D-6E8A-4147-A177-3AD203B41FA5}">
                      <a16:colId xmlns:a16="http://schemas.microsoft.com/office/drawing/2014/main" val="1831583623"/>
                    </a:ext>
                  </a:extLst>
                </a:gridCol>
                <a:gridCol w="712787">
                  <a:extLst>
                    <a:ext uri="{9D8B030D-6E8A-4147-A177-3AD203B41FA5}">
                      <a16:colId xmlns:a16="http://schemas.microsoft.com/office/drawing/2014/main" val="3705079698"/>
                    </a:ext>
                  </a:extLst>
                </a:gridCol>
                <a:gridCol w="712787">
                  <a:extLst>
                    <a:ext uri="{9D8B030D-6E8A-4147-A177-3AD203B41FA5}">
                      <a16:colId xmlns:a16="http://schemas.microsoft.com/office/drawing/2014/main" val="2293653269"/>
                    </a:ext>
                  </a:extLst>
                </a:gridCol>
                <a:gridCol w="712787">
                  <a:extLst>
                    <a:ext uri="{9D8B030D-6E8A-4147-A177-3AD203B41FA5}">
                      <a16:colId xmlns:a16="http://schemas.microsoft.com/office/drawing/2014/main" val="511868558"/>
                    </a:ext>
                  </a:extLst>
                </a:gridCol>
                <a:gridCol w="712787">
                  <a:extLst>
                    <a:ext uri="{9D8B030D-6E8A-4147-A177-3AD203B41FA5}">
                      <a16:colId xmlns:a16="http://schemas.microsoft.com/office/drawing/2014/main" val="549178337"/>
                    </a:ext>
                  </a:extLst>
                </a:gridCol>
              </a:tblGrid>
              <a:tr h="370840">
                <a:tc>
                  <a:txBody>
                    <a:bodyPr/>
                    <a:lstStyle/>
                    <a:p>
                      <a:pPr marL="0" lvl="0" indent="0" algn="l">
                        <a:lnSpc>
                          <a:spcPct val="100000"/>
                        </a:lnSpc>
                        <a:buNone/>
                      </a:pPr>
                      <a:r>
                        <a:rPr lang="de-DE" sz="1400" b="1" i="0" u="none" strike="noStrike" baseline="0" noProof="0" err="1">
                          <a:solidFill>
                            <a:srgbClr val="FFFFFF"/>
                          </a:solidFill>
                          <a:latin typeface="Arial"/>
                          <a:cs typeface="Arial"/>
                        </a:rPr>
                        <a:t>public_lighting_kW</a:t>
                      </a:r>
                      <a:endParaRPr lang="de-DE" sz="1400" err="1"/>
                    </a:p>
                    <a:p>
                      <a:pPr lvl="0">
                        <a:buNone/>
                      </a:pPr>
                      <a:endParaRPr lang="de-DE" sz="1400"/>
                    </a:p>
                  </a:txBody>
                  <a:tcPr/>
                </a:tc>
                <a:tc>
                  <a:txBody>
                    <a:bodyPr/>
                    <a:lstStyle/>
                    <a:p>
                      <a:pPr marL="0" lvl="0" indent="0" algn="l">
                        <a:lnSpc>
                          <a:spcPct val="100000"/>
                        </a:lnSpc>
                        <a:buNone/>
                      </a:pPr>
                      <a:r>
                        <a:rPr lang="de-DE" sz="1400" b="1" i="0" u="none" strike="noStrike" baseline="0" noProof="0" err="1">
                          <a:solidFill>
                            <a:srgbClr val="FFFFFF"/>
                          </a:solidFill>
                          <a:latin typeface="Arial"/>
                          <a:cs typeface="Arial"/>
                        </a:rPr>
                        <a:t>other_consumers_kW</a:t>
                      </a:r>
                      <a:endParaRPr lang="de-DE" err="1"/>
                    </a:p>
                    <a:p>
                      <a:pPr lvl="0">
                        <a:buNone/>
                      </a:pPr>
                      <a:endParaRPr lang="de-DE" sz="1400"/>
                    </a:p>
                  </a:txBody>
                  <a:tcPr/>
                </a:tc>
                <a:tc>
                  <a:txBody>
                    <a:bodyPr/>
                    <a:lstStyle/>
                    <a:p>
                      <a:pPr marL="0" lvl="0" indent="0" algn="l">
                        <a:lnSpc>
                          <a:spcPct val="100000"/>
                        </a:lnSpc>
                        <a:buNone/>
                      </a:pPr>
                      <a:r>
                        <a:rPr lang="de-DE" sz="1400" b="1" i="0" u="none" strike="noStrike" baseline="0" noProof="0" err="1">
                          <a:solidFill>
                            <a:srgbClr val="FFFFFF"/>
                          </a:solidFill>
                          <a:latin typeface="Arial"/>
                          <a:cs typeface="Arial"/>
                        </a:rPr>
                        <a:t>batteries_kW</a:t>
                      </a:r>
                      <a:endParaRPr lang="de-DE" err="1"/>
                    </a:p>
                    <a:p>
                      <a:pPr lvl="0">
                        <a:buNone/>
                      </a:pPr>
                      <a:endParaRPr lang="de-DE" sz="1400"/>
                    </a:p>
                  </a:txBody>
                  <a:tcPr/>
                </a:tc>
                <a:tc>
                  <a:txBody>
                    <a:bodyPr/>
                    <a:lstStyle/>
                    <a:p>
                      <a:pPr marL="0" lvl="0" indent="0" algn="l">
                        <a:lnSpc>
                          <a:spcPct val="100000"/>
                        </a:lnSpc>
                        <a:buNone/>
                      </a:pPr>
                      <a:r>
                        <a:rPr lang="de-DE" sz="1400" b="1" i="0" u="none" strike="noStrike" baseline="0" noProof="0" err="1">
                          <a:solidFill>
                            <a:srgbClr val="FFFFFF"/>
                          </a:solidFill>
                          <a:latin typeface="Arial"/>
                          <a:cs typeface="Arial"/>
                        </a:rPr>
                        <a:t>PV_systems_kW</a:t>
                      </a:r>
                      <a:endParaRPr lang="de-DE" err="1"/>
                    </a:p>
                    <a:p>
                      <a:pPr lvl="0">
                        <a:buNone/>
                      </a:pPr>
                      <a:endParaRPr lang="de-DE" sz="1400"/>
                    </a:p>
                  </a:txBody>
                  <a:tcPr/>
                </a:tc>
                <a:tc>
                  <a:txBody>
                    <a:bodyPr/>
                    <a:lstStyle/>
                    <a:p>
                      <a:pPr marL="0" lvl="0" indent="0" algn="l">
                        <a:lnSpc>
                          <a:spcPct val="100000"/>
                        </a:lnSpc>
                        <a:buNone/>
                      </a:pPr>
                      <a:r>
                        <a:rPr lang="de-DE" sz="1400" b="1" i="0" u="none" strike="noStrike" baseline="0" noProof="0" err="1">
                          <a:solidFill>
                            <a:srgbClr val="FFFFFF"/>
                          </a:solidFill>
                          <a:latin typeface="Arial"/>
                          <a:cs typeface="Arial"/>
                        </a:rPr>
                        <a:t>chp_kW</a:t>
                      </a:r>
                      <a:endParaRPr lang="de-DE" err="1"/>
                    </a:p>
                    <a:p>
                      <a:pPr lvl="0">
                        <a:buNone/>
                      </a:pPr>
                      <a:endParaRPr lang="de-DE" sz="1400"/>
                    </a:p>
                  </a:txBody>
                  <a:tcPr/>
                </a:tc>
                <a:tc>
                  <a:txBody>
                    <a:bodyPr/>
                    <a:lstStyle/>
                    <a:p>
                      <a:pPr marL="0" lvl="0" indent="0" algn="l">
                        <a:lnSpc>
                          <a:spcPct val="100000"/>
                        </a:lnSpc>
                        <a:buNone/>
                      </a:pPr>
                      <a:r>
                        <a:rPr lang="de-DE" sz="1400" b="1" i="0" u="none" strike="noStrike" baseline="0" noProof="0">
                          <a:solidFill>
                            <a:srgbClr val="FFFFFF"/>
                          </a:solidFill>
                          <a:latin typeface="Arial"/>
                          <a:cs typeface="Arial"/>
                        </a:rPr>
                        <a:t>g0_general_kWh</a:t>
                      </a:r>
                      <a:endParaRPr lang="de-DE"/>
                    </a:p>
                    <a:p>
                      <a:pPr lvl="0">
                        <a:buNone/>
                      </a:pPr>
                      <a:endParaRPr lang="de-DE" sz="1400"/>
                    </a:p>
                  </a:txBody>
                  <a:tcPr/>
                </a:tc>
                <a:tc>
                  <a:txBody>
                    <a:bodyPr/>
                    <a:lstStyle/>
                    <a:p>
                      <a:pPr marL="0" lvl="0" indent="0" algn="l">
                        <a:lnSpc>
                          <a:spcPct val="100000"/>
                        </a:lnSpc>
                        <a:buNone/>
                      </a:pPr>
                      <a:r>
                        <a:rPr lang="de-DE" sz="1400" b="1" i="0" u="none" strike="noStrike" baseline="0" noProof="0">
                          <a:solidFill>
                            <a:srgbClr val="FFFFFF"/>
                          </a:solidFill>
                          <a:latin typeface="Arial"/>
                          <a:cs typeface="Arial"/>
                        </a:rPr>
                        <a:t>g1_workdays_kWh</a:t>
                      </a:r>
                      <a:endParaRPr lang="de-DE"/>
                    </a:p>
                    <a:p>
                      <a:pPr lvl="0">
                        <a:buNone/>
                      </a:pPr>
                      <a:endParaRPr lang="de-DE" sz="1400"/>
                    </a:p>
                  </a:txBody>
                  <a:tcPr/>
                </a:tc>
                <a:tc>
                  <a:txBody>
                    <a:bodyPr/>
                    <a:lstStyle/>
                    <a:p>
                      <a:pPr marL="0" lvl="0" indent="0" algn="l">
                        <a:lnSpc>
                          <a:spcPct val="100000"/>
                        </a:lnSpc>
                        <a:buNone/>
                      </a:pPr>
                      <a:r>
                        <a:rPr lang="de-DE" sz="1400" b="1" i="0" u="none" strike="noStrike" baseline="0" noProof="0">
                          <a:solidFill>
                            <a:srgbClr val="FFFFFF"/>
                          </a:solidFill>
                          <a:latin typeface="Arial"/>
                          <a:cs typeface="Arial"/>
                        </a:rPr>
                        <a:t>g2_evening_kWh</a:t>
                      </a:r>
                      <a:endParaRPr lang="de-DE"/>
                    </a:p>
                    <a:p>
                      <a:pPr lvl="0">
                        <a:buNone/>
                      </a:pPr>
                      <a:endParaRPr lang="de-DE" sz="1400"/>
                    </a:p>
                  </a:txBody>
                  <a:tcPr/>
                </a:tc>
                <a:tc>
                  <a:txBody>
                    <a:bodyPr/>
                    <a:lstStyle/>
                    <a:p>
                      <a:pPr marL="0" lvl="0" indent="0" algn="l">
                        <a:lnSpc>
                          <a:spcPct val="100000"/>
                        </a:lnSpc>
                        <a:buNone/>
                      </a:pPr>
                      <a:r>
                        <a:rPr lang="de-DE" sz="1400" b="1" i="0" u="none" strike="noStrike" baseline="0" noProof="0">
                          <a:solidFill>
                            <a:srgbClr val="FFFFFF"/>
                          </a:solidFill>
                          <a:latin typeface="Arial"/>
                          <a:cs typeface="Arial"/>
                        </a:rPr>
                        <a:t>g3_gontinuous_kWh</a:t>
                      </a:r>
                      <a:endParaRPr lang="de-DE"/>
                    </a:p>
                    <a:p>
                      <a:pPr lvl="0">
                        <a:buNone/>
                      </a:pPr>
                      <a:endParaRPr lang="de-DE" sz="1400"/>
                    </a:p>
                  </a:txBody>
                  <a:tcPr/>
                </a:tc>
                <a:tc>
                  <a:txBody>
                    <a:bodyPr/>
                    <a:lstStyle/>
                    <a:p>
                      <a:pPr marL="0" lvl="0" indent="0" algn="l">
                        <a:lnSpc>
                          <a:spcPct val="100000"/>
                        </a:lnSpc>
                        <a:buNone/>
                      </a:pPr>
                      <a:r>
                        <a:rPr lang="de-DE" sz="1400" b="1" i="0" u="none" strike="noStrike" baseline="0" noProof="0">
                          <a:solidFill>
                            <a:srgbClr val="FFFFFF"/>
                          </a:solidFill>
                          <a:latin typeface="Arial"/>
                          <a:cs typeface="Arial"/>
                        </a:rPr>
                        <a:t>g4_shop_hairdresser_kWh</a:t>
                      </a:r>
                      <a:endParaRPr lang="de-DE"/>
                    </a:p>
                    <a:p>
                      <a:pPr lvl="0">
                        <a:buNone/>
                      </a:pPr>
                      <a:endParaRPr lang="de-DE" sz="1400"/>
                    </a:p>
                  </a:txBody>
                  <a:tcPr/>
                </a:tc>
                <a:tc>
                  <a:txBody>
                    <a:bodyPr/>
                    <a:lstStyle/>
                    <a:p>
                      <a:pPr marL="0" lvl="0" indent="0" algn="l">
                        <a:lnSpc>
                          <a:spcPct val="100000"/>
                        </a:lnSpc>
                        <a:buNone/>
                      </a:pPr>
                      <a:r>
                        <a:rPr lang="de-DE" sz="1400" b="1" i="0" u="none" strike="noStrike" baseline="0" noProof="0">
                          <a:solidFill>
                            <a:srgbClr val="FFFFFF"/>
                          </a:solidFill>
                          <a:latin typeface="Arial"/>
                          <a:cs typeface="Arial"/>
                        </a:rPr>
                        <a:t>g5_bakery_kWh</a:t>
                      </a:r>
                      <a:endParaRPr lang="de-DE"/>
                    </a:p>
                    <a:p>
                      <a:pPr lvl="0">
                        <a:buNone/>
                      </a:pPr>
                      <a:endParaRPr lang="de-DE" sz="1400"/>
                    </a:p>
                  </a:txBody>
                  <a:tcPr/>
                </a:tc>
                <a:tc>
                  <a:txBody>
                    <a:bodyPr/>
                    <a:lstStyle/>
                    <a:p>
                      <a:pPr marL="0" lvl="0" indent="0" algn="l">
                        <a:lnSpc>
                          <a:spcPct val="100000"/>
                        </a:lnSpc>
                        <a:buNone/>
                      </a:pPr>
                      <a:r>
                        <a:rPr lang="de-DE" sz="1400" b="1" i="0" u="none" strike="noStrike" baseline="0" noProof="0">
                          <a:solidFill>
                            <a:srgbClr val="FFFFFF"/>
                          </a:solidFill>
                          <a:latin typeface="Arial"/>
                          <a:cs typeface="Arial"/>
                        </a:rPr>
                        <a:t>g6_weekend_kWh</a:t>
                      </a:r>
                      <a:endParaRPr lang="de-DE"/>
                    </a:p>
                    <a:p>
                      <a:pPr lvl="0">
                        <a:buNone/>
                      </a:pPr>
                      <a:endParaRPr lang="de-DE" sz="1400"/>
                    </a:p>
                  </a:txBody>
                  <a:tcPr/>
                </a:tc>
                <a:extLst>
                  <a:ext uri="{0D108BD9-81ED-4DB2-BD59-A6C34878D82A}">
                    <a16:rowId xmlns:a16="http://schemas.microsoft.com/office/drawing/2014/main" val="4084541425"/>
                  </a:ext>
                </a:extLst>
              </a:tr>
              <a:tr h="370839">
                <a:tc>
                  <a:txBody>
                    <a:bodyPr/>
                    <a:lstStyle/>
                    <a:p>
                      <a:pPr lvl="0">
                        <a:buNone/>
                      </a:pPr>
                      <a:r>
                        <a:rPr lang="de-DE" sz="1400" b="0" i="0" u="none" strike="noStrike" noProof="0">
                          <a:solidFill>
                            <a:srgbClr val="000000"/>
                          </a:solidFill>
                          <a:latin typeface="Arial"/>
                          <a:cs typeface="Arial"/>
                        </a:rPr>
                        <a:t>0.45</a:t>
                      </a:r>
                    </a:p>
                  </a:txBody>
                  <a:tcPr/>
                </a:tc>
                <a:tc>
                  <a:txBody>
                    <a:bodyPr/>
                    <a:lstStyle/>
                    <a:p>
                      <a:pPr lvl="0">
                        <a:buNone/>
                      </a:pPr>
                      <a:r>
                        <a:rPr lang="de-DE" sz="1400" b="0" i="0" u="none" strike="noStrike" noProof="0">
                          <a:solidFill>
                            <a:srgbClr val="000000"/>
                          </a:solidFill>
                          <a:latin typeface="Arial"/>
                          <a:cs typeface="Arial"/>
                        </a:rPr>
                        <a:t>0.60</a:t>
                      </a:r>
                    </a:p>
                  </a:txBody>
                  <a:tcPr/>
                </a:tc>
                <a:tc>
                  <a:txBody>
                    <a:bodyPr/>
                    <a:lstStyle/>
                    <a:p>
                      <a:pPr lvl="0">
                        <a:buNone/>
                      </a:pPr>
                      <a:r>
                        <a:rPr lang="de-DE" sz="1400" b="0" i="0" u="none" strike="noStrike" noProof="0">
                          <a:solidFill>
                            <a:srgbClr val="000000"/>
                          </a:solidFill>
                          <a:latin typeface="Arial"/>
                          <a:cs typeface="Arial"/>
                        </a:rPr>
                        <a:t>0.70</a:t>
                      </a:r>
                    </a:p>
                  </a:txBody>
                  <a:tcPr/>
                </a:tc>
                <a:tc>
                  <a:txBody>
                    <a:bodyPr/>
                    <a:lstStyle/>
                    <a:p>
                      <a:pPr lvl="0">
                        <a:buNone/>
                      </a:pPr>
                      <a:r>
                        <a:rPr lang="de-DE" sz="1400" b="0" i="0" u="none" strike="noStrike" noProof="0">
                          <a:solidFill>
                            <a:srgbClr val="000000"/>
                          </a:solidFill>
                          <a:latin typeface="Arial"/>
                          <a:cs typeface="Arial"/>
                        </a:rPr>
                        <a:t>0.70</a:t>
                      </a:r>
                    </a:p>
                  </a:txBody>
                  <a:tcPr/>
                </a:tc>
                <a:tc>
                  <a:txBody>
                    <a:bodyPr/>
                    <a:lstStyle/>
                    <a:p>
                      <a:pPr lvl="0">
                        <a:buNone/>
                      </a:pPr>
                      <a:r>
                        <a:rPr lang="de-DE" sz="1400" b="0" i="0" u="none" strike="noStrike" noProof="0">
                          <a:solidFill>
                            <a:srgbClr val="000000"/>
                          </a:solidFill>
                          <a:latin typeface="Arial"/>
                          <a:cs typeface="Arial"/>
                        </a:rPr>
                        <a:t>0.75</a:t>
                      </a:r>
                    </a:p>
                  </a:txBody>
                  <a:tcPr/>
                </a:tc>
                <a:tc>
                  <a:txBody>
                    <a:bodyPr/>
                    <a:lstStyle/>
                    <a:p>
                      <a:pPr lvl="0">
                        <a:buNone/>
                      </a:pPr>
                      <a:r>
                        <a:rPr lang="de-DE" sz="1400" b="0" i="0" u="none" strike="noStrike" noProof="0">
                          <a:solidFill>
                            <a:srgbClr val="000000"/>
                          </a:solidFill>
                          <a:latin typeface="Arial"/>
                          <a:cs typeface="Arial"/>
                        </a:rPr>
                        <a:t>0.75</a:t>
                      </a:r>
                    </a:p>
                  </a:txBody>
                  <a:tcPr/>
                </a:tc>
                <a:tc>
                  <a:txBody>
                    <a:bodyPr/>
                    <a:lstStyle/>
                    <a:p>
                      <a:pPr lvl="0">
                        <a:buNone/>
                      </a:pPr>
                      <a:r>
                        <a:rPr lang="de-DE" sz="1400" b="0" i="0" u="none" strike="noStrike" noProof="0">
                          <a:solidFill>
                            <a:srgbClr val="000000"/>
                          </a:solidFill>
                          <a:latin typeface="Arial"/>
                          <a:cs typeface="Arial"/>
                        </a:rPr>
                        <a:t>0.80</a:t>
                      </a:r>
                    </a:p>
                  </a:txBody>
                  <a:tcPr/>
                </a:tc>
                <a:tc>
                  <a:txBody>
                    <a:bodyPr/>
                    <a:lstStyle/>
                    <a:p>
                      <a:pPr lvl="0">
                        <a:buNone/>
                      </a:pPr>
                      <a:r>
                        <a:rPr lang="de-DE" sz="1400" b="0" i="0" u="none" strike="noStrike" noProof="0">
                          <a:solidFill>
                            <a:srgbClr val="000000"/>
                          </a:solidFill>
                          <a:latin typeface="Arial"/>
                          <a:cs typeface="Arial"/>
                        </a:rPr>
                        <a:t>0.80</a:t>
                      </a:r>
                    </a:p>
                  </a:txBody>
                  <a:tcPr/>
                </a:tc>
                <a:tc>
                  <a:txBody>
                    <a:bodyPr/>
                    <a:lstStyle/>
                    <a:p>
                      <a:pPr lvl="0">
                        <a:buNone/>
                      </a:pPr>
                      <a:r>
                        <a:rPr lang="de-DE" sz="1400" b="0" i="0" u="none" strike="noStrike" noProof="0">
                          <a:solidFill>
                            <a:srgbClr val="000000"/>
                          </a:solidFill>
                          <a:latin typeface="Arial"/>
                          <a:cs typeface="Arial"/>
                        </a:rPr>
                        <a:t>0.65</a:t>
                      </a:r>
                    </a:p>
                  </a:txBody>
                  <a:tcPr/>
                </a:tc>
                <a:tc>
                  <a:txBody>
                    <a:bodyPr/>
                    <a:lstStyle/>
                    <a:p>
                      <a:pPr lvl="0">
                        <a:buNone/>
                      </a:pPr>
                      <a:r>
                        <a:rPr lang="de-DE" sz="1400" b="0" i="0" u="none" strike="noStrike" noProof="0">
                          <a:solidFill>
                            <a:srgbClr val="000000"/>
                          </a:solidFill>
                          <a:latin typeface="Arial"/>
                          <a:cs typeface="Arial"/>
                        </a:rPr>
                        <a:t>0.85</a:t>
                      </a:r>
                    </a:p>
                  </a:txBody>
                  <a:tcPr/>
                </a:tc>
                <a:tc>
                  <a:txBody>
                    <a:bodyPr/>
                    <a:lstStyle/>
                    <a:p>
                      <a:pPr lvl="0">
                        <a:buNone/>
                      </a:pPr>
                      <a:r>
                        <a:rPr lang="de-DE" sz="1400" b="0" i="0" u="none" strike="noStrike" noProof="0">
                          <a:solidFill>
                            <a:srgbClr val="000000"/>
                          </a:solidFill>
                          <a:latin typeface="Arial"/>
                          <a:cs typeface="Arial"/>
                        </a:rPr>
                        <a:t>0.85</a:t>
                      </a:r>
                    </a:p>
                  </a:txBody>
                  <a:tcPr/>
                </a:tc>
                <a:tc>
                  <a:txBody>
                    <a:bodyPr/>
                    <a:lstStyle/>
                    <a:p>
                      <a:pPr lvl="0">
                        <a:buNone/>
                      </a:pPr>
                      <a:r>
                        <a:rPr lang="en-US" sz="1400"/>
                        <a:t>0.75</a:t>
                      </a:r>
                    </a:p>
                  </a:txBody>
                  <a:tcPr/>
                </a:tc>
                <a:extLst>
                  <a:ext uri="{0D108BD9-81ED-4DB2-BD59-A6C34878D82A}">
                    <a16:rowId xmlns:a16="http://schemas.microsoft.com/office/drawing/2014/main" val="4198767"/>
                  </a:ext>
                </a:extLst>
              </a:tr>
              <a:tr h="370839">
                <a:tc>
                  <a:txBody>
                    <a:bodyPr/>
                    <a:lstStyle/>
                    <a:p>
                      <a:pPr lvl="0">
                        <a:buNone/>
                      </a:pPr>
                      <a:r>
                        <a:rPr lang="de-DE" sz="1400"/>
                        <a:t>0.45</a:t>
                      </a:r>
                    </a:p>
                  </a:txBody>
                  <a:tcPr/>
                </a:tc>
                <a:tc>
                  <a:txBody>
                    <a:bodyPr/>
                    <a:lstStyle/>
                    <a:p>
                      <a:pPr lvl="0">
                        <a:buNone/>
                      </a:pPr>
                      <a:r>
                        <a:rPr lang="de-DE" sz="1400"/>
                        <a:t>0.70</a:t>
                      </a:r>
                    </a:p>
                  </a:txBody>
                  <a:tcPr/>
                </a:tc>
                <a:tc>
                  <a:txBody>
                    <a:bodyPr/>
                    <a:lstStyle/>
                    <a:p>
                      <a:pPr lvl="0">
                        <a:buNone/>
                      </a:pPr>
                      <a:r>
                        <a:rPr lang="de-DE" sz="1400"/>
                        <a:t>0.75</a:t>
                      </a:r>
                    </a:p>
                  </a:txBody>
                  <a:tcPr/>
                </a:tc>
                <a:tc>
                  <a:txBody>
                    <a:bodyPr/>
                    <a:lstStyle/>
                    <a:p>
                      <a:pPr lvl="0">
                        <a:buNone/>
                      </a:pPr>
                      <a:r>
                        <a:rPr lang="de-DE" sz="1400"/>
                        <a:t>0.75</a:t>
                      </a:r>
                    </a:p>
                  </a:txBody>
                  <a:tcPr/>
                </a:tc>
                <a:tc>
                  <a:txBody>
                    <a:bodyPr/>
                    <a:lstStyle/>
                    <a:p>
                      <a:pPr lvl="0">
                        <a:buNone/>
                      </a:pPr>
                      <a:r>
                        <a:rPr lang="de-DE" sz="1400"/>
                        <a:t>0.70</a:t>
                      </a:r>
                    </a:p>
                  </a:txBody>
                  <a:tcPr/>
                </a:tc>
                <a:tc>
                  <a:txBody>
                    <a:bodyPr/>
                    <a:lstStyle/>
                    <a:p>
                      <a:pPr lvl="0">
                        <a:buNone/>
                      </a:pPr>
                      <a:r>
                        <a:rPr lang="de-DE" sz="1400"/>
                        <a:t>0.80</a:t>
                      </a:r>
                    </a:p>
                  </a:txBody>
                  <a:tcPr/>
                </a:tc>
                <a:tc>
                  <a:txBody>
                    <a:bodyPr/>
                    <a:lstStyle/>
                    <a:p>
                      <a:pPr lvl="0">
                        <a:buNone/>
                      </a:pPr>
                      <a:r>
                        <a:rPr lang="de-DE" sz="1400"/>
                        <a:t>0.82</a:t>
                      </a:r>
                    </a:p>
                  </a:txBody>
                  <a:tcPr/>
                </a:tc>
                <a:tc>
                  <a:txBody>
                    <a:bodyPr/>
                    <a:lstStyle/>
                    <a:p>
                      <a:pPr lvl="0">
                        <a:buNone/>
                      </a:pPr>
                      <a:r>
                        <a:rPr lang="de-DE" sz="1400"/>
                        <a:t>0.83</a:t>
                      </a:r>
                    </a:p>
                  </a:txBody>
                  <a:tcPr/>
                </a:tc>
                <a:tc>
                  <a:txBody>
                    <a:bodyPr/>
                    <a:lstStyle/>
                    <a:p>
                      <a:pPr lvl="0">
                        <a:buNone/>
                      </a:pPr>
                      <a:r>
                        <a:rPr lang="de-DE" sz="1400"/>
                        <a:t>0.70</a:t>
                      </a:r>
                    </a:p>
                  </a:txBody>
                  <a:tcPr/>
                </a:tc>
                <a:tc>
                  <a:txBody>
                    <a:bodyPr/>
                    <a:lstStyle/>
                    <a:p>
                      <a:pPr lvl="0">
                        <a:buNone/>
                      </a:pPr>
                      <a:r>
                        <a:rPr lang="de-DE" sz="1400"/>
                        <a:t>0.90</a:t>
                      </a:r>
                    </a:p>
                  </a:txBody>
                  <a:tcPr/>
                </a:tc>
                <a:tc>
                  <a:txBody>
                    <a:bodyPr/>
                    <a:lstStyle/>
                    <a:p>
                      <a:pPr lvl="0">
                        <a:buNone/>
                      </a:pPr>
                      <a:r>
                        <a:rPr lang="de-DE" sz="1400"/>
                        <a:t>0.92</a:t>
                      </a:r>
                    </a:p>
                  </a:txBody>
                  <a:tcPr/>
                </a:tc>
                <a:tc>
                  <a:txBody>
                    <a:bodyPr/>
                    <a:lstStyle/>
                    <a:p>
                      <a:pPr lvl="0">
                        <a:buNone/>
                      </a:pPr>
                      <a:r>
                        <a:rPr lang="de-DE" sz="1400"/>
                        <a:t>0.78</a:t>
                      </a:r>
                    </a:p>
                  </a:txBody>
                  <a:tcPr/>
                </a:tc>
                <a:extLst>
                  <a:ext uri="{0D108BD9-81ED-4DB2-BD59-A6C34878D82A}">
                    <a16:rowId xmlns:a16="http://schemas.microsoft.com/office/drawing/2014/main" val="2377502259"/>
                  </a:ext>
                </a:extLst>
              </a:tr>
              <a:tr h="370838">
                <a:tc>
                  <a:txBody>
                    <a:bodyPr/>
                    <a:lstStyle/>
                    <a:p>
                      <a:pPr lvl="0">
                        <a:buNone/>
                      </a:pPr>
                      <a:r>
                        <a:rPr lang="de-DE" sz="1400" b="0" i="0" u="none" strike="noStrike" noProof="0">
                          <a:solidFill>
                            <a:srgbClr val="000000"/>
                          </a:solidFill>
                          <a:latin typeface="Arial"/>
                          <a:cs typeface="Arial"/>
                        </a:rPr>
                        <a:t>0.45</a:t>
                      </a:r>
                    </a:p>
                  </a:txBody>
                  <a:tcPr/>
                </a:tc>
                <a:tc>
                  <a:txBody>
                    <a:bodyPr/>
                    <a:lstStyle/>
                    <a:p>
                      <a:pPr lvl="0">
                        <a:buNone/>
                      </a:pPr>
                      <a:r>
                        <a:rPr lang="de-DE" sz="1400" b="0" i="0" u="none" strike="noStrike" noProof="0">
                          <a:solidFill>
                            <a:srgbClr val="000000"/>
                          </a:solidFill>
                          <a:latin typeface="Arial"/>
                          <a:cs typeface="Arial"/>
                        </a:rPr>
                        <a:t>0.60</a:t>
                      </a:r>
                    </a:p>
                  </a:txBody>
                  <a:tcPr/>
                </a:tc>
                <a:tc>
                  <a:txBody>
                    <a:bodyPr/>
                    <a:lstStyle/>
                    <a:p>
                      <a:pPr lvl="0">
                        <a:buNone/>
                      </a:pPr>
                      <a:r>
                        <a:rPr lang="de-DE" sz="1400" b="0" i="0" u="none" strike="noStrike" noProof="0">
                          <a:solidFill>
                            <a:srgbClr val="000000"/>
                          </a:solidFill>
                          <a:latin typeface="Arial"/>
                          <a:cs typeface="Arial"/>
                        </a:rPr>
                        <a:t>0.70</a:t>
                      </a:r>
                    </a:p>
                  </a:txBody>
                  <a:tcPr/>
                </a:tc>
                <a:tc>
                  <a:txBody>
                    <a:bodyPr/>
                    <a:lstStyle/>
                    <a:p>
                      <a:pPr lvl="0">
                        <a:buNone/>
                      </a:pPr>
                      <a:r>
                        <a:rPr lang="de-DE" sz="1400" b="0" i="0" u="none" strike="noStrike" noProof="0">
                          <a:solidFill>
                            <a:srgbClr val="000000"/>
                          </a:solidFill>
                          <a:latin typeface="Arial"/>
                          <a:cs typeface="Arial"/>
                        </a:rPr>
                        <a:t>0.70</a:t>
                      </a:r>
                    </a:p>
                  </a:txBody>
                  <a:tcPr/>
                </a:tc>
                <a:tc>
                  <a:txBody>
                    <a:bodyPr/>
                    <a:lstStyle/>
                    <a:p>
                      <a:pPr lvl="0">
                        <a:buNone/>
                      </a:pPr>
                      <a:r>
                        <a:rPr lang="de-DE" sz="1400" b="0" i="0" u="none" strike="noStrike" noProof="0">
                          <a:solidFill>
                            <a:srgbClr val="000000"/>
                          </a:solidFill>
                          <a:latin typeface="Arial"/>
                          <a:cs typeface="Arial"/>
                        </a:rPr>
                        <a:t>0.75</a:t>
                      </a:r>
                    </a:p>
                  </a:txBody>
                  <a:tcPr/>
                </a:tc>
                <a:tc>
                  <a:txBody>
                    <a:bodyPr/>
                    <a:lstStyle/>
                    <a:p>
                      <a:pPr lvl="0">
                        <a:buNone/>
                      </a:pPr>
                      <a:r>
                        <a:rPr lang="de-DE" sz="1400" b="0" i="0" u="none" strike="noStrike" noProof="0">
                          <a:solidFill>
                            <a:srgbClr val="000000"/>
                          </a:solidFill>
                          <a:latin typeface="Arial"/>
                          <a:cs typeface="Arial"/>
                        </a:rPr>
                        <a:t>0.82</a:t>
                      </a:r>
                    </a:p>
                  </a:txBody>
                  <a:tcPr/>
                </a:tc>
                <a:tc>
                  <a:txBody>
                    <a:bodyPr/>
                    <a:lstStyle/>
                    <a:p>
                      <a:pPr lvl="0">
                        <a:buNone/>
                      </a:pPr>
                      <a:r>
                        <a:rPr lang="de-DE" sz="1400" b="0" i="0" u="none" strike="noStrike" noProof="0">
                          <a:solidFill>
                            <a:srgbClr val="000000"/>
                          </a:solidFill>
                          <a:latin typeface="Arial"/>
                          <a:cs typeface="Arial"/>
                        </a:rPr>
                        <a:t>0.85</a:t>
                      </a:r>
                    </a:p>
                  </a:txBody>
                  <a:tcPr/>
                </a:tc>
                <a:tc>
                  <a:txBody>
                    <a:bodyPr/>
                    <a:lstStyle/>
                    <a:p>
                      <a:pPr lvl="0">
                        <a:buNone/>
                      </a:pPr>
                      <a:r>
                        <a:rPr lang="de-DE" sz="1400" b="0" i="0" u="none" strike="noStrike" noProof="0">
                          <a:solidFill>
                            <a:srgbClr val="000000"/>
                          </a:solidFill>
                          <a:latin typeface="Arial"/>
                          <a:cs typeface="Arial"/>
                        </a:rPr>
                        <a:t>0.88</a:t>
                      </a:r>
                    </a:p>
                  </a:txBody>
                  <a:tcPr/>
                </a:tc>
                <a:tc>
                  <a:txBody>
                    <a:bodyPr/>
                    <a:lstStyle/>
                    <a:p>
                      <a:pPr lvl="0">
                        <a:buNone/>
                      </a:pPr>
                      <a:r>
                        <a:rPr lang="de-DE" sz="1400" b="0" i="0" u="none" strike="noStrike" noProof="0">
                          <a:solidFill>
                            <a:srgbClr val="000000"/>
                          </a:solidFill>
                          <a:latin typeface="Arial"/>
                          <a:cs typeface="Arial"/>
                        </a:rPr>
                        <a:t>0.65</a:t>
                      </a:r>
                    </a:p>
                  </a:txBody>
                  <a:tcPr/>
                </a:tc>
                <a:tc>
                  <a:txBody>
                    <a:bodyPr/>
                    <a:lstStyle/>
                    <a:p>
                      <a:pPr lvl="0">
                        <a:buNone/>
                      </a:pPr>
                      <a:r>
                        <a:rPr lang="de-DE" sz="1400" b="0" i="0" u="none" strike="noStrike" noProof="0">
                          <a:solidFill>
                            <a:srgbClr val="000000"/>
                          </a:solidFill>
                          <a:latin typeface="Arial"/>
                          <a:cs typeface="Arial"/>
                        </a:rPr>
                        <a:t>0.90</a:t>
                      </a:r>
                    </a:p>
                  </a:txBody>
                  <a:tcPr/>
                </a:tc>
                <a:tc>
                  <a:txBody>
                    <a:bodyPr/>
                    <a:lstStyle/>
                    <a:p>
                      <a:pPr lvl="0">
                        <a:buNone/>
                      </a:pPr>
                      <a:r>
                        <a:rPr lang="de-DE" sz="1400" b="0" i="0" u="none" strike="noStrike" noProof="0">
                          <a:solidFill>
                            <a:srgbClr val="000000"/>
                          </a:solidFill>
                          <a:latin typeface="Arial"/>
                          <a:cs typeface="Arial"/>
                        </a:rPr>
                        <a:t>0.90</a:t>
                      </a:r>
                    </a:p>
                  </a:txBody>
                  <a:tcPr/>
                </a:tc>
                <a:tc>
                  <a:txBody>
                    <a:bodyPr/>
                    <a:lstStyle/>
                    <a:p>
                      <a:pPr lvl="0">
                        <a:buNone/>
                      </a:pPr>
                      <a:r>
                        <a:rPr lang="de-DE" sz="1400" b="0" i="0" u="none" strike="noStrike" noProof="0">
                          <a:solidFill>
                            <a:srgbClr val="000000"/>
                          </a:solidFill>
                          <a:latin typeface="Arial"/>
                          <a:cs typeface="Arial"/>
                        </a:rPr>
                        <a:t>0.80</a:t>
                      </a:r>
                    </a:p>
                  </a:txBody>
                  <a:tcPr/>
                </a:tc>
                <a:extLst>
                  <a:ext uri="{0D108BD9-81ED-4DB2-BD59-A6C34878D82A}">
                    <a16:rowId xmlns:a16="http://schemas.microsoft.com/office/drawing/2014/main" val="4180923322"/>
                  </a:ext>
                </a:extLst>
              </a:tr>
              <a:tr h="370838">
                <a:tc>
                  <a:txBody>
                    <a:bodyPr/>
                    <a:lstStyle/>
                    <a:p>
                      <a:pPr lvl="0">
                        <a:buNone/>
                      </a:pPr>
                      <a:r>
                        <a:rPr lang="de-DE" sz="1400"/>
                        <a:t>0.55</a:t>
                      </a:r>
                    </a:p>
                  </a:txBody>
                  <a:tcPr/>
                </a:tc>
                <a:tc>
                  <a:txBody>
                    <a:bodyPr/>
                    <a:lstStyle/>
                    <a:p>
                      <a:pPr lvl="0">
                        <a:buNone/>
                      </a:pPr>
                      <a:r>
                        <a:rPr lang="de-DE" sz="1400"/>
                        <a:t>0.75</a:t>
                      </a:r>
                    </a:p>
                  </a:txBody>
                  <a:tcPr/>
                </a:tc>
                <a:tc>
                  <a:txBody>
                    <a:bodyPr/>
                    <a:lstStyle/>
                    <a:p>
                      <a:pPr lvl="0">
                        <a:buNone/>
                      </a:pPr>
                      <a:r>
                        <a:rPr lang="de-DE" sz="1400"/>
                        <a:t>0.90</a:t>
                      </a:r>
                    </a:p>
                  </a:txBody>
                  <a:tcPr/>
                </a:tc>
                <a:tc>
                  <a:txBody>
                    <a:bodyPr/>
                    <a:lstStyle/>
                    <a:p>
                      <a:pPr lvl="0">
                        <a:buNone/>
                      </a:pPr>
                      <a:r>
                        <a:rPr lang="de-DE" sz="1400"/>
                        <a:t>0.90</a:t>
                      </a:r>
                    </a:p>
                  </a:txBody>
                  <a:tcPr/>
                </a:tc>
                <a:tc>
                  <a:txBody>
                    <a:bodyPr/>
                    <a:lstStyle/>
                    <a:p>
                      <a:pPr lvl="0">
                        <a:buNone/>
                      </a:pPr>
                      <a:r>
                        <a:rPr lang="de-DE" sz="1400"/>
                        <a:t>0.85</a:t>
                      </a:r>
                    </a:p>
                  </a:txBody>
                  <a:tcPr/>
                </a:tc>
                <a:tc>
                  <a:txBody>
                    <a:bodyPr/>
                    <a:lstStyle/>
                    <a:p>
                      <a:pPr lvl="0">
                        <a:buNone/>
                      </a:pPr>
                      <a:r>
                        <a:rPr lang="de-DE" sz="1400"/>
                        <a:t>0.85</a:t>
                      </a:r>
                    </a:p>
                  </a:txBody>
                  <a:tcPr/>
                </a:tc>
                <a:tc>
                  <a:txBody>
                    <a:bodyPr/>
                    <a:lstStyle/>
                    <a:p>
                      <a:pPr lvl="0">
                        <a:buNone/>
                      </a:pPr>
                      <a:r>
                        <a:rPr lang="de-DE" sz="1400"/>
                        <a:t>0.90</a:t>
                      </a:r>
                    </a:p>
                  </a:txBody>
                  <a:tcPr/>
                </a:tc>
                <a:tc>
                  <a:txBody>
                    <a:bodyPr/>
                    <a:lstStyle/>
                    <a:p>
                      <a:pPr lvl="0">
                        <a:buNone/>
                      </a:pPr>
                      <a:r>
                        <a:rPr lang="de-DE" sz="1400"/>
                        <a:t>0.90</a:t>
                      </a:r>
                    </a:p>
                  </a:txBody>
                  <a:tcPr/>
                </a:tc>
                <a:tc>
                  <a:txBody>
                    <a:bodyPr/>
                    <a:lstStyle/>
                    <a:p>
                      <a:pPr lvl="0">
                        <a:buNone/>
                      </a:pPr>
                      <a:r>
                        <a:rPr lang="de-DE" sz="1400"/>
                        <a:t>0.75</a:t>
                      </a:r>
                    </a:p>
                  </a:txBody>
                  <a:tcPr/>
                </a:tc>
                <a:tc>
                  <a:txBody>
                    <a:bodyPr/>
                    <a:lstStyle/>
                    <a:p>
                      <a:pPr lvl="0">
                        <a:buNone/>
                      </a:pPr>
                      <a:r>
                        <a:rPr lang="de-DE" sz="1400"/>
                        <a:t>0.95</a:t>
                      </a:r>
                    </a:p>
                  </a:txBody>
                  <a:tcPr/>
                </a:tc>
                <a:tc>
                  <a:txBody>
                    <a:bodyPr/>
                    <a:lstStyle/>
                    <a:p>
                      <a:pPr lvl="0">
                        <a:buNone/>
                      </a:pPr>
                      <a:r>
                        <a:rPr lang="de-DE" sz="1400"/>
                        <a:t>0.95</a:t>
                      </a:r>
                    </a:p>
                  </a:txBody>
                  <a:tcPr/>
                </a:tc>
                <a:tc>
                  <a:txBody>
                    <a:bodyPr/>
                    <a:lstStyle/>
                    <a:p>
                      <a:pPr lvl="0">
                        <a:buNone/>
                      </a:pPr>
                      <a:r>
                        <a:rPr lang="de-DE" sz="1400"/>
                        <a:t>0.85</a:t>
                      </a:r>
                    </a:p>
                  </a:txBody>
                  <a:tcPr/>
                </a:tc>
                <a:extLst>
                  <a:ext uri="{0D108BD9-81ED-4DB2-BD59-A6C34878D82A}">
                    <a16:rowId xmlns:a16="http://schemas.microsoft.com/office/drawing/2014/main" val="3425758347"/>
                  </a:ext>
                </a:extLst>
              </a:tr>
              <a:tr h="370838">
                <a:tc>
                  <a:txBody>
                    <a:bodyPr/>
                    <a:lstStyle/>
                    <a:p>
                      <a:pPr lvl="0">
                        <a:buNone/>
                      </a:pPr>
                      <a:r>
                        <a:rPr lang="de-DE" sz="1400"/>
                        <a:t>0.45</a:t>
                      </a:r>
                    </a:p>
                  </a:txBody>
                  <a:tcPr/>
                </a:tc>
                <a:tc>
                  <a:txBody>
                    <a:bodyPr/>
                    <a:lstStyle/>
                    <a:p>
                      <a:pPr lvl="0">
                        <a:buNone/>
                      </a:pPr>
                      <a:r>
                        <a:rPr lang="de-DE" sz="1400"/>
                        <a:t>0.70</a:t>
                      </a:r>
                    </a:p>
                  </a:txBody>
                  <a:tcPr/>
                </a:tc>
                <a:tc>
                  <a:txBody>
                    <a:bodyPr/>
                    <a:lstStyle/>
                    <a:p>
                      <a:pPr lvl="0">
                        <a:buNone/>
                      </a:pPr>
                      <a:r>
                        <a:rPr lang="de-DE" sz="1400"/>
                        <a:t>0.80</a:t>
                      </a:r>
                    </a:p>
                  </a:txBody>
                  <a:tcPr/>
                </a:tc>
                <a:tc>
                  <a:txBody>
                    <a:bodyPr/>
                    <a:lstStyle/>
                    <a:p>
                      <a:pPr lvl="0">
                        <a:buNone/>
                      </a:pPr>
                      <a:r>
                        <a:rPr lang="de-DE" sz="1400"/>
                        <a:t>0.80</a:t>
                      </a:r>
                    </a:p>
                  </a:txBody>
                  <a:tcPr/>
                </a:tc>
                <a:tc>
                  <a:txBody>
                    <a:bodyPr/>
                    <a:lstStyle/>
                    <a:p>
                      <a:pPr lvl="0">
                        <a:buNone/>
                      </a:pPr>
                      <a:r>
                        <a:rPr lang="de-DE" sz="1400"/>
                        <a:t>0.75</a:t>
                      </a:r>
                    </a:p>
                  </a:txBody>
                  <a:tcPr/>
                </a:tc>
                <a:tc>
                  <a:txBody>
                    <a:bodyPr/>
                    <a:lstStyle/>
                    <a:p>
                      <a:pPr lvl="0">
                        <a:buNone/>
                      </a:pPr>
                      <a:r>
                        <a:rPr lang="de-DE" sz="1400"/>
                        <a:t>0.85</a:t>
                      </a:r>
                    </a:p>
                  </a:txBody>
                  <a:tcPr/>
                </a:tc>
                <a:tc>
                  <a:txBody>
                    <a:bodyPr/>
                    <a:lstStyle/>
                    <a:p>
                      <a:pPr lvl="0">
                        <a:buNone/>
                      </a:pPr>
                      <a:r>
                        <a:rPr lang="de-DE" sz="1400"/>
                        <a:t>0.90</a:t>
                      </a:r>
                    </a:p>
                  </a:txBody>
                  <a:tcPr/>
                </a:tc>
                <a:tc>
                  <a:txBody>
                    <a:bodyPr/>
                    <a:lstStyle/>
                    <a:p>
                      <a:pPr lvl="0">
                        <a:buNone/>
                      </a:pPr>
                      <a:r>
                        <a:rPr lang="de-DE" sz="1400"/>
                        <a:t>0.90</a:t>
                      </a:r>
                    </a:p>
                  </a:txBody>
                  <a:tcPr/>
                </a:tc>
                <a:tc>
                  <a:txBody>
                    <a:bodyPr/>
                    <a:lstStyle/>
                    <a:p>
                      <a:pPr lvl="0">
                        <a:buNone/>
                      </a:pPr>
                      <a:r>
                        <a:rPr lang="de-DE" sz="1400"/>
                        <a:t>0.70</a:t>
                      </a:r>
                    </a:p>
                  </a:txBody>
                  <a:tcPr/>
                </a:tc>
                <a:tc>
                  <a:txBody>
                    <a:bodyPr/>
                    <a:lstStyle/>
                    <a:p>
                      <a:pPr lvl="0">
                        <a:buNone/>
                      </a:pPr>
                      <a:r>
                        <a:rPr lang="de-DE" sz="1400"/>
                        <a:t>0.90</a:t>
                      </a:r>
                    </a:p>
                  </a:txBody>
                  <a:tcPr/>
                </a:tc>
                <a:tc>
                  <a:txBody>
                    <a:bodyPr/>
                    <a:lstStyle/>
                    <a:p>
                      <a:pPr lvl="0">
                        <a:buNone/>
                      </a:pPr>
                      <a:r>
                        <a:rPr lang="de-DE" sz="1400"/>
                        <a:t>0.90</a:t>
                      </a:r>
                    </a:p>
                  </a:txBody>
                  <a:tcPr/>
                </a:tc>
                <a:tc>
                  <a:txBody>
                    <a:bodyPr/>
                    <a:lstStyle/>
                    <a:p>
                      <a:pPr lvl="0">
                        <a:buNone/>
                      </a:pPr>
                      <a:r>
                        <a:rPr lang="de-DE" sz="1400"/>
                        <a:t>0.85</a:t>
                      </a:r>
                    </a:p>
                  </a:txBody>
                  <a:tcPr/>
                </a:tc>
                <a:extLst>
                  <a:ext uri="{0D108BD9-81ED-4DB2-BD59-A6C34878D82A}">
                    <a16:rowId xmlns:a16="http://schemas.microsoft.com/office/drawing/2014/main" val="3786543771"/>
                  </a:ext>
                </a:extLst>
              </a:tr>
              <a:tr h="370838">
                <a:tc>
                  <a:txBody>
                    <a:bodyPr/>
                    <a:lstStyle/>
                    <a:p>
                      <a:pPr lvl="0">
                        <a:buNone/>
                      </a:pPr>
                      <a:r>
                        <a:rPr lang="de-DE" sz="1400"/>
                        <a:t>0.35</a:t>
                      </a:r>
                    </a:p>
                  </a:txBody>
                  <a:tcPr/>
                </a:tc>
                <a:tc>
                  <a:txBody>
                    <a:bodyPr/>
                    <a:lstStyle/>
                    <a:p>
                      <a:pPr lvl="0">
                        <a:buNone/>
                      </a:pPr>
                      <a:r>
                        <a:rPr lang="de-DE" sz="1400"/>
                        <a:t>0.60</a:t>
                      </a:r>
                    </a:p>
                  </a:txBody>
                  <a:tcPr/>
                </a:tc>
                <a:tc>
                  <a:txBody>
                    <a:bodyPr/>
                    <a:lstStyle/>
                    <a:p>
                      <a:pPr lvl="0">
                        <a:buNone/>
                      </a:pPr>
                      <a:r>
                        <a:rPr lang="de-DE" sz="1400"/>
                        <a:t>0.75</a:t>
                      </a:r>
                    </a:p>
                  </a:txBody>
                  <a:tcPr/>
                </a:tc>
                <a:tc>
                  <a:txBody>
                    <a:bodyPr/>
                    <a:lstStyle/>
                    <a:p>
                      <a:pPr lvl="0">
                        <a:buNone/>
                      </a:pPr>
                      <a:r>
                        <a:rPr lang="de-DE" sz="1400"/>
                        <a:t>0.75</a:t>
                      </a:r>
                    </a:p>
                  </a:txBody>
                  <a:tcPr/>
                </a:tc>
                <a:tc>
                  <a:txBody>
                    <a:bodyPr/>
                    <a:lstStyle/>
                    <a:p>
                      <a:pPr lvl="0">
                        <a:buNone/>
                      </a:pPr>
                      <a:r>
                        <a:rPr lang="de-DE" sz="1400"/>
                        <a:t>0.70</a:t>
                      </a:r>
                    </a:p>
                  </a:txBody>
                  <a:tcPr/>
                </a:tc>
                <a:tc>
                  <a:txBody>
                    <a:bodyPr/>
                    <a:lstStyle/>
                    <a:p>
                      <a:pPr lvl="0">
                        <a:buNone/>
                      </a:pPr>
                      <a:r>
                        <a:rPr lang="de-DE" sz="1400"/>
                        <a:t>0.65</a:t>
                      </a:r>
                    </a:p>
                  </a:txBody>
                  <a:tcPr/>
                </a:tc>
                <a:tc>
                  <a:txBody>
                    <a:bodyPr/>
                    <a:lstStyle/>
                    <a:p>
                      <a:pPr lvl="0">
                        <a:buNone/>
                      </a:pPr>
                      <a:r>
                        <a:rPr lang="de-DE" sz="1400"/>
                        <a:t>0.70</a:t>
                      </a:r>
                    </a:p>
                  </a:txBody>
                  <a:tcPr/>
                </a:tc>
                <a:tc>
                  <a:txBody>
                    <a:bodyPr/>
                    <a:lstStyle/>
                    <a:p>
                      <a:pPr lvl="0">
                        <a:buNone/>
                      </a:pPr>
                      <a:r>
                        <a:rPr lang="de-DE" sz="1400"/>
                        <a:t>0.75</a:t>
                      </a:r>
                    </a:p>
                  </a:txBody>
                  <a:tcPr/>
                </a:tc>
                <a:tc>
                  <a:txBody>
                    <a:bodyPr/>
                    <a:lstStyle/>
                    <a:p>
                      <a:pPr lvl="0">
                        <a:buNone/>
                      </a:pPr>
                      <a:r>
                        <a:rPr lang="de-DE" sz="1400"/>
                        <a:t>0.60</a:t>
                      </a:r>
                    </a:p>
                  </a:txBody>
                  <a:tcPr/>
                </a:tc>
                <a:tc>
                  <a:txBody>
                    <a:bodyPr/>
                    <a:lstStyle/>
                    <a:p>
                      <a:pPr lvl="0">
                        <a:buNone/>
                      </a:pPr>
                      <a:r>
                        <a:rPr lang="de-DE" sz="1400"/>
                        <a:t>0.85</a:t>
                      </a:r>
                    </a:p>
                  </a:txBody>
                  <a:tcPr/>
                </a:tc>
                <a:tc>
                  <a:txBody>
                    <a:bodyPr/>
                    <a:lstStyle/>
                    <a:p>
                      <a:pPr lvl="0">
                        <a:buNone/>
                      </a:pPr>
                      <a:r>
                        <a:rPr lang="de-DE" sz="1400"/>
                        <a:t>0.85</a:t>
                      </a:r>
                    </a:p>
                  </a:txBody>
                  <a:tcPr/>
                </a:tc>
                <a:tc>
                  <a:txBody>
                    <a:bodyPr/>
                    <a:lstStyle/>
                    <a:p>
                      <a:pPr lvl="0">
                        <a:buNone/>
                      </a:pPr>
                      <a:r>
                        <a:rPr lang="de-DE" sz="1400"/>
                        <a:t>0.70</a:t>
                      </a:r>
                    </a:p>
                  </a:txBody>
                  <a:tcPr/>
                </a:tc>
                <a:extLst>
                  <a:ext uri="{0D108BD9-81ED-4DB2-BD59-A6C34878D82A}">
                    <a16:rowId xmlns:a16="http://schemas.microsoft.com/office/drawing/2014/main" val="3117144072"/>
                  </a:ext>
                </a:extLst>
              </a:tr>
            </a:tbl>
          </a:graphicData>
        </a:graphic>
      </p:graphicFrame>
    </p:spTree>
    <p:extLst>
      <p:ext uri="{BB962C8B-B14F-4D97-AF65-F5344CB8AC3E}">
        <p14:creationId xmlns:p14="http://schemas.microsoft.com/office/powerpoint/2010/main" val="26394699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1F030F-2903-C9F6-8BE1-81872F1898F0}"/>
              </a:ext>
            </a:extLst>
          </p:cNvPr>
          <p:cNvSpPr>
            <a:spLocks noGrp="1"/>
          </p:cNvSpPr>
          <p:nvPr>
            <p:ph type="title"/>
          </p:nvPr>
        </p:nvSpPr>
        <p:spPr/>
        <p:txBody>
          <a:bodyPr/>
          <a:lstStyle/>
          <a:p>
            <a:r>
              <a:rPr lang="en-US" err="1"/>
              <a:t>Feeder_metadata</a:t>
            </a:r>
            <a:r>
              <a:rPr lang="en-US"/>
              <a:t> gpt-5.5 rows=10</a:t>
            </a:r>
          </a:p>
        </p:txBody>
      </p:sp>
      <p:graphicFrame>
        <p:nvGraphicFramePr>
          <p:cNvPr id="4" name="Chart 3">
            <a:extLst>
              <a:ext uri="{FF2B5EF4-FFF2-40B4-BE49-F238E27FC236}">
                <a16:creationId xmlns:a16="http://schemas.microsoft.com/office/drawing/2014/main" id="{D60ECABC-EE18-865C-1C2C-F908D07D9DA7}"/>
              </a:ext>
            </a:extLst>
          </p:cNvPr>
          <p:cNvGraphicFramePr/>
          <p:nvPr>
            <p:extLst>
              <p:ext uri="{D42A27DB-BD31-4B8C-83A1-F6EECF244321}">
                <p14:modId xmlns:p14="http://schemas.microsoft.com/office/powerpoint/2010/main" val="204461672"/>
              </p:ext>
            </p:extLst>
          </p:nvPr>
        </p:nvGraphicFramePr>
        <p:xfrm>
          <a:off x="725714" y="1372507"/>
          <a:ext cx="7692571" cy="4292827"/>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56153817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999CED-B9E1-6798-A8F4-EFA0BDBE5909}"/>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8BD39591-518A-1770-AA31-A1CA35AA5E06}"/>
              </a:ext>
            </a:extLst>
          </p:cNvPr>
          <p:cNvSpPr>
            <a:spLocks noGrp="1"/>
          </p:cNvSpPr>
          <p:nvPr>
            <p:ph type="title"/>
          </p:nvPr>
        </p:nvSpPr>
        <p:spPr/>
        <p:txBody>
          <a:bodyPr/>
          <a:lstStyle/>
          <a:p>
            <a:r>
              <a:rPr lang="en-US" err="1">
                <a:latin typeface="Arial"/>
                <a:cs typeface="Arial"/>
              </a:rPr>
              <a:t>Feeder_metadata</a:t>
            </a:r>
            <a:r>
              <a:rPr lang="en-US">
                <a:latin typeface="Arial"/>
                <a:cs typeface="Arial"/>
              </a:rPr>
              <a:t> after given PD</a:t>
            </a:r>
            <a:endParaRPr lang="en-US" err="1"/>
          </a:p>
        </p:txBody>
      </p:sp>
      <p:graphicFrame>
        <p:nvGraphicFramePr>
          <p:cNvPr id="4" name="Tabelle 3">
            <a:extLst>
              <a:ext uri="{FF2B5EF4-FFF2-40B4-BE49-F238E27FC236}">
                <a16:creationId xmlns:a16="http://schemas.microsoft.com/office/drawing/2014/main" id="{85324FAF-59BA-E921-6AED-08346CB5EAF7}"/>
              </a:ext>
            </a:extLst>
          </p:cNvPr>
          <p:cNvGraphicFramePr>
            <a:graphicFrameLocks noGrp="1"/>
          </p:cNvGraphicFramePr>
          <p:nvPr>
            <p:extLst>
              <p:ext uri="{D42A27DB-BD31-4B8C-83A1-F6EECF244321}">
                <p14:modId xmlns:p14="http://schemas.microsoft.com/office/powerpoint/2010/main" val="2887248008"/>
              </p:ext>
            </p:extLst>
          </p:nvPr>
        </p:nvGraphicFramePr>
        <p:xfrm>
          <a:off x="284480" y="976376"/>
          <a:ext cx="8561016" cy="2741900"/>
        </p:xfrm>
        <a:graphic>
          <a:graphicData uri="http://schemas.openxmlformats.org/drawingml/2006/table">
            <a:tbl>
              <a:tblPr firstRow="1" bandRow="1">
                <a:tableStyleId>{5C22544A-7EE6-4342-B048-85BDC9FD1C3A}</a:tableStyleId>
              </a:tblPr>
              <a:tblGrid>
                <a:gridCol w="713418">
                  <a:extLst>
                    <a:ext uri="{9D8B030D-6E8A-4147-A177-3AD203B41FA5}">
                      <a16:colId xmlns:a16="http://schemas.microsoft.com/office/drawing/2014/main" val="928571187"/>
                    </a:ext>
                  </a:extLst>
                </a:gridCol>
                <a:gridCol w="713418">
                  <a:extLst>
                    <a:ext uri="{9D8B030D-6E8A-4147-A177-3AD203B41FA5}">
                      <a16:colId xmlns:a16="http://schemas.microsoft.com/office/drawing/2014/main" val="3482727297"/>
                    </a:ext>
                  </a:extLst>
                </a:gridCol>
                <a:gridCol w="713418">
                  <a:extLst>
                    <a:ext uri="{9D8B030D-6E8A-4147-A177-3AD203B41FA5}">
                      <a16:colId xmlns:a16="http://schemas.microsoft.com/office/drawing/2014/main" val="2681182858"/>
                    </a:ext>
                  </a:extLst>
                </a:gridCol>
                <a:gridCol w="713418">
                  <a:extLst>
                    <a:ext uri="{9D8B030D-6E8A-4147-A177-3AD203B41FA5}">
                      <a16:colId xmlns:a16="http://schemas.microsoft.com/office/drawing/2014/main" val="149693097"/>
                    </a:ext>
                  </a:extLst>
                </a:gridCol>
                <a:gridCol w="713418">
                  <a:extLst>
                    <a:ext uri="{9D8B030D-6E8A-4147-A177-3AD203B41FA5}">
                      <a16:colId xmlns:a16="http://schemas.microsoft.com/office/drawing/2014/main" val="3124726241"/>
                    </a:ext>
                  </a:extLst>
                </a:gridCol>
                <a:gridCol w="713418">
                  <a:extLst>
                    <a:ext uri="{9D8B030D-6E8A-4147-A177-3AD203B41FA5}">
                      <a16:colId xmlns:a16="http://schemas.microsoft.com/office/drawing/2014/main" val="2154533912"/>
                    </a:ext>
                  </a:extLst>
                </a:gridCol>
                <a:gridCol w="713418">
                  <a:extLst>
                    <a:ext uri="{9D8B030D-6E8A-4147-A177-3AD203B41FA5}">
                      <a16:colId xmlns:a16="http://schemas.microsoft.com/office/drawing/2014/main" val="2092475998"/>
                    </a:ext>
                  </a:extLst>
                </a:gridCol>
                <a:gridCol w="713418">
                  <a:extLst>
                    <a:ext uri="{9D8B030D-6E8A-4147-A177-3AD203B41FA5}">
                      <a16:colId xmlns:a16="http://schemas.microsoft.com/office/drawing/2014/main" val="3910534623"/>
                    </a:ext>
                  </a:extLst>
                </a:gridCol>
                <a:gridCol w="713418">
                  <a:extLst>
                    <a:ext uri="{9D8B030D-6E8A-4147-A177-3AD203B41FA5}">
                      <a16:colId xmlns:a16="http://schemas.microsoft.com/office/drawing/2014/main" val="1805982607"/>
                    </a:ext>
                  </a:extLst>
                </a:gridCol>
                <a:gridCol w="713418">
                  <a:extLst>
                    <a:ext uri="{9D8B030D-6E8A-4147-A177-3AD203B41FA5}">
                      <a16:colId xmlns:a16="http://schemas.microsoft.com/office/drawing/2014/main" val="3967829655"/>
                    </a:ext>
                  </a:extLst>
                </a:gridCol>
                <a:gridCol w="713418">
                  <a:extLst>
                    <a:ext uri="{9D8B030D-6E8A-4147-A177-3AD203B41FA5}">
                      <a16:colId xmlns:a16="http://schemas.microsoft.com/office/drawing/2014/main" val="169780462"/>
                    </a:ext>
                  </a:extLst>
                </a:gridCol>
                <a:gridCol w="713418">
                  <a:extLst>
                    <a:ext uri="{9D8B030D-6E8A-4147-A177-3AD203B41FA5}">
                      <a16:colId xmlns:a16="http://schemas.microsoft.com/office/drawing/2014/main" val="683431738"/>
                    </a:ext>
                  </a:extLst>
                </a:gridCol>
              </a:tblGrid>
              <a:tr h="578470">
                <a:tc>
                  <a:txBody>
                    <a:bodyPr/>
                    <a:lstStyle/>
                    <a:p>
                      <a:endParaRPr lang="de-DE" sz="1400"/>
                    </a:p>
                  </a:txBody>
                  <a:tcPr/>
                </a:tc>
                <a:tc>
                  <a:txBody>
                    <a:bodyPr/>
                    <a:lstStyle/>
                    <a:p>
                      <a:pPr lvl="0">
                        <a:buNone/>
                      </a:pPr>
                      <a:r>
                        <a:rPr lang="de-DE" sz="1400" err="1"/>
                        <a:t>feeder</a:t>
                      </a:r>
                    </a:p>
                  </a:txBody>
                  <a:tcPr/>
                </a:tc>
                <a:tc>
                  <a:txBody>
                    <a:bodyPr/>
                    <a:lstStyle/>
                    <a:p>
                      <a:pPr marL="0" lvl="0" indent="0" algn="l">
                        <a:lnSpc>
                          <a:spcPct val="100000"/>
                        </a:lnSpc>
                        <a:buNone/>
                      </a:pPr>
                      <a:r>
                        <a:rPr lang="de-DE" sz="1400" b="1" i="0" u="none" strike="noStrike" baseline="0" noProof="0" err="1">
                          <a:solidFill>
                            <a:srgbClr val="FFFFFF"/>
                          </a:solidFill>
                          <a:latin typeface="Arial"/>
                          <a:cs typeface="Arial"/>
                        </a:rPr>
                        <a:t>substation</a:t>
                      </a:r>
                      <a:endParaRPr lang="de-DE" err="1"/>
                    </a:p>
                    <a:p>
                      <a:pPr lvl="0">
                        <a:buNone/>
                      </a:pPr>
                      <a:endParaRPr lang="de-DE" sz="1400"/>
                    </a:p>
                  </a:txBody>
                  <a:tcPr/>
                </a:tc>
                <a:tc>
                  <a:txBody>
                    <a:bodyPr/>
                    <a:lstStyle/>
                    <a:p>
                      <a:r>
                        <a:rPr lang="de-DE" sz="1400"/>
                        <a:t>date</a:t>
                      </a:r>
                    </a:p>
                  </a:txBody>
                  <a:tcPr/>
                </a:tc>
                <a:tc>
                  <a:txBody>
                    <a:bodyPr/>
                    <a:lstStyle/>
                    <a:p>
                      <a:r>
                        <a:rPr lang="de-DE" sz="1400" err="1"/>
                        <a:t>Housing_unit_count</a:t>
                      </a:r>
                    </a:p>
                  </a:txBody>
                  <a:tcPr/>
                </a:tc>
                <a:tc>
                  <a:txBody>
                    <a:bodyPr/>
                    <a:lstStyle/>
                    <a:p>
                      <a:pPr marL="0" lvl="0" indent="0" algn="l">
                        <a:lnSpc>
                          <a:spcPct val="100000"/>
                        </a:lnSpc>
                        <a:buNone/>
                      </a:pPr>
                      <a:r>
                        <a:rPr lang="de-DE" sz="1400" b="1" i="0" u="none" strike="noStrike" baseline="0" noProof="0" err="1">
                          <a:solidFill>
                            <a:srgbClr val="FFFFFF"/>
                          </a:solidFill>
                          <a:latin typeface="Arial"/>
                          <a:cs typeface="Arial"/>
                        </a:rPr>
                        <a:t>industry_and_commerce_count</a:t>
                      </a:r>
                      <a:endParaRPr lang="de-DE" err="1"/>
                    </a:p>
                    <a:p>
                      <a:pPr lvl="0">
                        <a:buNone/>
                      </a:pPr>
                      <a:endParaRPr lang="de-DE" sz="1400"/>
                    </a:p>
                  </a:txBody>
                  <a:tcPr/>
                </a:tc>
                <a:tc>
                  <a:txBody>
                    <a:bodyPr/>
                    <a:lstStyle/>
                    <a:p>
                      <a:pPr marL="0" lvl="0" indent="0" algn="l">
                        <a:lnSpc>
                          <a:spcPct val="100000"/>
                        </a:lnSpc>
                        <a:buNone/>
                      </a:pPr>
                      <a:r>
                        <a:rPr lang="de-DE" sz="1400" b="1" i="0" u="none" strike="noStrike" baseline="0" noProof="0" err="1">
                          <a:solidFill>
                            <a:srgbClr val="FFFFFF"/>
                          </a:solidFill>
                          <a:latin typeface="Arial"/>
                          <a:cs typeface="Arial"/>
                        </a:rPr>
                        <a:t>storage_heaters_kW</a:t>
                      </a:r>
                      <a:endParaRPr lang="de-DE" err="1"/>
                    </a:p>
                    <a:p>
                      <a:pPr lvl="0">
                        <a:buNone/>
                      </a:pPr>
                      <a:endParaRPr lang="de-DE" sz="1400"/>
                    </a:p>
                  </a:txBody>
                  <a:tcPr/>
                </a:tc>
                <a:tc>
                  <a:txBody>
                    <a:bodyPr/>
                    <a:lstStyle/>
                    <a:p>
                      <a:pPr marL="0" lvl="0" indent="0" algn="l">
                        <a:lnSpc>
                          <a:spcPct val="100000"/>
                        </a:lnSpc>
                        <a:buNone/>
                      </a:pPr>
                      <a:r>
                        <a:rPr lang="de-DE" sz="1400" b="1" i="0" u="none" strike="noStrike" baseline="0" noProof="0" err="1">
                          <a:solidFill>
                            <a:srgbClr val="FFFFFF"/>
                          </a:solidFill>
                          <a:latin typeface="Arial"/>
                          <a:cs typeface="Arial"/>
                        </a:rPr>
                        <a:t>heat_pumps_kW</a:t>
                      </a:r>
                      <a:endParaRPr lang="de-DE" err="1"/>
                    </a:p>
                    <a:p>
                      <a:pPr lvl="0">
                        <a:buNone/>
                      </a:pPr>
                      <a:endParaRPr lang="de-DE" sz="1400"/>
                    </a:p>
                  </a:txBody>
                  <a:tcPr/>
                </a:tc>
                <a:tc>
                  <a:txBody>
                    <a:bodyPr/>
                    <a:lstStyle/>
                    <a:p>
                      <a:pPr marL="0" lvl="0" indent="0" algn="l">
                        <a:lnSpc>
                          <a:spcPct val="100000"/>
                        </a:lnSpc>
                        <a:buNone/>
                      </a:pPr>
                      <a:r>
                        <a:rPr lang="de-DE" sz="1400" b="1" i="0" u="none" strike="noStrike" baseline="0" noProof="0" err="1">
                          <a:solidFill>
                            <a:srgbClr val="FFFFFF"/>
                          </a:solidFill>
                          <a:latin typeface="Arial"/>
                          <a:cs typeface="Arial"/>
                        </a:rPr>
                        <a:t>electric_heaters_kW</a:t>
                      </a:r>
                      <a:endParaRPr lang="de-DE" err="1"/>
                    </a:p>
                    <a:p>
                      <a:pPr lvl="0">
                        <a:buNone/>
                      </a:pPr>
                      <a:endParaRPr lang="de-DE" sz="1400"/>
                    </a:p>
                  </a:txBody>
                  <a:tcPr/>
                </a:tc>
                <a:tc>
                  <a:txBody>
                    <a:bodyPr/>
                    <a:lstStyle/>
                    <a:p>
                      <a:pPr marL="0" lvl="0" indent="0" algn="l">
                        <a:lnSpc>
                          <a:spcPct val="100000"/>
                        </a:lnSpc>
                        <a:buNone/>
                      </a:pPr>
                      <a:r>
                        <a:rPr lang="de-DE" sz="1400" b="1" i="0" u="none" strike="noStrike" baseline="0" noProof="0" err="1">
                          <a:solidFill>
                            <a:srgbClr val="FFFFFF"/>
                          </a:solidFill>
                          <a:latin typeface="Arial"/>
                          <a:cs typeface="Arial"/>
                        </a:rPr>
                        <a:t>hot_water_tanks_kW</a:t>
                      </a:r>
                      <a:endParaRPr lang="de-DE" err="1"/>
                    </a:p>
                    <a:p>
                      <a:pPr lvl="0">
                        <a:buNone/>
                      </a:pPr>
                      <a:endParaRPr lang="de-DE" sz="1400"/>
                    </a:p>
                  </a:txBody>
                  <a:tcPr/>
                </a:tc>
                <a:tc>
                  <a:txBody>
                    <a:bodyPr/>
                    <a:lstStyle/>
                    <a:p>
                      <a:pPr marL="0" lvl="0" indent="0" algn="l">
                        <a:lnSpc>
                          <a:spcPct val="100000"/>
                        </a:lnSpc>
                        <a:buNone/>
                      </a:pPr>
                      <a:r>
                        <a:rPr lang="de-DE" sz="1400" b="1" i="0" u="none" strike="noStrike" baseline="0" noProof="0" err="1">
                          <a:solidFill>
                            <a:srgbClr val="FFFFFF"/>
                          </a:solidFill>
                          <a:latin typeface="Arial"/>
                          <a:cs typeface="Arial"/>
                        </a:rPr>
                        <a:t>flow-type_heaters_kW</a:t>
                      </a:r>
                      <a:endParaRPr lang="de-DE" err="1"/>
                    </a:p>
                    <a:p>
                      <a:pPr lvl="0">
                        <a:buNone/>
                      </a:pPr>
                      <a:endParaRPr lang="de-DE" sz="1400"/>
                    </a:p>
                  </a:txBody>
                  <a:tcPr/>
                </a:tc>
                <a:tc>
                  <a:txBody>
                    <a:bodyPr/>
                    <a:lstStyle/>
                    <a:p>
                      <a:pPr marL="0" lvl="0" indent="0" algn="l">
                        <a:lnSpc>
                          <a:spcPct val="100000"/>
                        </a:lnSpc>
                        <a:buNone/>
                      </a:pPr>
                      <a:r>
                        <a:rPr lang="de-DE" sz="1400" b="1" i="0" u="none" strike="noStrike" baseline="0" noProof="0" err="1">
                          <a:solidFill>
                            <a:srgbClr val="FFFFFF"/>
                          </a:solidFill>
                          <a:latin typeface="Arial"/>
                          <a:cs typeface="Arial"/>
                        </a:rPr>
                        <a:t>EV_chargers_kW</a:t>
                      </a:r>
                      <a:endParaRPr lang="de-DE" err="1"/>
                    </a:p>
                    <a:p>
                      <a:pPr lvl="0">
                        <a:buNone/>
                      </a:pPr>
                      <a:endParaRPr lang="de-DE" sz="1400"/>
                    </a:p>
                  </a:txBody>
                  <a:tcPr/>
                </a:tc>
                <a:extLst>
                  <a:ext uri="{0D108BD9-81ED-4DB2-BD59-A6C34878D82A}">
                    <a16:rowId xmlns:a16="http://schemas.microsoft.com/office/drawing/2014/main" val="2441269539"/>
                  </a:ext>
                </a:extLst>
              </a:tr>
              <a:tr h="578470">
                <a:tc>
                  <a:txBody>
                    <a:bodyPr/>
                    <a:lstStyle/>
                    <a:p>
                      <a:r>
                        <a:rPr lang="de-DE" sz="1400"/>
                        <a:t>Me</a:t>
                      </a:r>
                    </a:p>
                  </a:txBody>
                  <a:tcPr/>
                </a:tc>
                <a:tc>
                  <a:txBody>
                    <a:bodyPr/>
                    <a:lstStyle/>
                    <a:p>
                      <a:r>
                        <a:rPr lang="de-DE" sz="1400"/>
                        <a:t>1</a:t>
                      </a:r>
                    </a:p>
                  </a:txBody>
                  <a:tcPr/>
                </a:tc>
                <a:tc>
                  <a:txBody>
                    <a:bodyPr/>
                    <a:lstStyle/>
                    <a:p>
                      <a:r>
                        <a:rPr lang="de-DE" sz="1400"/>
                        <a:t>1</a:t>
                      </a:r>
                    </a:p>
                  </a:txBody>
                  <a:tcPr/>
                </a:tc>
                <a:tc>
                  <a:txBody>
                    <a:bodyPr/>
                    <a:lstStyle/>
                    <a:p>
                      <a:r>
                        <a:rPr lang="de-DE" sz="1400"/>
                        <a:t>1</a:t>
                      </a:r>
                    </a:p>
                  </a:txBody>
                  <a:tcPr/>
                </a:tc>
                <a:tc>
                  <a:txBody>
                    <a:bodyPr/>
                    <a:lstStyle/>
                    <a:p>
                      <a:r>
                        <a:rPr lang="de-DE" sz="1400"/>
                        <a:t>0</a:t>
                      </a:r>
                    </a:p>
                  </a:txBody>
                  <a:tcPr/>
                </a:tc>
                <a:tc>
                  <a:txBody>
                    <a:bodyPr/>
                    <a:lstStyle/>
                    <a:p>
                      <a:r>
                        <a:rPr lang="de-DE" sz="1400"/>
                        <a:t>0</a:t>
                      </a:r>
                    </a:p>
                  </a:txBody>
                  <a:tcPr/>
                </a:tc>
                <a:tc>
                  <a:txBody>
                    <a:bodyPr/>
                    <a:lstStyle/>
                    <a:p>
                      <a:r>
                        <a:rPr lang="de-DE" sz="1400"/>
                        <a:t>0</a:t>
                      </a:r>
                    </a:p>
                  </a:txBody>
                  <a:tcPr/>
                </a:tc>
                <a:tc>
                  <a:txBody>
                    <a:bodyPr/>
                    <a:lstStyle/>
                    <a:p>
                      <a:r>
                        <a:rPr lang="de-DE" sz="1400"/>
                        <a:t>0</a:t>
                      </a:r>
                    </a:p>
                  </a:txBody>
                  <a:tcPr/>
                </a:tc>
                <a:tc>
                  <a:txBody>
                    <a:bodyPr/>
                    <a:lstStyle/>
                    <a:p>
                      <a:r>
                        <a:rPr lang="de-DE" sz="1400"/>
                        <a:t>0</a:t>
                      </a:r>
                    </a:p>
                  </a:txBody>
                  <a:tcPr/>
                </a:tc>
                <a:tc>
                  <a:txBody>
                    <a:bodyPr/>
                    <a:lstStyle/>
                    <a:p>
                      <a:r>
                        <a:rPr lang="de-DE" sz="1400"/>
                        <a:t>0</a:t>
                      </a:r>
                    </a:p>
                  </a:txBody>
                  <a:tcPr/>
                </a:tc>
                <a:tc>
                  <a:txBody>
                    <a:bodyPr/>
                    <a:lstStyle/>
                    <a:p>
                      <a:pPr lvl="0">
                        <a:buNone/>
                      </a:pPr>
                      <a:r>
                        <a:rPr lang="de-DE" sz="1400"/>
                        <a:t>0</a:t>
                      </a:r>
                    </a:p>
                  </a:txBody>
                  <a:tcPr/>
                </a:tc>
                <a:tc>
                  <a:txBody>
                    <a:bodyPr/>
                    <a:lstStyle/>
                    <a:p>
                      <a:pPr lvl="0">
                        <a:buNone/>
                      </a:pPr>
                      <a:r>
                        <a:rPr lang="de-DE" sz="1400"/>
                        <a:t>0</a:t>
                      </a:r>
                    </a:p>
                  </a:txBody>
                  <a:tcPr/>
                </a:tc>
                <a:extLst>
                  <a:ext uri="{0D108BD9-81ED-4DB2-BD59-A6C34878D82A}">
                    <a16:rowId xmlns:a16="http://schemas.microsoft.com/office/drawing/2014/main" val="43103680"/>
                  </a:ext>
                </a:extLst>
              </a:tr>
              <a:tr h="578470">
                <a:tc>
                  <a:txBody>
                    <a:bodyPr/>
                    <a:lstStyle/>
                    <a:p>
                      <a:r>
                        <a:rPr lang="de-DE" sz="1400"/>
                        <a:t>LLM</a:t>
                      </a:r>
                    </a:p>
                  </a:txBody>
                  <a:tcPr/>
                </a:tc>
                <a:tc>
                  <a:txBody>
                    <a:bodyPr/>
                    <a:lstStyle/>
                    <a:p>
                      <a:r>
                        <a:rPr lang="de-DE" sz="1400"/>
                        <a:t>1 - 0.95</a:t>
                      </a:r>
                      <a:endParaRPr lang="de-DE"/>
                    </a:p>
                  </a:txBody>
                  <a:tcPr/>
                </a:tc>
                <a:tc>
                  <a:txBody>
                    <a:bodyPr/>
                    <a:lstStyle/>
                    <a:p>
                      <a:r>
                        <a:rPr lang="de-DE" sz="1400"/>
                        <a:t>1 - 0.95</a:t>
                      </a:r>
                    </a:p>
                  </a:txBody>
                  <a:tcPr/>
                </a:tc>
                <a:tc>
                  <a:txBody>
                    <a:bodyPr/>
                    <a:lstStyle/>
                    <a:p>
                      <a:r>
                        <a:rPr lang="de-DE" sz="1400"/>
                        <a:t>1 - 0.85</a:t>
                      </a:r>
                    </a:p>
                  </a:txBody>
                  <a:tcPr/>
                </a:tc>
                <a:tc>
                  <a:txBody>
                    <a:bodyPr/>
                    <a:lstStyle/>
                    <a:p>
                      <a:r>
                        <a:rPr lang="de-DE" sz="1400"/>
                        <a:t>0 - 0.20</a:t>
                      </a:r>
                    </a:p>
                  </a:txBody>
                  <a:tcPr/>
                </a:tc>
                <a:tc>
                  <a:txBody>
                    <a:bodyPr/>
                    <a:lstStyle/>
                    <a:p>
                      <a:r>
                        <a:rPr lang="de-DE" sz="1400"/>
                        <a:t>0 - 0.20</a:t>
                      </a:r>
                    </a:p>
                  </a:txBody>
                  <a:tcPr/>
                </a:tc>
                <a:tc>
                  <a:txBody>
                    <a:bodyPr/>
                    <a:lstStyle/>
                    <a:p>
                      <a:r>
                        <a:rPr lang="de-DE" sz="1400"/>
                        <a:t>0 - 0.10</a:t>
                      </a:r>
                    </a:p>
                  </a:txBody>
                  <a:tcPr/>
                </a:tc>
                <a:tc>
                  <a:txBody>
                    <a:bodyPr/>
                    <a:lstStyle/>
                    <a:p>
                      <a:r>
                        <a:rPr lang="de-DE" sz="1400"/>
                        <a:t>0 - </a:t>
                      </a:r>
                      <a:r>
                        <a:rPr lang="de-DE" sz="1400" b="0" i="0" u="none" strike="noStrike" noProof="0">
                          <a:solidFill>
                            <a:srgbClr val="000000"/>
                          </a:solidFill>
                          <a:latin typeface="Arial"/>
                          <a:cs typeface="Arial"/>
                        </a:rPr>
                        <a:t>0.10</a:t>
                      </a:r>
                      <a:endParaRPr lang="de-DE" sz="1400"/>
                    </a:p>
                  </a:txBody>
                  <a:tcPr/>
                </a:tc>
                <a:tc>
                  <a:txBody>
                    <a:bodyPr/>
                    <a:lstStyle/>
                    <a:p>
                      <a:r>
                        <a:rPr lang="de-DE" sz="1400"/>
                        <a:t>0 - </a:t>
                      </a:r>
                      <a:r>
                        <a:rPr lang="de-DE" sz="1400" b="0" i="0" u="none" strike="noStrike" noProof="0">
                          <a:solidFill>
                            <a:srgbClr val="000000"/>
                          </a:solidFill>
                          <a:latin typeface="Arial"/>
                          <a:cs typeface="Arial"/>
                        </a:rPr>
                        <a:t>0.10</a:t>
                      </a:r>
                      <a:endParaRPr lang="de-DE" sz="1400"/>
                    </a:p>
                  </a:txBody>
                  <a:tcPr/>
                </a:tc>
                <a:tc>
                  <a:txBody>
                    <a:bodyPr/>
                    <a:lstStyle/>
                    <a:p>
                      <a:r>
                        <a:rPr lang="de-DE" sz="1400"/>
                        <a:t>0 -  0</a:t>
                      </a:r>
                      <a:r>
                        <a:rPr lang="de-DE" sz="1400" b="0" i="0" u="none" strike="noStrike" noProof="0">
                          <a:solidFill>
                            <a:srgbClr val="000000"/>
                          </a:solidFill>
                          <a:latin typeface="Arial"/>
                          <a:cs typeface="Arial"/>
                        </a:rPr>
                        <a:t>.10</a:t>
                      </a:r>
                      <a:endParaRPr lang="de-DE" sz="1400"/>
                    </a:p>
                  </a:txBody>
                  <a:tcPr/>
                </a:tc>
                <a:tc>
                  <a:txBody>
                    <a:bodyPr/>
                    <a:lstStyle/>
                    <a:p>
                      <a:pPr lvl="0">
                        <a:buNone/>
                      </a:pPr>
                      <a:r>
                        <a:rPr lang="de-DE" sz="1400"/>
                        <a:t>0 - </a:t>
                      </a:r>
                      <a:r>
                        <a:rPr lang="de-DE" sz="1400" b="0" i="0" u="none" strike="noStrike" noProof="0">
                          <a:solidFill>
                            <a:srgbClr val="000000"/>
                          </a:solidFill>
                          <a:latin typeface="Arial"/>
                          <a:cs typeface="Arial"/>
                        </a:rPr>
                        <a:t>0.10</a:t>
                      </a:r>
                      <a:endParaRPr lang="de-DE" sz="1400"/>
                    </a:p>
                  </a:txBody>
                  <a:tcPr/>
                </a:tc>
                <a:tc>
                  <a:txBody>
                    <a:bodyPr/>
                    <a:lstStyle/>
                    <a:p>
                      <a:pPr lvl="0">
                        <a:buNone/>
                      </a:pPr>
                      <a:r>
                        <a:rPr lang="de-DE" sz="1400"/>
                        <a:t>0 - </a:t>
                      </a:r>
                      <a:r>
                        <a:rPr lang="de-DE" sz="1400" b="0" i="0" u="none" strike="noStrike" noProof="0">
                          <a:solidFill>
                            <a:srgbClr val="000000"/>
                          </a:solidFill>
                          <a:latin typeface="Arial"/>
                          <a:cs typeface="Arial"/>
                        </a:rPr>
                        <a:t>0.10</a:t>
                      </a:r>
                      <a:endParaRPr lang="de-DE" sz="1400"/>
                    </a:p>
                  </a:txBody>
                  <a:tcPr/>
                </a:tc>
                <a:extLst>
                  <a:ext uri="{0D108BD9-81ED-4DB2-BD59-A6C34878D82A}">
                    <a16:rowId xmlns:a16="http://schemas.microsoft.com/office/drawing/2014/main" val="3187255955"/>
                  </a:ext>
                </a:extLst>
              </a:tr>
            </a:tbl>
          </a:graphicData>
        </a:graphic>
      </p:graphicFrame>
      <p:graphicFrame>
        <p:nvGraphicFramePr>
          <p:cNvPr id="6" name="Tabelle 5">
            <a:extLst>
              <a:ext uri="{FF2B5EF4-FFF2-40B4-BE49-F238E27FC236}">
                <a16:creationId xmlns:a16="http://schemas.microsoft.com/office/drawing/2014/main" id="{6F6FAD1B-3E45-0B6C-3F8C-9561C1130058}"/>
              </a:ext>
            </a:extLst>
          </p:cNvPr>
          <p:cNvGraphicFramePr>
            <a:graphicFrameLocks noGrp="1"/>
          </p:cNvGraphicFramePr>
          <p:nvPr>
            <p:extLst>
              <p:ext uri="{D42A27DB-BD31-4B8C-83A1-F6EECF244321}">
                <p14:modId xmlns:p14="http://schemas.microsoft.com/office/powerpoint/2010/main" val="3987253195"/>
              </p:ext>
            </p:extLst>
          </p:nvPr>
        </p:nvGraphicFramePr>
        <p:xfrm>
          <a:off x="284480" y="3882136"/>
          <a:ext cx="8571408" cy="2260600"/>
        </p:xfrm>
        <a:graphic>
          <a:graphicData uri="http://schemas.openxmlformats.org/drawingml/2006/table">
            <a:tbl>
              <a:tblPr firstRow="1" bandRow="1">
                <a:tableStyleId>{5C22544A-7EE6-4342-B048-85BDC9FD1C3A}</a:tableStyleId>
              </a:tblPr>
              <a:tblGrid>
                <a:gridCol w="714284">
                  <a:extLst>
                    <a:ext uri="{9D8B030D-6E8A-4147-A177-3AD203B41FA5}">
                      <a16:colId xmlns:a16="http://schemas.microsoft.com/office/drawing/2014/main" val="894150566"/>
                    </a:ext>
                  </a:extLst>
                </a:gridCol>
                <a:gridCol w="714284">
                  <a:extLst>
                    <a:ext uri="{9D8B030D-6E8A-4147-A177-3AD203B41FA5}">
                      <a16:colId xmlns:a16="http://schemas.microsoft.com/office/drawing/2014/main" val="4010572092"/>
                    </a:ext>
                  </a:extLst>
                </a:gridCol>
                <a:gridCol w="714284">
                  <a:extLst>
                    <a:ext uri="{9D8B030D-6E8A-4147-A177-3AD203B41FA5}">
                      <a16:colId xmlns:a16="http://schemas.microsoft.com/office/drawing/2014/main" val="3271437378"/>
                    </a:ext>
                  </a:extLst>
                </a:gridCol>
                <a:gridCol w="714284">
                  <a:extLst>
                    <a:ext uri="{9D8B030D-6E8A-4147-A177-3AD203B41FA5}">
                      <a16:colId xmlns:a16="http://schemas.microsoft.com/office/drawing/2014/main" val="3580078458"/>
                    </a:ext>
                  </a:extLst>
                </a:gridCol>
                <a:gridCol w="714284">
                  <a:extLst>
                    <a:ext uri="{9D8B030D-6E8A-4147-A177-3AD203B41FA5}">
                      <a16:colId xmlns:a16="http://schemas.microsoft.com/office/drawing/2014/main" val="2224828075"/>
                    </a:ext>
                  </a:extLst>
                </a:gridCol>
                <a:gridCol w="714284">
                  <a:extLst>
                    <a:ext uri="{9D8B030D-6E8A-4147-A177-3AD203B41FA5}">
                      <a16:colId xmlns:a16="http://schemas.microsoft.com/office/drawing/2014/main" val="3053313761"/>
                    </a:ext>
                  </a:extLst>
                </a:gridCol>
                <a:gridCol w="714284">
                  <a:extLst>
                    <a:ext uri="{9D8B030D-6E8A-4147-A177-3AD203B41FA5}">
                      <a16:colId xmlns:a16="http://schemas.microsoft.com/office/drawing/2014/main" val="2014364257"/>
                    </a:ext>
                  </a:extLst>
                </a:gridCol>
                <a:gridCol w="714284">
                  <a:extLst>
                    <a:ext uri="{9D8B030D-6E8A-4147-A177-3AD203B41FA5}">
                      <a16:colId xmlns:a16="http://schemas.microsoft.com/office/drawing/2014/main" val="1831583623"/>
                    </a:ext>
                  </a:extLst>
                </a:gridCol>
                <a:gridCol w="714284">
                  <a:extLst>
                    <a:ext uri="{9D8B030D-6E8A-4147-A177-3AD203B41FA5}">
                      <a16:colId xmlns:a16="http://schemas.microsoft.com/office/drawing/2014/main" val="3705079698"/>
                    </a:ext>
                  </a:extLst>
                </a:gridCol>
                <a:gridCol w="714284">
                  <a:extLst>
                    <a:ext uri="{9D8B030D-6E8A-4147-A177-3AD203B41FA5}">
                      <a16:colId xmlns:a16="http://schemas.microsoft.com/office/drawing/2014/main" val="2293653269"/>
                    </a:ext>
                  </a:extLst>
                </a:gridCol>
                <a:gridCol w="714284">
                  <a:extLst>
                    <a:ext uri="{9D8B030D-6E8A-4147-A177-3AD203B41FA5}">
                      <a16:colId xmlns:a16="http://schemas.microsoft.com/office/drawing/2014/main" val="511868558"/>
                    </a:ext>
                  </a:extLst>
                </a:gridCol>
                <a:gridCol w="714284">
                  <a:extLst>
                    <a:ext uri="{9D8B030D-6E8A-4147-A177-3AD203B41FA5}">
                      <a16:colId xmlns:a16="http://schemas.microsoft.com/office/drawing/2014/main" val="549178337"/>
                    </a:ext>
                  </a:extLst>
                </a:gridCol>
              </a:tblGrid>
              <a:tr h="370840">
                <a:tc>
                  <a:txBody>
                    <a:bodyPr/>
                    <a:lstStyle/>
                    <a:p>
                      <a:pPr marL="0" lvl="0" indent="0" algn="l">
                        <a:lnSpc>
                          <a:spcPct val="100000"/>
                        </a:lnSpc>
                        <a:buNone/>
                      </a:pPr>
                      <a:r>
                        <a:rPr lang="de-DE" sz="1400" b="1" i="0" u="none" strike="noStrike" baseline="0" noProof="0" err="1">
                          <a:solidFill>
                            <a:srgbClr val="FFFFFF"/>
                          </a:solidFill>
                          <a:latin typeface="Arial"/>
                          <a:cs typeface="Arial"/>
                        </a:rPr>
                        <a:t>public_lighting_kW</a:t>
                      </a:r>
                      <a:endParaRPr lang="de-DE" sz="1400" err="1"/>
                    </a:p>
                    <a:p>
                      <a:pPr lvl="0">
                        <a:buNone/>
                      </a:pPr>
                      <a:endParaRPr lang="de-DE" sz="1400"/>
                    </a:p>
                  </a:txBody>
                  <a:tcPr/>
                </a:tc>
                <a:tc>
                  <a:txBody>
                    <a:bodyPr/>
                    <a:lstStyle/>
                    <a:p>
                      <a:pPr marL="0" lvl="0" indent="0" algn="l">
                        <a:lnSpc>
                          <a:spcPct val="100000"/>
                        </a:lnSpc>
                        <a:buNone/>
                      </a:pPr>
                      <a:r>
                        <a:rPr lang="de-DE" sz="1400" b="1" i="0" u="none" strike="noStrike" baseline="0" noProof="0" err="1">
                          <a:solidFill>
                            <a:srgbClr val="FFFFFF"/>
                          </a:solidFill>
                          <a:latin typeface="Arial"/>
                          <a:cs typeface="Arial"/>
                        </a:rPr>
                        <a:t>other_consumers_kW</a:t>
                      </a:r>
                      <a:endParaRPr lang="de-DE" err="1"/>
                    </a:p>
                    <a:p>
                      <a:pPr lvl="0">
                        <a:buNone/>
                      </a:pPr>
                      <a:endParaRPr lang="de-DE" sz="1400"/>
                    </a:p>
                  </a:txBody>
                  <a:tcPr/>
                </a:tc>
                <a:tc>
                  <a:txBody>
                    <a:bodyPr/>
                    <a:lstStyle/>
                    <a:p>
                      <a:pPr marL="0" lvl="0" indent="0" algn="l">
                        <a:lnSpc>
                          <a:spcPct val="100000"/>
                        </a:lnSpc>
                        <a:buNone/>
                      </a:pPr>
                      <a:r>
                        <a:rPr lang="de-DE" sz="1400" b="1" i="0" u="none" strike="noStrike" baseline="0" noProof="0" err="1">
                          <a:solidFill>
                            <a:srgbClr val="FFFFFF"/>
                          </a:solidFill>
                          <a:latin typeface="Arial"/>
                          <a:cs typeface="Arial"/>
                        </a:rPr>
                        <a:t>batteries_kW</a:t>
                      </a:r>
                      <a:endParaRPr lang="de-DE" err="1"/>
                    </a:p>
                    <a:p>
                      <a:pPr lvl="0">
                        <a:buNone/>
                      </a:pPr>
                      <a:endParaRPr lang="de-DE" sz="1400"/>
                    </a:p>
                  </a:txBody>
                  <a:tcPr/>
                </a:tc>
                <a:tc>
                  <a:txBody>
                    <a:bodyPr/>
                    <a:lstStyle/>
                    <a:p>
                      <a:pPr marL="0" lvl="0" indent="0" algn="l">
                        <a:lnSpc>
                          <a:spcPct val="100000"/>
                        </a:lnSpc>
                        <a:buNone/>
                      </a:pPr>
                      <a:r>
                        <a:rPr lang="de-DE" sz="1400" b="1" i="0" u="none" strike="noStrike" baseline="0" noProof="0" err="1">
                          <a:solidFill>
                            <a:srgbClr val="FFFFFF"/>
                          </a:solidFill>
                          <a:latin typeface="Arial"/>
                          <a:cs typeface="Arial"/>
                        </a:rPr>
                        <a:t>PV_systems_kW</a:t>
                      </a:r>
                      <a:endParaRPr lang="de-DE" err="1"/>
                    </a:p>
                    <a:p>
                      <a:pPr lvl="0">
                        <a:buNone/>
                      </a:pPr>
                      <a:endParaRPr lang="de-DE" sz="1400"/>
                    </a:p>
                  </a:txBody>
                  <a:tcPr/>
                </a:tc>
                <a:tc>
                  <a:txBody>
                    <a:bodyPr/>
                    <a:lstStyle/>
                    <a:p>
                      <a:pPr marL="0" lvl="0" indent="0" algn="l">
                        <a:lnSpc>
                          <a:spcPct val="100000"/>
                        </a:lnSpc>
                        <a:buNone/>
                      </a:pPr>
                      <a:r>
                        <a:rPr lang="de-DE" sz="1400" b="1" i="0" u="none" strike="noStrike" baseline="0" noProof="0" err="1">
                          <a:solidFill>
                            <a:srgbClr val="FFFFFF"/>
                          </a:solidFill>
                          <a:latin typeface="Arial"/>
                          <a:cs typeface="Arial"/>
                        </a:rPr>
                        <a:t>chp_kW</a:t>
                      </a:r>
                      <a:endParaRPr lang="de-DE" err="1"/>
                    </a:p>
                    <a:p>
                      <a:pPr lvl="0">
                        <a:buNone/>
                      </a:pPr>
                      <a:endParaRPr lang="de-DE" sz="1400"/>
                    </a:p>
                  </a:txBody>
                  <a:tcPr/>
                </a:tc>
                <a:tc>
                  <a:txBody>
                    <a:bodyPr/>
                    <a:lstStyle/>
                    <a:p>
                      <a:pPr marL="0" lvl="0" indent="0" algn="l">
                        <a:lnSpc>
                          <a:spcPct val="100000"/>
                        </a:lnSpc>
                        <a:buNone/>
                      </a:pPr>
                      <a:r>
                        <a:rPr lang="de-DE" sz="1400" b="1" i="0" u="none" strike="noStrike" baseline="0" noProof="0">
                          <a:solidFill>
                            <a:srgbClr val="FFFFFF"/>
                          </a:solidFill>
                          <a:latin typeface="Arial"/>
                          <a:cs typeface="Arial"/>
                        </a:rPr>
                        <a:t>g0_general_kWh</a:t>
                      </a:r>
                      <a:endParaRPr lang="de-DE"/>
                    </a:p>
                    <a:p>
                      <a:pPr lvl="0">
                        <a:buNone/>
                      </a:pPr>
                      <a:endParaRPr lang="de-DE" sz="1400"/>
                    </a:p>
                  </a:txBody>
                  <a:tcPr/>
                </a:tc>
                <a:tc>
                  <a:txBody>
                    <a:bodyPr/>
                    <a:lstStyle/>
                    <a:p>
                      <a:pPr marL="0" lvl="0" indent="0" algn="l">
                        <a:lnSpc>
                          <a:spcPct val="100000"/>
                        </a:lnSpc>
                        <a:buNone/>
                      </a:pPr>
                      <a:r>
                        <a:rPr lang="de-DE" sz="1400" b="1" i="0" u="none" strike="noStrike" baseline="0" noProof="0">
                          <a:solidFill>
                            <a:srgbClr val="FFFFFF"/>
                          </a:solidFill>
                          <a:latin typeface="Arial"/>
                          <a:cs typeface="Arial"/>
                        </a:rPr>
                        <a:t>g1_workdays_kWh</a:t>
                      </a:r>
                      <a:endParaRPr lang="de-DE"/>
                    </a:p>
                    <a:p>
                      <a:pPr lvl="0">
                        <a:buNone/>
                      </a:pPr>
                      <a:endParaRPr lang="de-DE" sz="1400"/>
                    </a:p>
                  </a:txBody>
                  <a:tcPr/>
                </a:tc>
                <a:tc>
                  <a:txBody>
                    <a:bodyPr/>
                    <a:lstStyle/>
                    <a:p>
                      <a:pPr marL="0" lvl="0" indent="0" algn="l">
                        <a:lnSpc>
                          <a:spcPct val="100000"/>
                        </a:lnSpc>
                        <a:buNone/>
                      </a:pPr>
                      <a:r>
                        <a:rPr lang="de-DE" sz="1400" b="1" i="0" u="none" strike="noStrike" baseline="0" noProof="0">
                          <a:solidFill>
                            <a:srgbClr val="FFFFFF"/>
                          </a:solidFill>
                          <a:latin typeface="Arial"/>
                          <a:cs typeface="Arial"/>
                        </a:rPr>
                        <a:t>g2_evening_kWh</a:t>
                      </a:r>
                      <a:endParaRPr lang="de-DE"/>
                    </a:p>
                    <a:p>
                      <a:pPr lvl="0">
                        <a:buNone/>
                      </a:pPr>
                      <a:endParaRPr lang="de-DE" sz="1400"/>
                    </a:p>
                  </a:txBody>
                  <a:tcPr/>
                </a:tc>
                <a:tc>
                  <a:txBody>
                    <a:bodyPr/>
                    <a:lstStyle/>
                    <a:p>
                      <a:pPr marL="0" lvl="0" indent="0" algn="l">
                        <a:lnSpc>
                          <a:spcPct val="100000"/>
                        </a:lnSpc>
                        <a:buNone/>
                      </a:pPr>
                      <a:r>
                        <a:rPr lang="de-DE" sz="1400" b="1" i="0" u="none" strike="noStrike" baseline="0" noProof="0">
                          <a:solidFill>
                            <a:srgbClr val="FFFFFF"/>
                          </a:solidFill>
                          <a:latin typeface="Arial"/>
                          <a:cs typeface="Arial"/>
                        </a:rPr>
                        <a:t>g3_continuous_kWh</a:t>
                      </a:r>
                      <a:endParaRPr lang="de-DE"/>
                    </a:p>
                    <a:p>
                      <a:pPr lvl="0">
                        <a:buNone/>
                      </a:pPr>
                      <a:endParaRPr lang="de-DE" sz="1400"/>
                    </a:p>
                  </a:txBody>
                  <a:tcPr/>
                </a:tc>
                <a:tc>
                  <a:txBody>
                    <a:bodyPr/>
                    <a:lstStyle/>
                    <a:p>
                      <a:pPr marL="0" lvl="0" indent="0" algn="l">
                        <a:lnSpc>
                          <a:spcPct val="100000"/>
                        </a:lnSpc>
                        <a:buNone/>
                      </a:pPr>
                      <a:r>
                        <a:rPr lang="de-DE" sz="1400" b="1" i="0" u="none" strike="noStrike" baseline="0" noProof="0">
                          <a:solidFill>
                            <a:srgbClr val="FFFFFF"/>
                          </a:solidFill>
                          <a:latin typeface="Arial"/>
                          <a:cs typeface="Arial"/>
                        </a:rPr>
                        <a:t>g4_shop_hairdresser_kWh</a:t>
                      </a:r>
                      <a:endParaRPr lang="de-DE"/>
                    </a:p>
                    <a:p>
                      <a:pPr lvl="0">
                        <a:buNone/>
                      </a:pPr>
                      <a:endParaRPr lang="de-DE" sz="1400"/>
                    </a:p>
                  </a:txBody>
                  <a:tcPr/>
                </a:tc>
                <a:tc>
                  <a:txBody>
                    <a:bodyPr/>
                    <a:lstStyle/>
                    <a:p>
                      <a:pPr marL="0" lvl="0" indent="0" algn="l">
                        <a:lnSpc>
                          <a:spcPct val="100000"/>
                        </a:lnSpc>
                        <a:buNone/>
                      </a:pPr>
                      <a:r>
                        <a:rPr lang="de-DE" sz="1400" b="1" i="0" u="none" strike="noStrike" baseline="0" noProof="0">
                          <a:solidFill>
                            <a:srgbClr val="FFFFFF"/>
                          </a:solidFill>
                          <a:latin typeface="Arial"/>
                          <a:cs typeface="Arial"/>
                        </a:rPr>
                        <a:t>g5_bakery_kWh</a:t>
                      </a:r>
                      <a:endParaRPr lang="de-DE"/>
                    </a:p>
                    <a:p>
                      <a:pPr lvl="0">
                        <a:buNone/>
                      </a:pPr>
                      <a:endParaRPr lang="de-DE" sz="1400"/>
                    </a:p>
                  </a:txBody>
                  <a:tcPr/>
                </a:tc>
                <a:tc>
                  <a:txBody>
                    <a:bodyPr/>
                    <a:lstStyle/>
                    <a:p>
                      <a:pPr marL="0" lvl="0" indent="0" algn="l">
                        <a:lnSpc>
                          <a:spcPct val="100000"/>
                        </a:lnSpc>
                        <a:buNone/>
                      </a:pPr>
                      <a:r>
                        <a:rPr lang="de-DE" sz="1400" b="1" i="0" u="none" strike="noStrike" baseline="0" noProof="0">
                          <a:solidFill>
                            <a:srgbClr val="FFFFFF"/>
                          </a:solidFill>
                          <a:latin typeface="Arial"/>
                          <a:cs typeface="Arial"/>
                        </a:rPr>
                        <a:t>g6_weekend_kWh</a:t>
                      </a:r>
                      <a:endParaRPr lang="de-DE"/>
                    </a:p>
                    <a:p>
                      <a:pPr lvl="0">
                        <a:buNone/>
                      </a:pPr>
                      <a:endParaRPr lang="de-DE" sz="1400"/>
                    </a:p>
                  </a:txBody>
                  <a:tcPr/>
                </a:tc>
                <a:extLst>
                  <a:ext uri="{0D108BD9-81ED-4DB2-BD59-A6C34878D82A}">
                    <a16:rowId xmlns:a16="http://schemas.microsoft.com/office/drawing/2014/main" val="4084541425"/>
                  </a:ext>
                </a:extLst>
              </a:tr>
              <a:tr h="370840">
                <a:tc>
                  <a:txBody>
                    <a:bodyPr/>
                    <a:lstStyle/>
                    <a:p>
                      <a:r>
                        <a:rPr lang="de-DE" sz="1400"/>
                        <a:t>0</a:t>
                      </a:r>
                    </a:p>
                  </a:txBody>
                  <a:tcPr/>
                </a:tc>
                <a:tc>
                  <a:txBody>
                    <a:bodyPr/>
                    <a:lstStyle/>
                    <a:p>
                      <a:r>
                        <a:rPr lang="de-DE" sz="1400"/>
                        <a:t>0</a:t>
                      </a:r>
                    </a:p>
                  </a:txBody>
                  <a:tcPr/>
                </a:tc>
                <a:tc>
                  <a:txBody>
                    <a:bodyPr/>
                    <a:lstStyle/>
                    <a:p>
                      <a:r>
                        <a:rPr lang="de-DE" sz="1400"/>
                        <a:t>0</a:t>
                      </a:r>
                    </a:p>
                  </a:txBody>
                  <a:tcPr/>
                </a:tc>
                <a:tc>
                  <a:txBody>
                    <a:bodyPr/>
                    <a:lstStyle/>
                    <a:p>
                      <a:r>
                        <a:rPr lang="de-DE" sz="1400"/>
                        <a:t>0</a:t>
                      </a:r>
                    </a:p>
                  </a:txBody>
                  <a:tcPr/>
                </a:tc>
                <a:tc>
                  <a:txBody>
                    <a:bodyPr/>
                    <a:lstStyle/>
                    <a:p>
                      <a:r>
                        <a:rPr lang="de-DE" sz="1400"/>
                        <a:t>0</a:t>
                      </a:r>
                    </a:p>
                  </a:txBody>
                  <a:tcPr/>
                </a:tc>
                <a:tc>
                  <a:txBody>
                    <a:bodyPr/>
                    <a:lstStyle/>
                    <a:p>
                      <a:r>
                        <a:rPr lang="de-DE" sz="1400"/>
                        <a:t>0</a:t>
                      </a:r>
                    </a:p>
                  </a:txBody>
                  <a:tcPr/>
                </a:tc>
                <a:tc>
                  <a:txBody>
                    <a:bodyPr/>
                    <a:lstStyle/>
                    <a:p>
                      <a:r>
                        <a:rPr lang="de-DE" sz="1400"/>
                        <a:t>0</a:t>
                      </a:r>
                    </a:p>
                  </a:txBody>
                  <a:tcPr/>
                </a:tc>
                <a:tc>
                  <a:txBody>
                    <a:bodyPr/>
                    <a:lstStyle/>
                    <a:p>
                      <a:r>
                        <a:rPr lang="de-DE" sz="1400"/>
                        <a:t>0</a:t>
                      </a:r>
                    </a:p>
                  </a:txBody>
                  <a:tcPr/>
                </a:tc>
                <a:tc>
                  <a:txBody>
                    <a:bodyPr/>
                    <a:lstStyle/>
                    <a:p>
                      <a:r>
                        <a:rPr lang="de-DE" sz="1400"/>
                        <a:t>0</a:t>
                      </a:r>
                    </a:p>
                  </a:txBody>
                  <a:tcPr/>
                </a:tc>
                <a:tc>
                  <a:txBody>
                    <a:bodyPr/>
                    <a:lstStyle/>
                    <a:p>
                      <a:r>
                        <a:rPr lang="de-DE" sz="1400"/>
                        <a:t>0</a:t>
                      </a:r>
                    </a:p>
                  </a:txBody>
                  <a:tcPr/>
                </a:tc>
                <a:tc>
                  <a:txBody>
                    <a:bodyPr/>
                    <a:lstStyle/>
                    <a:p>
                      <a:pPr lvl="0">
                        <a:buNone/>
                      </a:pPr>
                      <a:r>
                        <a:rPr lang="de-DE" sz="1400"/>
                        <a:t>0</a:t>
                      </a:r>
                    </a:p>
                  </a:txBody>
                  <a:tcPr/>
                </a:tc>
                <a:tc>
                  <a:txBody>
                    <a:bodyPr/>
                    <a:lstStyle/>
                    <a:p>
                      <a:pPr lvl="0">
                        <a:buNone/>
                      </a:pPr>
                      <a:r>
                        <a:rPr lang="de-DE" sz="1400"/>
                        <a:t>0</a:t>
                      </a:r>
                    </a:p>
                  </a:txBody>
                  <a:tcPr/>
                </a:tc>
                <a:extLst>
                  <a:ext uri="{0D108BD9-81ED-4DB2-BD59-A6C34878D82A}">
                    <a16:rowId xmlns:a16="http://schemas.microsoft.com/office/drawing/2014/main" val="4198767"/>
                  </a:ext>
                </a:extLst>
              </a:tr>
              <a:tr h="370840">
                <a:tc>
                  <a:txBody>
                    <a:bodyPr/>
                    <a:lstStyle/>
                    <a:p>
                      <a:r>
                        <a:rPr lang="de-DE" sz="1400"/>
                        <a:t>0 - </a:t>
                      </a:r>
                      <a:r>
                        <a:rPr lang="de-DE" sz="1400" b="0" i="0" u="none" strike="noStrike" noProof="0">
                          <a:solidFill>
                            <a:srgbClr val="000000"/>
                          </a:solidFill>
                          <a:latin typeface="Arial"/>
                          <a:cs typeface="Arial"/>
                        </a:rPr>
                        <a:t>0.10</a:t>
                      </a:r>
                      <a:endParaRPr lang="de-DE" sz="1400"/>
                    </a:p>
                  </a:txBody>
                  <a:tcPr/>
                </a:tc>
                <a:tc>
                  <a:txBody>
                    <a:bodyPr/>
                    <a:lstStyle/>
                    <a:p>
                      <a:r>
                        <a:rPr lang="de-DE" sz="1400"/>
                        <a:t>0 - </a:t>
                      </a:r>
                      <a:r>
                        <a:rPr lang="de-DE" sz="1400" b="0" i="0" u="none" strike="noStrike" noProof="0">
                          <a:solidFill>
                            <a:srgbClr val="000000"/>
                          </a:solidFill>
                          <a:latin typeface="Arial"/>
                          <a:cs typeface="Arial"/>
                        </a:rPr>
                        <a:t>0.10</a:t>
                      </a:r>
                      <a:endParaRPr lang="de-DE" sz="1400"/>
                    </a:p>
                  </a:txBody>
                  <a:tcPr/>
                </a:tc>
                <a:tc>
                  <a:txBody>
                    <a:bodyPr/>
                    <a:lstStyle/>
                    <a:p>
                      <a:r>
                        <a:rPr lang="de-DE" sz="1400"/>
                        <a:t>0 - </a:t>
                      </a:r>
                      <a:r>
                        <a:rPr lang="de-DE" sz="1400" b="0" i="0" u="none" strike="noStrike" noProof="0">
                          <a:solidFill>
                            <a:srgbClr val="000000"/>
                          </a:solidFill>
                          <a:latin typeface="Arial"/>
                          <a:cs typeface="Arial"/>
                        </a:rPr>
                        <a:t>0.10</a:t>
                      </a:r>
                      <a:endParaRPr lang="de-DE" sz="1400"/>
                    </a:p>
                  </a:txBody>
                  <a:tcPr/>
                </a:tc>
                <a:tc>
                  <a:txBody>
                    <a:bodyPr/>
                    <a:lstStyle/>
                    <a:p>
                      <a:r>
                        <a:rPr lang="de-DE" sz="1400"/>
                        <a:t>0 - </a:t>
                      </a:r>
                      <a:r>
                        <a:rPr lang="de-DE" sz="1400" b="0" i="0" u="none" strike="noStrike" noProof="0">
                          <a:solidFill>
                            <a:srgbClr val="000000"/>
                          </a:solidFill>
                          <a:latin typeface="Arial"/>
                          <a:cs typeface="Arial"/>
                        </a:rPr>
                        <a:t>0.10</a:t>
                      </a:r>
                      <a:endParaRPr lang="de-DE" sz="1400"/>
                    </a:p>
                  </a:txBody>
                  <a:tcPr/>
                </a:tc>
                <a:tc>
                  <a:txBody>
                    <a:bodyPr/>
                    <a:lstStyle/>
                    <a:p>
                      <a:r>
                        <a:rPr lang="de-DE" sz="1400"/>
                        <a:t>0 - </a:t>
                      </a:r>
                      <a:r>
                        <a:rPr lang="de-DE" sz="1400" b="0" i="0" u="none" strike="noStrike" noProof="0">
                          <a:solidFill>
                            <a:srgbClr val="000000"/>
                          </a:solidFill>
                          <a:latin typeface="Arial"/>
                          <a:cs typeface="Arial"/>
                        </a:rPr>
                        <a:t>0.10</a:t>
                      </a:r>
                      <a:endParaRPr lang="de-DE" sz="1400"/>
                    </a:p>
                  </a:txBody>
                  <a:tcPr/>
                </a:tc>
                <a:tc>
                  <a:txBody>
                    <a:bodyPr/>
                    <a:lstStyle/>
                    <a:p>
                      <a:r>
                        <a:rPr lang="de-DE" sz="1400"/>
                        <a:t>0 - </a:t>
                      </a:r>
                      <a:r>
                        <a:rPr lang="de-DE" sz="1400" b="0" i="0" u="none" strike="noStrike" noProof="0">
                          <a:solidFill>
                            <a:srgbClr val="000000"/>
                          </a:solidFill>
                          <a:latin typeface="Arial"/>
                          <a:cs typeface="Arial"/>
                        </a:rPr>
                        <a:t>0.10</a:t>
                      </a:r>
                      <a:endParaRPr lang="de-DE" sz="1400"/>
                    </a:p>
                  </a:txBody>
                  <a:tcPr/>
                </a:tc>
                <a:tc>
                  <a:txBody>
                    <a:bodyPr/>
                    <a:lstStyle/>
                    <a:p>
                      <a:r>
                        <a:rPr lang="de-DE" sz="1400"/>
                        <a:t>0 - </a:t>
                      </a:r>
                      <a:r>
                        <a:rPr lang="de-DE" sz="1400" b="0" i="0" u="none" strike="noStrike" noProof="0">
                          <a:solidFill>
                            <a:srgbClr val="000000"/>
                          </a:solidFill>
                          <a:latin typeface="Arial"/>
                          <a:cs typeface="Arial"/>
                        </a:rPr>
                        <a:t>0.10</a:t>
                      </a:r>
                      <a:endParaRPr lang="de-DE" sz="1400"/>
                    </a:p>
                  </a:txBody>
                  <a:tcPr/>
                </a:tc>
                <a:tc>
                  <a:txBody>
                    <a:bodyPr/>
                    <a:lstStyle/>
                    <a:p>
                      <a:r>
                        <a:rPr lang="de-DE" sz="1400"/>
                        <a:t>0 - </a:t>
                      </a:r>
                      <a:r>
                        <a:rPr lang="de-DE" sz="1400" b="0" i="0" u="none" strike="noStrike" noProof="0">
                          <a:solidFill>
                            <a:srgbClr val="000000"/>
                          </a:solidFill>
                          <a:latin typeface="Arial"/>
                          <a:cs typeface="Arial"/>
                        </a:rPr>
                        <a:t>0.10</a:t>
                      </a:r>
                      <a:endParaRPr lang="de-DE" sz="1400"/>
                    </a:p>
                  </a:txBody>
                  <a:tcPr/>
                </a:tc>
                <a:tc>
                  <a:txBody>
                    <a:bodyPr/>
                    <a:lstStyle/>
                    <a:p>
                      <a:r>
                        <a:rPr lang="de-DE" sz="1400"/>
                        <a:t>0 - </a:t>
                      </a:r>
                      <a:r>
                        <a:rPr lang="de-DE" sz="1400" b="0" i="0" u="none" strike="noStrike" noProof="0">
                          <a:solidFill>
                            <a:srgbClr val="000000"/>
                          </a:solidFill>
                          <a:latin typeface="Arial"/>
                          <a:cs typeface="Arial"/>
                        </a:rPr>
                        <a:t>0.10</a:t>
                      </a:r>
                      <a:endParaRPr lang="de-DE" sz="1400"/>
                    </a:p>
                  </a:txBody>
                  <a:tcPr/>
                </a:tc>
                <a:tc>
                  <a:txBody>
                    <a:bodyPr/>
                    <a:lstStyle/>
                    <a:p>
                      <a:r>
                        <a:rPr lang="de-DE" sz="1400"/>
                        <a:t>0 - </a:t>
                      </a:r>
                      <a:r>
                        <a:rPr lang="de-DE" sz="1400" b="0" i="0" u="none" strike="noStrike" noProof="0">
                          <a:solidFill>
                            <a:srgbClr val="000000"/>
                          </a:solidFill>
                          <a:latin typeface="Arial"/>
                          <a:cs typeface="Arial"/>
                        </a:rPr>
                        <a:t>0.10</a:t>
                      </a:r>
                      <a:endParaRPr lang="de-DE" sz="1400"/>
                    </a:p>
                  </a:txBody>
                  <a:tcPr/>
                </a:tc>
                <a:tc>
                  <a:txBody>
                    <a:bodyPr/>
                    <a:lstStyle/>
                    <a:p>
                      <a:pPr lvl="0">
                        <a:buNone/>
                      </a:pPr>
                      <a:r>
                        <a:rPr lang="de-DE" sz="1400"/>
                        <a:t>0 - </a:t>
                      </a:r>
                      <a:r>
                        <a:rPr lang="de-DE" sz="1400" b="0" i="0" u="none" strike="noStrike" noProof="0">
                          <a:solidFill>
                            <a:srgbClr val="000000"/>
                          </a:solidFill>
                          <a:latin typeface="Arial"/>
                          <a:cs typeface="Arial"/>
                        </a:rPr>
                        <a:t>0.10</a:t>
                      </a:r>
                      <a:endParaRPr lang="de-DE" sz="1400"/>
                    </a:p>
                  </a:txBody>
                  <a:tcPr/>
                </a:tc>
                <a:tc>
                  <a:txBody>
                    <a:bodyPr/>
                    <a:lstStyle/>
                    <a:p>
                      <a:pPr lvl="0">
                        <a:buNone/>
                      </a:pPr>
                      <a:r>
                        <a:rPr lang="de-DE" sz="1400"/>
                        <a:t>0 - </a:t>
                      </a:r>
                      <a:r>
                        <a:rPr lang="de-DE" sz="1400" b="0" i="0" u="none" strike="noStrike" noProof="0">
                          <a:solidFill>
                            <a:srgbClr val="000000"/>
                          </a:solidFill>
                          <a:latin typeface="Arial"/>
                          <a:cs typeface="Arial"/>
                        </a:rPr>
                        <a:t>0.10</a:t>
                      </a:r>
                      <a:endParaRPr lang="de-DE" sz="1400"/>
                    </a:p>
                  </a:txBody>
                  <a:tcPr/>
                </a:tc>
                <a:extLst>
                  <a:ext uri="{0D108BD9-81ED-4DB2-BD59-A6C34878D82A}">
                    <a16:rowId xmlns:a16="http://schemas.microsoft.com/office/drawing/2014/main" val="2377502259"/>
                  </a:ext>
                </a:extLst>
              </a:tr>
            </a:tbl>
          </a:graphicData>
        </a:graphic>
      </p:graphicFrame>
      <p:sp>
        <p:nvSpPr>
          <p:cNvPr id="5" name="Textfeld 4">
            <a:extLst>
              <a:ext uri="{FF2B5EF4-FFF2-40B4-BE49-F238E27FC236}">
                <a16:creationId xmlns:a16="http://schemas.microsoft.com/office/drawing/2014/main" id="{AE463B6B-5401-EE1B-8B1C-3B370AEC9CE6}"/>
              </a:ext>
            </a:extLst>
          </p:cNvPr>
          <p:cNvSpPr txBox="1"/>
          <p:nvPr/>
        </p:nvSpPr>
        <p:spPr>
          <a:xfrm>
            <a:off x="-4026361" y="418869"/>
            <a:ext cx="4104623" cy="3662541"/>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r>
              <a:rPr lang="de-DE" sz="1400">
                <a:latin typeface="Arial"/>
                <a:cs typeface="Arial"/>
              </a:rPr>
              <a:t>| `</a:t>
            </a:r>
            <a:r>
              <a:rPr lang="de-DE" sz="1400" err="1">
                <a:latin typeface="Arial"/>
                <a:cs typeface="Arial"/>
              </a:rPr>
              <a:t>housing_units_count</a:t>
            </a:r>
            <a:r>
              <a:rPr lang="de-DE" sz="1400">
                <a:latin typeface="Arial"/>
                <a:cs typeface="Arial"/>
              </a:rPr>
              <a:t>` | **20 %** | </a:t>
            </a:r>
            <a:endParaRPr lang="de-DE">
              <a:cs typeface="Arial" panose="020B0604020202020204" pitchFamily="34" charset="0"/>
            </a:endParaRPr>
          </a:p>
          <a:p>
            <a:r>
              <a:rPr lang="de-DE" sz="1400">
                <a:latin typeface="Arial"/>
                <a:cs typeface="Arial"/>
              </a:rPr>
              <a:t>Aggregierte Zahl, die kaum zur Identifikation einzelner </a:t>
            </a:r>
            <a:endParaRPr lang="de-DE">
              <a:cs typeface="Arial"/>
            </a:endParaRPr>
          </a:p>
          <a:p>
            <a:r>
              <a:rPr lang="de-DE" sz="1400">
                <a:latin typeface="Arial"/>
                <a:cs typeface="Arial"/>
              </a:rPr>
              <a:t>Personen führt, aber in sehr kleinen Gebieten </a:t>
            </a:r>
            <a:endParaRPr lang="de-DE">
              <a:cs typeface="Arial"/>
            </a:endParaRPr>
          </a:p>
          <a:p>
            <a:r>
              <a:rPr lang="de-DE" sz="1400">
                <a:latin typeface="Arial"/>
                <a:cs typeface="Arial"/>
              </a:rPr>
              <a:t>(z. B. 1‑2 Einheiten) identifizierbar sein könnte. |</a:t>
            </a:r>
            <a:endParaRPr lang="de-DE">
              <a:cs typeface="Arial"/>
            </a:endParaRPr>
          </a:p>
          <a:p>
            <a:endParaRPr lang="de-DE" sz="1400">
              <a:latin typeface="Arial"/>
              <a:cs typeface="Arial"/>
            </a:endParaRPr>
          </a:p>
          <a:p>
            <a:r>
              <a:rPr lang="de-DE" sz="1400">
                <a:latin typeface="Arial"/>
                <a:cs typeface="Arial"/>
              </a:rPr>
              <a:t>| `</a:t>
            </a:r>
            <a:r>
              <a:rPr lang="de-DE" sz="1400" err="1">
                <a:latin typeface="Arial"/>
                <a:cs typeface="Arial"/>
              </a:rPr>
              <a:t>industry_and_commerce_count</a:t>
            </a:r>
            <a:r>
              <a:rPr lang="de-DE" sz="1400">
                <a:latin typeface="Arial"/>
                <a:cs typeface="Arial"/>
              </a:rPr>
              <a:t>` | **20 %** | </a:t>
            </a:r>
            <a:endParaRPr lang="de-DE">
              <a:cs typeface="Arial" panose="020B0604020202020204" pitchFamily="34" charset="0"/>
            </a:endParaRPr>
          </a:p>
          <a:p>
            <a:r>
              <a:rPr lang="de-DE" sz="1400">
                <a:latin typeface="Arial"/>
                <a:cs typeface="Arial"/>
              </a:rPr>
              <a:t>Ähnlich wie bei `</a:t>
            </a:r>
            <a:r>
              <a:rPr lang="de-DE" sz="1400" err="1">
                <a:latin typeface="Arial"/>
                <a:cs typeface="Arial"/>
              </a:rPr>
              <a:t>housing_units_count</a:t>
            </a:r>
            <a:r>
              <a:rPr lang="de-DE" sz="1400">
                <a:latin typeface="Arial"/>
                <a:cs typeface="Arial"/>
              </a:rPr>
              <a:t>`; aggregiert. |</a:t>
            </a:r>
            <a:endParaRPr lang="de-DE">
              <a:cs typeface="Arial"/>
            </a:endParaRPr>
          </a:p>
          <a:p>
            <a:endParaRPr lang="de-DE" sz="1400">
              <a:latin typeface="Arial"/>
              <a:cs typeface="Arial"/>
            </a:endParaRPr>
          </a:p>
          <a:p>
            <a:r>
              <a:rPr lang="de-DE" sz="1400">
                <a:latin typeface="Arial"/>
                <a:cs typeface="Arial"/>
              </a:rPr>
              <a:t>| Alle weiteren *kW*‑ und *kWh*‑Spalten | **10‑15 %** </a:t>
            </a:r>
            <a:endParaRPr lang="de-DE">
              <a:cs typeface="Arial" panose="020B0604020202020204" pitchFamily="34" charset="0"/>
            </a:endParaRPr>
          </a:p>
          <a:p>
            <a:r>
              <a:rPr lang="de-DE" sz="1400">
                <a:latin typeface="Arial"/>
                <a:cs typeface="Arial"/>
              </a:rPr>
              <a:t>Gesamte, aggregierte Werte sind in der Regel nicht </a:t>
            </a:r>
            <a:endParaRPr lang="de-DE">
              <a:cs typeface="Arial"/>
            </a:endParaRPr>
          </a:p>
          <a:p>
            <a:r>
              <a:rPr lang="de-DE" sz="1400">
                <a:latin typeface="Arial"/>
                <a:cs typeface="Arial"/>
              </a:rPr>
              <a:t>eindeutig identifizierbar. Sie könnten jedoch in </a:t>
            </a:r>
            <a:endParaRPr lang="de-DE">
              <a:cs typeface="Arial"/>
            </a:endParaRPr>
          </a:p>
          <a:p>
            <a:r>
              <a:rPr lang="de-DE" sz="1400">
                <a:latin typeface="Arial"/>
                <a:cs typeface="Arial"/>
              </a:rPr>
              <a:t>Kombination mit den Standort‑IDs </a:t>
            </a:r>
            <a:endParaRPr lang="de-DE">
              <a:cs typeface="Arial"/>
            </a:endParaRPr>
          </a:p>
          <a:p>
            <a:r>
              <a:rPr lang="de-DE" sz="1400">
                <a:latin typeface="Arial"/>
                <a:cs typeface="Arial"/>
              </a:rPr>
              <a:t>(</a:t>
            </a:r>
            <a:r>
              <a:rPr lang="de-DE" sz="1400" err="1">
                <a:latin typeface="Arial"/>
                <a:cs typeface="Arial"/>
              </a:rPr>
              <a:t>feeder</a:t>
            </a:r>
            <a:r>
              <a:rPr lang="de-DE" sz="1400">
                <a:latin typeface="Arial"/>
                <a:cs typeface="Arial"/>
              </a:rPr>
              <a:t>/</a:t>
            </a:r>
            <a:r>
              <a:rPr lang="de-DE" sz="1400" err="1">
                <a:latin typeface="Arial"/>
                <a:cs typeface="Arial"/>
              </a:rPr>
              <a:t>substation</a:t>
            </a:r>
            <a:r>
              <a:rPr lang="de-DE" sz="1400">
                <a:latin typeface="Arial"/>
                <a:cs typeface="Arial"/>
              </a:rPr>
              <a:t>) in sehr kleinen Netzsegmenten </a:t>
            </a:r>
            <a:endParaRPr lang="de-DE">
              <a:cs typeface="Arial"/>
            </a:endParaRPr>
          </a:p>
          <a:p>
            <a:r>
              <a:rPr lang="de-DE" sz="1400">
                <a:latin typeface="Arial"/>
                <a:cs typeface="Arial"/>
              </a:rPr>
              <a:t>verwendet werden, um Rückschlüsse auf </a:t>
            </a:r>
            <a:endParaRPr lang="de-DE">
              <a:cs typeface="Arial"/>
            </a:endParaRPr>
          </a:p>
          <a:p>
            <a:r>
              <a:rPr lang="de-DE" sz="1400">
                <a:latin typeface="Arial"/>
                <a:cs typeface="Arial"/>
              </a:rPr>
              <a:t>einzelne Haushalte zu ziehen. |</a:t>
            </a:r>
            <a:endParaRPr lang="de-DE">
              <a:cs typeface="Arial"/>
            </a:endParaRPr>
          </a:p>
        </p:txBody>
      </p:sp>
      <p:sp>
        <p:nvSpPr>
          <p:cNvPr id="7" name="Textfeld 7">
            <a:extLst>
              <a:ext uri="{FF2B5EF4-FFF2-40B4-BE49-F238E27FC236}">
                <a16:creationId xmlns:a16="http://schemas.microsoft.com/office/drawing/2014/main" id="{4F7EE77A-6AF5-D81D-C336-91C4C038C700}"/>
              </a:ext>
            </a:extLst>
          </p:cNvPr>
          <p:cNvSpPr txBox="1"/>
          <p:nvPr/>
        </p:nvSpPr>
        <p:spPr>
          <a:xfrm>
            <a:off x="448126" y="6330276"/>
            <a:ext cx="3217291" cy="461665"/>
          </a:xfrm>
          <a:prstGeom prst="rect">
            <a:avLst/>
          </a:prstGeom>
          <a:solidFill>
            <a:schemeClr val="bg1"/>
          </a:solidFill>
        </p:spPr>
        <p:txBody>
          <a:bodyPr rot="0" spcFirstLastPara="0" vert="horz" wrap="square" lIns="0" tIns="0" rIns="0" bIns="0" numCol="1" spcCol="0" rtlCol="0" fromWordArt="0" anchor="t" anchorCtr="0" forceAA="0" compatLnSpc="1">
            <a:prstTxWarp prst="textNoShape">
              <a:avLst/>
            </a:prstTxWarp>
            <a:spAutoFit/>
          </a:bodyPr>
          <a:lstStyle>
            <a:defPPr>
              <a:defRPr lang="de-DE"/>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a:lstStyle>
          <a:p>
            <a:endParaRPr lang="en-US" sz="1000">
              <a:latin typeface="Arial"/>
              <a:cs typeface="Arial"/>
            </a:endParaRPr>
          </a:p>
          <a:p>
            <a:endParaRPr lang="en-US" sz="1000">
              <a:latin typeface="Arial"/>
              <a:cs typeface="Arial"/>
            </a:endParaRPr>
          </a:p>
          <a:p>
            <a:r>
              <a:rPr lang="en-US" sz="1000">
                <a:latin typeface="Arial"/>
                <a:cs typeface="Arial"/>
              </a:rPr>
              <a:t>| Haochen Zhang | 11.05.2026</a:t>
            </a:r>
            <a:endParaRPr lang="en-US" sz="1000">
              <a:cs typeface="Arial"/>
            </a:endParaRPr>
          </a:p>
        </p:txBody>
      </p:sp>
    </p:spTree>
    <p:extLst>
      <p:ext uri="{BB962C8B-B14F-4D97-AF65-F5344CB8AC3E}">
        <p14:creationId xmlns:p14="http://schemas.microsoft.com/office/powerpoint/2010/main" val="342147389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B38084-2AB4-888F-7281-2BFD0FE69377}"/>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44F2E5DC-DE30-6F53-A8EC-D3BD15E546AB}"/>
              </a:ext>
            </a:extLst>
          </p:cNvPr>
          <p:cNvSpPr>
            <a:spLocks noGrp="1"/>
          </p:cNvSpPr>
          <p:nvPr>
            <p:ph type="title"/>
          </p:nvPr>
        </p:nvSpPr>
        <p:spPr/>
        <p:txBody>
          <a:bodyPr/>
          <a:lstStyle/>
          <a:p>
            <a:r>
              <a:rPr lang="en-US" err="1">
                <a:latin typeface="Arial"/>
                <a:cs typeface="Arial"/>
              </a:rPr>
              <a:t>Feeder_metadata</a:t>
            </a:r>
            <a:r>
              <a:rPr lang="en-US">
                <a:latin typeface="Arial"/>
                <a:cs typeface="Arial"/>
              </a:rPr>
              <a:t> after given LOC</a:t>
            </a:r>
            <a:endParaRPr lang="en-US" err="1"/>
          </a:p>
        </p:txBody>
      </p:sp>
      <p:graphicFrame>
        <p:nvGraphicFramePr>
          <p:cNvPr id="4" name="Tabelle 3">
            <a:extLst>
              <a:ext uri="{FF2B5EF4-FFF2-40B4-BE49-F238E27FC236}">
                <a16:creationId xmlns:a16="http://schemas.microsoft.com/office/drawing/2014/main" id="{13B20143-FC51-67BC-6D47-25E9369DE7AE}"/>
              </a:ext>
            </a:extLst>
          </p:cNvPr>
          <p:cNvGraphicFramePr>
            <a:graphicFrameLocks noGrp="1"/>
          </p:cNvGraphicFramePr>
          <p:nvPr>
            <p:extLst>
              <p:ext uri="{D42A27DB-BD31-4B8C-83A1-F6EECF244321}">
                <p14:modId xmlns:p14="http://schemas.microsoft.com/office/powerpoint/2010/main" val="2515334062"/>
              </p:ext>
            </p:extLst>
          </p:nvPr>
        </p:nvGraphicFramePr>
        <p:xfrm>
          <a:off x="284480" y="976376"/>
          <a:ext cx="8561016" cy="2741900"/>
        </p:xfrm>
        <a:graphic>
          <a:graphicData uri="http://schemas.openxmlformats.org/drawingml/2006/table">
            <a:tbl>
              <a:tblPr firstRow="1" bandRow="1">
                <a:tableStyleId>{5C22544A-7EE6-4342-B048-85BDC9FD1C3A}</a:tableStyleId>
              </a:tblPr>
              <a:tblGrid>
                <a:gridCol w="713418">
                  <a:extLst>
                    <a:ext uri="{9D8B030D-6E8A-4147-A177-3AD203B41FA5}">
                      <a16:colId xmlns:a16="http://schemas.microsoft.com/office/drawing/2014/main" val="928571187"/>
                    </a:ext>
                  </a:extLst>
                </a:gridCol>
                <a:gridCol w="713418">
                  <a:extLst>
                    <a:ext uri="{9D8B030D-6E8A-4147-A177-3AD203B41FA5}">
                      <a16:colId xmlns:a16="http://schemas.microsoft.com/office/drawing/2014/main" val="3482727297"/>
                    </a:ext>
                  </a:extLst>
                </a:gridCol>
                <a:gridCol w="713418">
                  <a:extLst>
                    <a:ext uri="{9D8B030D-6E8A-4147-A177-3AD203B41FA5}">
                      <a16:colId xmlns:a16="http://schemas.microsoft.com/office/drawing/2014/main" val="2681182858"/>
                    </a:ext>
                  </a:extLst>
                </a:gridCol>
                <a:gridCol w="713418">
                  <a:extLst>
                    <a:ext uri="{9D8B030D-6E8A-4147-A177-3AD203B41FA5}">
                      <a16:colId xmlns:a16="http://schemas.microsoft.com/office/drawing/2014/main" val="149693097"/>
                    </a:ext>
                  </a:extLst>
                </a:gridCol>
                <a:gridCol w="713418">
                  <a:extLst>
                    <a:ext uri="{9D8B030D-6E8A-4147-A177-3AD203B41FA5}">
                      <a16:colId xmlns:a16="http://schemas.microsoft.com/office/drawing/2014/main" val="3124726241"/>
                    </a:ext>
                  </a:extLst>
                </a:gridCol>
                <a:gridCol w="713418">
                  <a:extLst>
                    <a:ext uri="{9D8B030D-6E8A-4147-A177-3AD203B41FA5}">
                      <a16:colId xmlns:a16="http://schemas.microsoft.com/office/drawing/2014/main" val="2154533912"/>
                    </a:ext>
                  </a:extLst>
                </a:gridCol>
                <a:gridCol w="713418">
                  <a:extLst>
                    <a:ext uri="{9D8B030D-6E8A-4147-A177-3AD203B41FA5}">
                      <a16:colId xmlns:a16="http://schemas.microsoft.com/office/drawing/2014/main" val="2092475998"/>
                    </a:ext>
                  </a:extLst>
                </a:gridCol>
                <a:gridCol w="713418">
                  <a:extLst>
                    <a:ext uri="{9D8B030D-6E8A-4147-A177-3AD203B41FA5}">
                      <a16:colId xmlns:a16="http://schemas.microsoft.com/office/drawing/2014/main" val="3910534623"/>
                    </a:ext>
                  </a:extLst>
                </a:gridCol>
                <a:gridCol w="713418">
                  <a:extLst>
                    <a:ext uri="{9D8B030D-6E8A-4147-A177-3AD203B41FA5}">
                      <a16:colId xmlns:a16="http://schemas.microsoft.com/office/drawing/2014/main" val="1805982607"/>
                    </a:ext>
                  </a:extLst>
                </a:gridCol>
                <a:gridCol w="713418">
                  <a:extLst>
                    <a:ext uri="{9D8B030D-6E8A-4147-A177-3AD203B41FA5}">
                      <a16:colId xmlns:a16="http://schemas.microsoft.com/office/drawing/2014/main" val="3967829655"/>
                    </a:ext>
                  </a:extLst>
                </a:gridCol>
                <a:gridCol w="713418">
                  <a:extLst>
                    <a:ext uri="{9D8B030D-6E8A-4147-A177-3AD203B41FA5}">
                      <a16:colId xmlns:a16="http://schemas.microsoft.com/office/drawing/2014/main" val="169780462"/>
                    </a:ext>
                  </a:extLst>
                </a:gridCol>
                <a:gridCol w="713418">
                  <a:extLst>
                    <a:ext uri="{9D8B030D-6E8A-4147-A177-3AD203B41FA5}">
                      <a16:colId xmlns:a16="http://schemas.microsoft.com/office/drawing/2014/main" val="683431738"/>
                    </a:ext>
                  </a:extLst>
                </a:gridCol>
              </a:tblGrid>
              <a:tr h="578470">
                <a:tc>
                  <a:txBody>
                    <a:bodyPr/>
                    <a:lstStyle/>
                    <a:p>
                      <a:endParaRPr lang="de-DE" sz="1400"/>
                    </a:p>
                  </a:txBody>
                  <a:tcPr/>
                </a:tc>
                <a:tc>
                  <a:txBody>
                    <a:bodyPr/>
                    <a:lstStyle/>
                    <a:p>
                      <a:pPr lvl="0">
                        <a:buNone/>
                      </a:pPr>
                      <a:r>
                        <a:rPr lang="de-DE" sz="1400" err="1"/>
                        <a:t>feeder</a:t>
                      </a:r>
                    </a:p>
                  </a:txBody>
                  <a:tcPr/>
                </a:tc>
                <a:tc>
                  <a:txBody>
                    <a:bodyPr/>
                    <a:lstStyle/>
                    <a:p>
                      <a:pPr marL="0" lvl="0" indent="0" algn="l">
                        <a:lnSpc>
                          <a:spcPct val="100000"/>
                        </a:lnSpc>
                        <a:buNone/>
                      </a:pPr>
                      <a:r>
                        <a:rPr lang="de-DE" sz="1400" b="1" i="0" u="none" strike="noStrike" baseline="0" noProof="0" err="1">
                          <a:solidFill>
                            <a:srgbClr val="FFFFFF"/>
                          </a:solidFill>
                          <a:latin typeface="Arial"/>
                          <a:cs typeface="Arial"/>
                        </a:rPr>
                        <a:t>substation</a:t>
                      </a:r>
                      <a:endParaRPr lang="de-DE" err="1"/>
                    </a:p>
                    <a:p>
                      <a:pPr lvl="0">
                        <a:buNone/>
                      </a:pPr>
                      <a:endParaRPr lang="de-DE" sz="1400"/>
                    </a:p>
                  </a:txBody>
                  <a:tcPr/>
                </a:tc>
                <a:tc>
                  <a:txBody>
                    <a:bodyPr/>
                    <a:lstStyle/>
                    <a:p>
                      <a:r>
                        <a:rPr lang="de-DE" sz="1400"/>
                        <a:t>date</a:t>
                      </a:r>
                    </a:p>
                  </a:txBody>
                  <a:tcPr/>
                </a:tc>
                <a:tc>
                  <a:txBody>
                    <a:bodyPr/>
                    <a:lstStyle/>
                    <a:p>
                      <a:r>
                        <a:rPr lang="de-DE" sz="1400" err="1"/>
                        <a:t>Housing_unit_count</a:t>
                      </a:r>
                    </a:p>
                  </a:txBody>
                  <a:tcPr/>
                </a:tc>
                <a:tc>
                  <a:txBody>
                    <a:bodyPr/>
                    <a:lstStyle/>
                    <a:p>
                      <a:pPr marL="0" lvl="0" indent="0" algn="l">
                        <a:lnSpc>
                          <a:spcPct val="100000"/>
                        </a:lnSpc>
                        <a:buNone/>
                      </a:pPr>
                      <a:r>
                        <a:rPr lang="de-DE" sz="1400" b="1" i="0" u="none" strike="noStrike" baseline="0" noProof="0" err="1">
                          <a:solidFill>
                            <a:srgbClr val="FFFFFF"/>
                          </a:solidFill>
                          <a:latin typeface="Arial"/>
                          <a:cs typeface="Arial"/>
                        </a:rPr>
                        <a:t>industry_and_commerce_count</a:t>
                      </a:r>
                      <a:endParaRPr lang="de-DE" err="1"/>
                    </a:p>
                    <a:p>
                      <a:pPr lvl="0">
                        <a:buNone/>
                      </a:pPr>
                      <a:endParaRPr lang="de-DE" sz="1400"/>
                    </a:p>
                  </a:txBody>
                  <a:tcPr/>
                </a:tc>
                <a:tc>
                  <a:txBody>
                    <a:bodyPr/>
                    <a:lstStyle/>
                    <a:p>
                      <a:pPr marL="0" lvl="0" indent="0" algn="l">
                        <a:lnSpc>
                          <a:spcPct val="100000"/>
                        </a:lnSpc>
                        <a:buNone/>
                      </a:pPr>
                      <a:r>
                        <a:rPr lang="de-DE" sz="1400" b="1" i="0" u="none" strike="noStrike" baseline="0" noProof="0" err="1">
                          <a:solidFill>
                            <a:srgbClr val="FFFFFF"/>
                          </a:solidFill>
                          <a:latin typeface="Arial"/>
                          <a:cs typeface="Arial"/>
                        </a:rPr>
                        <a:t>storage_heaters_kW</a:t>
                      </a:r>
                      <a:endParaRPr lang="de-DE" err="1"/>
                    </a:p>
                    <a:p>
                      <a:pPr lvl="0">
                        <a:buNone/>
                      </a:pPr>
                      <a:endParaRPr lang="de-DE" sz="1400"/>
                    </a:p>
                  </a:txBody>
                  <a:tcPr/>
                </a:tc>
                <a:tc>
                  <a:txBody>
                    <a:bodyPr/>
                    <a:lstStyle/>
                    <a:p>
                      <a:pPr marL="0" lvl="0" indent="0" algn="l">
                        <a:lnSpc>
                          <a:spcPct val="100000"/>
                        </a:lnSpc>
                        <a:buNone/>
                      </a:pPr>
                      <a:r>
                        <a:rPr lang="de-DE" sz="1400" b="1" i="0" u="none" strike="noStrike" baseline="0" noProof="0" err="1">
                          <a:solidFill>
                            <a:srgbClr val="FFFFFF"/>
                          </a:solidFill>
                          <a:latin typeface="Arial"/>
                          <a:cs typeface="Arial"/>
                        </a:rPr>
                        <a:t>heat_pumps_kW</a:t>
                      </a:r>
                      <a:endParaRPr lang="de-DE" err="1"/>
                    </a:p>
                    <a:p>
                      <a:pPr lvl="0">
                        <a:buNone/>
                      </a:pPr>
                      <a:endParaRPr lang="de-DE" sz="1400"/>
                    </a:p>
                  </a:txBody>
                  <a:tcPr/>
                </a:tc>
                <a:tc>
                  <a:txBody>
                    <a:bodyPr/>
                    <a:lstStyle/>
                    <a:p>
                      <a:pPr marL="0" lvl="0" indent="0" algn="l">
                        <a:lnSpc>
                          <a:spcPct val="100000"/>
                        </a:lnSpc>
                        <a:buNone/>
                      </a:pPr>
                      <a:r>
                        <a:rPr lang="de-DE" sz="1400" b="1" i="0" u="none" strike="noStrike" baseline="0" noProof="0" err="1">
                          <a:solidFill>
                            <a:srgbClr val="FFFFFF"/>
                          </a:solidFill>
                          <a:latin typeface="Arial"/>
                          <a:cs typeface="Arial"/>
                        </a:rPr>
                        <a:t>electric_heaters_kW</a:t>
                      </a:r>
                      <a:endParaRPr lang="de-DE" err="1"/>
                    </a:p>
                    <a:p>
                      <a:pPr lvl="0">
                        <a:buNone/>
                      </a:pPr>
                      <a:endParaRPr lang="de-DE" sz="1400"/>
                    </a:p>
                  </a:txBody>
                  <a:tcPr/>
                </a:tc>
                <a:tc>
                  <a:txBody>
                    <a:bodyPr/>
                    <a:lstStyle/>
                    <a:p>
                      <a:pPr marL="0" lvl="0" indent="0" algn="l">
                        <a:lnSpc>
                          <a:spcPct val="100000"/>
                        </a:lnSpc>
                        <a:buNone/>
                      </a:pPr>
                      <a:r>
                        <a:rPr lang="de-DE" sz="1400" b="1" i="0" u="none" strike="noStrike" baseline="0" noProof="0" err="1">
                          <a:solidFill>
                            <a:srgbClr val="FFFFFF"/>
                          </a:solidFill>
                          <a:latin typeface="Arial"/>
                          <a:cs typeface="Arial"/>
                        </a:rPr>
                        <a:t>hot_water_tanks_kW</a:t>
                      </a:r>
                      <a:endParaRPr lang="de-DE" err="1"/>
                    </a:p>
                    <a:p>
                      <a:pPr lvl="0">
                        <a:buNone/>
                      </a:pPr>
                      <a:endParaRPr lang="de-DE" sz="1400"/>
                    </a:p>
                  </a:txBody>
                  <a:tcPr/>
                </a:tc>
                <a:tc>
                  <a:txBody>
                    <a:bodyPr/>
                    <a:lstStyle/>
                    <a:p>
                      <a:pPr marL="0" lvl="0" indent="0" algn="l">
                        <a:lnSpc>
                          <a:spcPct val="100000"/>
                        </a:lnSpc>
                        <a:buNone/>
                      </a:pPr>
                      <a:r>
                        <a:rPr lang="de-DE" sz="1400" b="1" i="0" u="none" strike="noStrike" baseline="0" noProof="0" err="1">
                          <a:solidFill>
                            <a:srgbClr val="FFFFFF"/>
                          </a:solidFill>
                          <a:latin typeface="Arial"/>
                          <a:cs typeface="Arial"/>
                        </a:rPr>
                        <a:t>flow-type_heaters_kW</a:t>
                      </a:r>
                      <a:endParaRPr lang="de-DE" err="1"/>
                    </a:p>
                    <a:p>
                      <a:pPr lvl="0">
                        <a:buNone/>
                      </a:pPr>
                      <a:endParaRPr lang="de-DE" sz="1400"/>
                    </a:p>
                  </a:txBody>
                  <a:tcPr/>
                </a:tc>
                <a:tc>
                  <a:txBody>
                    <a:bodyPr/>
                    <a:lstStyle/>
                    <a:p>
                      <a:pPr marL="0" lvl="0" indent="0" algn="l">
                        <a:lnSpc>
                          <a:spcPct val="100000"/>
                        </a:lnSpc>
                        <a:buNone/>
                      </a:pPr>
                      <a:r>
                        <a:rPr lang="de-DE" sz="1400" b="1" i="0" u="none" strike="noStrike" baseline="0" noProof="0" err="1">
                          <a:solidFill>
                            <a:srgbClr val="FFFFFF"/>
                          </a:solidFill>
                          <a:latin typeface="Arial"/>
                          <a:cs typeface="Arial"/>
                        </a:rPr>
                        <a:t>EV_chargers_kW</a:t>
                      </a:r>
                      <a:endParaRPr lang="de-DE" err="1"/>
                    </a:p>
                    <a:p>
                      <a:pPr lvl="0">
                        <a:buNone/>
                      </a:pPr>
                      <a:endParaRPr lang="de-DE" sz="1400"/>
                    </a:p>
                  </a:txBody>
                  <a:tcPr/>
                </a:tc>
                <a:extLst>
                  <a:ext uri="{0D108BD9-81ED-4DB2-BD59-A6C34878D82A}">
                    <a16:rowId xmlns:a16="http://schemas.microsoft.com/office/drawing/2014/main" val="2441269539"/>
                  </a:ext>
                </a:extLst>
              </a:tr>
              <a:tr h="578470">
                <a:tc>
                  <a:txBody>
                    <a:bodyPr/>
                    <a:lstStyle/>
                    <a:p>
                      <a:r>
                        <a:rPr lang="de-DE" sz="1400"/>
                        <a:t>Me</a:t>
                      </a:r>
                    </a:p>
                  </a:txBody>
                  <a:tcPr/>
                </a:tc>
                <a:tc>
                  <a:txBody>
                    <a:bodyPr/>
                    <a:lstStyle/>
                    <a:p>
                      <a:r>
                        <a:rPr lang="de-DE" sz="1400"/>
                        <a:t>1</a:t>
                      </a:r>
                    </a:p>
                  </a:txBody>
                  <a:tcPr/>
                </a:tc>
                <a:tc>
                  <a:txBody>
                    <a:bodyPr/>
                    <a:lstStyle/>
                    <a:p>
                      <a:r>
                        <a:rPr lang="de-DE" sz="1400"/>
                        <a:t>1</a:t>
                      </a:r>
                    </a:p>
                  </a:txBody>
                  <a:tcPr/>
                </a:tc>
                <a:tc>
                  <a:txBody>
                    <a:bodyPr/>
                    <a:lstStyle/>
                    <a:p>
                      <a:r>
                        <a:rPr lang="de-DE" sz="1400"/>
                        <a:t>1</a:t>
                      </a:r>
                    </a:p>
                  </a:txBody>
                  <a:tcPr/>
                </a:tc>
                <a:tc>
                  <a:txBody>
                    <a:bodyPr/>
                    <a:lstStyle/>
                    <a:p>
                      <a:r>
                        <a:rPr lang="de-DE" sz="1400"/>
                        <a:t>0</a:t>
                      </a:r>
                    </a:p>
                  </a:txBody>
                  <a:tcPr/>
                </a:tc>
                <a:tc>
                  <a:txBody>
                    <a:bodyPr/>
                    <a:lstStyle/>
                    <a:p>
                      <a:r>
                        <a:rPr lang="de-DE" sz="1400"/>
                        <a:t>0</a:t>
                      </a:r>
                    </a:p>
                  </a:txBody>
                  <a:tcPr/>
                </a:tc>
                <a:tc>
                  <a:txBody>
                    <a:bodyPr/>
                    <a:lstStyle/>
                    <a:p>
                      <a:r>
                        <a:rPr lang="de-DE" sz="1400"/>
                        <a:t>0</a:t>
                      </a:r>
                    </a:p>
                  </a:txBody>
                  <a:tcPr/>
                </a:tc>
                <a:tc>
                  <a:txBody>
                    <a:bodyPr/>
                    <a:lstStyle/>
                    <a:p>
                      <a:r>
                        <a:rPr lang="de-DE" sz="1400"/>
                        <a:t>0</a:t>
                      </a:r>
                    </a:p>
                  </a:txBody>
                  <a:tcPr/>
                </a:tc>
                <a:tc>
                  <a:txBody>
                    <a:bodyPr/>
                    <a:lstStyle/>
                    <a:p>
                      <a:r>
                        <a:rPr lang="de-DE" sz="1400"/>
                        <a:t>0</a:t>
                      </a:r>
                    </a:p>
                  </a:txBody>
                  <a:tcPr/>
                </a:tc>
                <a:tc>
                  <a:txBody>
                    <a:bodyPr/>
                    <a:lstStyle/>
                    <a:p>
                      <a:r>
                        <a:rPr lang="de-DE" sz="1400"/>
                        <a:t>0</a:t>
                      </a:r>
                    </a:p>
                  </a:txBody>
                  <a:tcPr/>
                </a:tc>
                <a:tc>
                  <a:txBody>
                    <a:bodyPr/>
                    <a:lstStyle/>
                    <a:p>
                      <a:pPr lvl="0">
                        <a:buNone/>
                      </a:pPr>
                      <a:r>
                        <a:rPr lang="de-DE" sz="1400"/>
                        <a:t>0</a:t>
                      </a:r>
                    </a:p>
                  </a:txBody>
                  <a:tcPr/>
                </a:tc>
                <a:tc>
                  <a:txBody>
                    <a:bodyPr/>
                    <a:lstStyle/>
                    <a:p>
                      <a:pPr lvl="0">
                        <a:buNone/>
                      </a:pPr>
                      <a:r>
                        <a:rPr lang="de-DE" sz="1400"/>
                        <a:t>0</a:t>
                      </a:r>
                    </a:p>
                  </a:txBody>
                  <a:tcPr/>
                </a:tc>
                <a:extLst>
                  <a:ext uri="{0D108BD9-81ED-4DB2-BD59-A6C34878D82A}">
                    <a16:rowId xmlns:a16="http://schemas.microsoft.com/office/drawing/2014/main" val="43103680"/>
                  </a:ext>
                </a:extLst>
              </a:tr>
              <a:tr h="578470">
                <a:tc>
                  <a:txBody>
                    <a:bodyPr/>
                    <a:lstStyle/>
                    <a:p>
                      <a:r>
                        <a:rPr lang="de-DE" sz="1400"/>
                        <a:t>LLM</a:t>
                      </a:r>
                    </a:p>
                  </a:txBody>
                  <a:tcPr/>
                </a:tc>
                <a:tc>
                  <a:txBody>
                    <a:bodyPr/>
                    <a:lstStyle/>
                    <a:p>
                      <a:r>
                        <a:rPr lang="de-DE" sz="1400"/>
                        <a:t>1 - 0.95</a:t>
                      </a:r>
                      <a:endParaRPr lang="de-DE"/>
                    </a:p>
                  </a:txBody>
                  <a:tcPr/>
                </a:tc>
                <a:tc>
                  <a:txBody>
                    <a:bodyPr/>
                    <a:lstStyle/>
                    <a:p>
                      <a:r>
                        <a:rPr lang="de-DE" sz="1400"/>
                        <a:t>1 - 0.90</a:t>
                      </a:r>
                    </a:p>
                  </a:txBody>
                  <a:tcPr/>
                </a:tc>
                <a:tc>
                  <a:txBody>
                    <a:bodyPr/>
                    <a:lstStyle/>
                    <a:p>
                      <a:r>
                        <a:rPr lang="de-DE" sz="1400"/>
                        <a:t>1 - 0.70</a:t>
                      </a:r>
                    </a:p>
                  </a:txBody>
                  <a:tcPr/>
                </a:tc>
                <a:tc>
                  <a:txBody>
                    <a:bodyPr/>
                    <a:lstStyle/>
                    <a:p>
                      <a:r>
                        <a:rPr lang="de-DE" sz="1400"/>
                        <a:t>0 - 0.30</a:t>
                      </a:r>
                    </a:p>
                  </a:txBody>
                  <a:tcPr/>
                </a:tc>
                <a:tc>
                  <a:txBody>
                    <a:bodyPr/>
                    <a:lstStyle/>
                    <a:p>
                      <a:r>
                        <a:rPr lang="de-DE" sz="1400"/>
                        <a:t>0 - 0.20</a:t>
                      </a:r>
                    </a:p>
                  </a:txBody>
                  <a:tcPr/>
                </a:tc>
                <a:tc>
                  <a:txBody>
                    <a:bodyPr/>
                    <a:lstStyle/>
                    <a:p>
                      <a:r>
                        <a:rPr lang="de-DE" sz="1400"/>
                        <a:t>0 - 0.05</a:t>
                      </a:r>
                    </a:p>
                  </a:txBody>
                  <a:tcPr/>
                </a:tc>
                <a:tc>
                  <a:txBody>
                    <a:bodyPr/>
                    <a:lstStyle/>
                    <a:p>
                      <a:r>
                        <a:rPr lang="de-DE" sz="1400"/>
                        <a:t>0 - </a:t>
                      </a:r>
                      <a:r>
                        <a:rPr lang="de-DE" sz="1400" b="0" i="0" u="none" strike="noStrike" noProof="0">
                          <a:solidFill>
                            <a:srgbClr val="000000"/>
                          </a:solidFill>
                          <a:latin typeface="Arial"/>
                          <a:cs typeface="Arial"/>
                        </a:rPr>
                        <a:t>0.05</a:t>
                      </a:r>
                      <a:endParaRPr lang="de-DE" sz="1400"/>
                    </a:p>
                  </a:txBody>
                  <a:tcPr/>
                </a:tc>
                <a:tc>
                  <a:txBody>
                    <a:bodyPr/>
                    <a:lstStyle/>
                    <a:p>
                      <a:r>
                        <a:rPr lang="de-DE" sz="1400"/>
                        <a:t>0 - </a:t>
                      </a:r>
                      <a:r>
                        <a:rPr lang="de-DE" sz="1400" b="0" i="0" u="none" strike="noStrike" noProof="0">
                          <a:solidFill>
                            <a:srgbClr val="000000"/>
                          </a:solidFill>
                          <a:latin typeface="Arial"/>
                          <a:cs typeface="Arial"/>
                        </a:rPr>
                        <a:t>0.05</a:t>
                      </a:r>
                      <a:endParaRPr lang="de-DE" sz="1400"/>
                    </a:p>
                  </a:txBody>
                  <a:tcPr/>
                </a:tc>
                <a:tc>
                  <a:txBody>
                    <a:bodyPr/>
                    <a:lstStyle/>
                    <a:p>
                      <a:r>
                        <a:rPr lang="de-DE" sz="1400"/>
                        <a:t>0 -  0</a:t>
                      </a:r>
                      <a:r>
                        <a:rPr lang="de-DE" sz="1400" b="0" i="0" u="none" strike="noStrike" noProof="0">
                          <a:solidFill>
                            <a:srgbClr val="000000"/>
                          </a:solidFill>
                          <a:latin typeface="Arial"/>
                          <a:cs typeface="Arial"/>
                        </a:rPr>
                        <a:t>.05</a:t>
                      </a:r>
                      <a:endParaRPr lang="de-DE" sz="1400"/>
                    </a:p>
                  </a:txBody>
                  <a:tcPr/>
                </a:tc>
                <a:tc>
                  <a:txBody>
                    <a:bodyPr/>
                    <a:lstStyle/>
                    <a:p>
                      <a:pPr lvl="0">
                        <a:buNone/>
                      </a:pPr>
                      <a:r>
                        <a:rPr lang="de-DE" sz="1400"/>
                        <a:t>0 - </a:t>
                      </a:r>
                      <a:r>
                        <a:rPr lang="de-DE" sz="1400" b="0" i="0" u="none" strike="noStrike" noProof="0">
                          <a:solidFill>
                            <a:srgbClr val="000000"/>
                          </a:solidFill>
                          <a:latin typeface="Arial"/>
                          <a:cs typeface="Arial"/>
                        </a:rPr>
                        <a:t>0.05</a:t>
                      </a:r>
                      <a:endParaRPr lang="de-DE" sz="1400"/>
                    </a:p>
                  </a:txBody>
                  <a:tcPr/>
                </a:tc>
                <a:tc>
                  <a:txBody>
                    <a:bodyPr/>
                    <a:lstStyle/>
                    <a:p>
                      <a:pPr lvl="0">
                        <a:buNone/>
                      </a:pPr>
                      <a:r>
                        <a:rPr lang="de-DE" sz="1400"/>
                        <a:t>0 - </a:t>
                      </a:r>
                      <a:r>
                        <a:rPr lang="de-DE" sz="1400" b="0" i="0" u="none" strike="noStrike" noProof="0">
                          <a:solidFill>
                            <a:srgbClr val="000000"/>
                          </a:solidFill>
                          <a:latin typeface="Arial"/>
                          <a:cs typeface="Arial"/>
                        </a:rPr>
                        <a:t>0.05</a:t>
                      </a:r>
                      <a:endParaRPr lang="de-DE" sz="1400"/>
                    </a:p>
                  </a:txBody>
                  <a:tcPr/>
                </a:tc>
                <a:extLst>
                  <a:ext uri="{0D108BD9-81ED-4DB2-BD59-A6C34878D82A}">
                    <a16:rowId xmlns:a16="http://schemas.microsoft.com/office/drawing/2014/main" val="3187255955"/>
                  </a:ext>
                </a:extLst>
              </a:tr>
            </a:tbl>
          </a:graphicData>
        </a:graphic>
      </p:graphicFrame>
      <p:graphicFrame>
        <p:nvGraphicFramePr>
          <p:cNvPr id="6" name="Tabelle 5">
            <a:extLst>
              <a:ext uri="{FF2B5EF4-FFF2-40B4-BE49-F238E27FC236}">
                <a16:creationId xmlns:a16="http://schemas.microsoft.com/office/drawing/2014/main" id="{EDFB3537-BF0F-95C2-C738-A409ECD65E34}"/>
              </a:ext>
            </a:extLst>
          </p:cNvPr>
          <p:cNvGraphicFramePr>
            <a:graphicFrameLocks noGrp="1"/>
          </p:cNvGraphicFramePr>
          <p:nvPr>
            <p:extLst>
              <p:ext uri="{D42A27DB-BD31-4B8C-83A1-F6EECF244321}">
                <p14:modId xmlns:p14="http://schemas.microsoft.com/office/powerpoint/2010/main" val="4191838419"/>
              </p:ext>
            </p:extLst>
          </p:nvPr>
        </p:nvGraphicFramePr>
        <p:xfrm>
          <a:off x="284480" y="3882136"/>
          <a:ext cx="8571408" cy="2260600"/>
        </p:xfrm>
        <a:graphic>
          <a:graphicData uri="http://schemas.openxmlformats.org/drawingml/2006/table">
            <a:tbl>
              <a:tblPr firstRow="1" bandRow="1">
                <a:tableStyleId>{5C22544A-7EE6-4342-B048-85BDC9FD1C3A}</a:tableStyleId>
              </a:tblPr>
              <a:tblGrid>
                <a:gridCol w="714284">
                  <a:extLst>
                    <a:ext uri="{9D8B030D-6E8A-4147-A177-3AD203B41FA5}">
                      <a16:colId xmlns:a16="http://schemas.microsoft.com/office/drawing/2014/main" val="894150566"/>
                    </a:ext>
                  </a:extLst>
                </a:gridCol>
                <a:gridCol w="714284">
                  <a:extLst>
                    <a:ext uri="{9D8B030D-6E8A-4147-A177-3AD203B41FA5}">
                      <a16:colId xmlns:a16="http://schemas.microsoft.com/office/drawing/2014/main" val="4010572092"/>
                    </a:ext>
                  </a:extLst>
                </a:gridCol>
                <a:gridCol w="714284">
                  <a:extLst>
                    <a:ext uri="{9D8B030D-6E8A-4147-A177-3AD203B41FA5}">
                      <a16:colId xmlns:a16="http://schemas.microsoft.com/office/drawing/2014/main" val="3271437378"/>
                    </a:ext>
                  </a:extLst>
                </a:gridCol>
                <a:gridCol w="714284">
                  <a:extLst>
                    <a:ext uri="{9D8B030D-6E8A-4147-A177-3AD203B41FA5}">
                      <a16:colId xmlns:a16="http://schemas.microsoft.com/office/drawing/2014/main" val="3580078458"/>
                    </a:ext>
                  </a:extLst>
                </a:gridCol>
                <a:gridCol w="714284">
                  <a:extLst>
                    <a:ext uri="{9D8B030D-6E8A-4147-A177-3AD203B41FA5}">
                      <a16:colId xmlns:a16="http://schemas.microsoft.com/office/drawing/2014/main" val="2224828075"/>
                    </a:ext>
                  </a:extLst>
                </a:gridCol>
                <a:gridCol w="714284">
                  <a:extLst>
                    <a:ext uri="{9D8B030D-6E8A-4147-A177-3AD203B41FA5}">
                      <a16:colId xmlns:a16="http://schemas.microsoft.com/office/drawing/2014/main" val="3053313761"/>
                    </a:ext>
                  </a:extLst>
                </a:gridCol>
                <a:gridCol w="714284">
                  <a:extLst>
                    <a:ext uri="{9D8B030D-6E8A-4147-A177-3AD203B41FA5}">
                      <a16:colId xmlns:a16="http://schemas.microsoft.com/office/drawing/2014/main" val="2014364257"/>
                    </a:ext>
                  </a:extLst>
                </a:gridCol>
                <a:gridCol w="714284">
                  <a:extLst>
                    <a:ext uri="{9D8B030D-6E8A-4147-A177-3AD203B41FA5}">
                      <a16:colId xmlns:a16="http://schemas.microsoft.com/office/drawing/2014/main" val="1831583623"/>
                    </a:ext>
                  </a:extLst>
                </a:gridCol>
                <a:gridCol w="714284">
                  <a:extLst>
                    <a:ext uri="{9D8B030D-6E8A-4147-A177-3AD203B41FA5}">
                      <a16:colId xmlns:a16="http://schemas.microsoft.com/office/drawing/2014/main" val="3705079698"/>
                    </a:ext>
                  </a:extLst>
                </a:gridCol>
                <a:gridCol w="714284">
                  <a:extLst>
                    <a:ext uri="{9D8B030D-6E8A-4147-A177-3AD203B41FA5}">
                      <a16:colId xmlns:a16="http://schemas.microsoft.com/office/drawing/2014/main" val="2293653269"/>
                    </a:ext>
                  </a:extLst>
                </a:gridCol>
                <a:gridCol w="714284">
                  <a:extLst>
                    <a:ext uri="{9D8B030D-6E8A-4147-A177-3AD203B41FA5}">
                      <a16:colId xmlns:a16="http://schemas.microsoft.com/office/drawing/2014/main" val="511868558"/>
                    </a:ext>
                  </a:extLst>
                </a:gridCol>
                <a:gridCol w="714284">
                  <a:extLst>
                    <a:ext uri="{9D8B030D-6E8A-4147-A177-3AD203B41FA5}">
                      <a16:colId xmlns:a16="http://schemas.microsoft.com/office/drawing/2014/main" val="549178337"/>
                    </a:ext>
                  </a:extLst>
                </a:gridCol>
              </a:tblGrid>
              <a:tr h="370840">
                <a:tc>
                  <a:txBody>
                    <a:bodyPr/>
                    <a:lstStyle/>
                    <a:p>
                      <a:pPr marL="0" lvl="0" indent="0" algn="l">
                        <a:lnSpc>
                          <a:spcPct val="100000"/>
                        </a:lnSpc>
                        <a:buNone/>
                      </a:pPr>
                      <a:r>
                        <a:rPr lang="de-DE" sz="1400" b="1" i="0" u="none" strike="noStrike" baseline="0" noProof="0" err="1">
                          <a:solidFill>
                            <a:srgbClr val="FFFFFF"/>
                          </a:solidFill>
                          <a:latin typeface="Arial"/>
                          <a:cs typeface="Arial"/>
                        </a:rPr>
                        <a:t>public_lighting_kW</a:t>
                      </a:r>
                      <a:endParaRPr lang="de-DE" sz="1400" err="1"/>
                    </a:p>
                    <a:p>
                      <a:pPr lvl="0">
                        <a:buNone/>
                      </a:pPr>
                      <a:endParaRPr lang="de-DE" sz="1400"/>
                    </a:p>
                  </a:txBody>
                  <a:tcPr/>
                </a:tc>
                <a:tc>
                  <a:txBody>
                    <a:bodyPr/>
                    <a:lstStyle/>
                    <a:p>
                      <a:pPr marL="0" lvl="0" indent="0" algn="l">
                        <a:lnSpc>
                          <a:spcPct val="100000"/>
                        </a:lnSpc>
                        <a:buNone/>
                      </a:pPr>
                      <a:r>
                        <a:rPr lang="de-DE" sz="1400" b="1" i="0" u="none" strike="noStrike" baseline="0" noProof="0" err="1">
                          <a:solidFill>
                            <a:srgbClr val="FFFFFF"/>
                          </a:solidFill>
                          <a:latin typeface="Arial"/>
                          <a:cs typeface="Arial"/>
                        </a:rPr>
                        <a:t>other_consumers_kW</a:t>
                      </a:r>
                      <a:endParaRPr lang="de-DE" err="1"/>
                    </a:p>
                    <a:p>
                      <a:pPr lvl="0">
                        <a:buNone/>
                      </a:pPr>
                      <a:endParaRPr lang="de-DE" sz="1400"/>
                    </a:p>
                  </a:txBody>
                  <a:tcPr/>
                </a:tc>
                <a:tc>
                  <a:txBody>
                    <a:bodyPr/>
                    <a:lstStyle/>
                    <a:p>
                      <a:pPr marL="0" lvl="0" indent="0" algn="l">
                        <a:lnSpc>
                          <a:spcPct val="100000"/>
                        </a:lnSpc>
                        <a:buNone/>
                      </a:pPr>
                      <a:r>
                        <a:rPr lang="de-DE" sz="1400" b="1" i="0" u="none" strike="noStrike" baseline="0" noProof="0" err="1">
                          <a:solidFill>
                            <a:srgbClr val="FFFFFF"/>
                          </a:solidFill>
                          <a:latin typeface="Arial"/>
                          <a:cs typeface="Arial"/>
                        </a:rPr>
                        <a:t>batteries_kW</a:t>
                      </a:r>
                      <a:endParaRPr lang="de-DE" err="1"/>
                    </a:p>
                    <a:p>
                      <a:pPr lvl="0">
                        <a:buNone/>
                      </a:pPr>
                      <a:endParaRPr lang="de-DE" sz="1400"/>
                    </a:p>
                  </a:txBody>
                  <a:tcPr/>
                </a:tc>
                <a:tc>
                  <a:txBody>
                    <a:bodyPr/>
                    <a:lstStyle/>
                    <a:p>
                      <a:pPr marL="0" lvl="0" indent="0" algn="l">
                        <a:lnSpc>
                          <a:spcPct val="100000"/>
                        </a:lnSpc>
                        <a:buNone/>
                      </a:pPr>
                      <a:r>
                        <a:rPr lang="de-DE" sz="1400" b="1" i="0" u="none" strike="noStrike" baseline="0" noProof="0" err="1">
                          <a:solidFill>
                            <a:srgbClr val="FFFFFF"/>
                          </a:solidFill>
                          <a:latin typeface="Arial"/>
                          <a:cs typeface="Arial"/>
                        </a:rPr>
                        <a:t>PV_systems_kW</a:t>
                      </a:r>
                      <a:endParaRPr lang="de-DE" err="1"/>
                    </a:p>
                    <a:p>
                      <a:pPr lvl="0">
                        <a:buNone/>
                      </a:pPr>
                      <a:endParaRPr lang="de-DE" sz="1400"/>
                    </a:p>
                  </a:txBody>
                  <a:tcPr/>
                </a:tc>
                <a:tc>
                  <a:txBody>
                    <a:bodyPr/>
                    <a:lstStyle/>
                    <a:p>
                      <a:pPr marL="0" lvl="0" indent="0" algn="l">
                        <a:lnSpc>
                          <a:spcPct val="100000"/>
                        </a:lnSpc>
                        <a:buNone/>
                      </a:pPr>
                      <a:r>
                        <a:rPr lang="de-DE" sz="1400" b="1" i="0" u="none" strike="noStrike" baseline="0" noProof="0" err="1">
                          <a:solidFill>
                            <a:srgbClr val="FFFFFF"/>
                          </a:solidFill>
                          <a:latin typeface="Arial"/>
                          <a:cs typeface="Arial"/>
                        </a:rPr>
                        <a:t>chp_kW</a:t>
                      </a:r>
                      <a:endParaRPr lang="de-DE" err="1"/>
                    </a:p>
                    <a:p>
                      <a:pPr lvl="0">
                        <a:buNone/>
                      </a:pPr>
                      <a:endParaRPr lang="de-DE" sz="1400"/>
                    </a:p>
                  </a:txBody>
                  <a:tcPr/>
                </a:tc>
                <a:tc>
                  <a:txBody>
                    <a:bodyPr/>
                    <a:lstStyle/>
                    <a:p>
                      <a:pPr marL="0" lvl="0" indent="0" algn="l">
                        <a:lnSpc>
                          <a:spcPct val="100000"/>
                        </a:lnSpc>
                        <a:buNone/>
                      </a:pPr>
                      <a:r>
                        <a:rPr lang="de-DE" sz="1400" b="1" i="0" u="none" strike="noStrike" baseline="0" noProof="0">
                          <a:solidFill>
                            <a:srgbClr val="FFFFFF"/>
                          </a:solidFill>
                          <a:latin typeface="Arial"/>
                          <a:cs typeface="Arial"/>
                        </a:rPr>
                        <a:t>g0_general_kWh</a:t>
                      </a:r>
                      <a:endParaRPr lang="de-DE"/>
                    </a:p>
                    <a:p>
                      <a:pPr lvl="0">
                        <a:buNone/>
                      </a:pPr>
                      <a:endParaRPr lang="de-DE" sz="1400"/>
                    </a:p>
                  </a:txBody>
                  <a:tcPr/>
                </a:tc>
                <a:tc>
                  <a:txBody>
                    <a:bodyPr/>
                    <a:lstStyle/>
                    <a:p>
                      <a:pPr marL="0" lvl="0" indent="0" algn="l">
                        <a:lnSpc>
                          <a:spcPct val="100000"/>
                        </a:lnSpc>
                        <a:buNone/>
                      </a:pPr>
                      <a:r>
                        <a:rPr lang="de-DE" sz="1400" b="1" i="0" u="none" strike="noStrike" baseline="0" noProof="0">
                          <a:solidFill>
                            <a:srgbClr val="FFFFFF"/>
                          </a:solidFill>
                          <a:latin typeface="Arial"/>
                          <a:cs typeface="Arial"/>
                        </a:rPr>
                        <a:t>g1_workdays_kWh</a:t>
                      </a:r>
                      <a:endParaRPr lang="de-DE"/>
                    </a:p>
                    <a:p>
                      <a:pPr lvl="0">
                        <a:buNone/>
                      </a:pPr>
                      <a:endParaRPr lang="de-DE" sz="1400"/>
                    </a:p>
                  </a:txBody>
                  <a:tcPr/>
                </a:tc>
                <a:tc>
                  <a:txBody>
                    <a:bodyPr/>
                    <a:lstStyle/>
                    <a:p>
                      <a:pPr marL="0" lvl="0" indent="0" algn="l">
                        <a:lnSpc>
                          <a:spcPct val="100000"/>
                        </a:lnSpc>
                        <a:buNone/>
                      </a:pPr>
                      <a:r>
                        <a:rPr lang="de-DE" sz="1400" b="1" i="0" u="none" strike="noStrike" baseline="0" noProof="0">
                          <a:solidFill>
                            <a:srgbClr val="FFFFFF"/>
                          </a:solidFill>
                          <a:latin typeface="Arial"/>
                          <a:cs typeface="Arial"/>
                        </a:rPr>
                        <a:t>g2_evening_kWh</a:t>
                      </a:r>
                      <a:endParaRPr lang="de-DE"/>
                    </a:p>
                    <a:p>
                      <a:pPr lvl="0">
                        <a:buNone/>
                      </a:pPr>
                      <a:endParaRPr lang="de-DE" sz="1400"/>
                    </a:p>
                  </a:txBody>
                  <a:tcPr/>
                </a:tc>
                <a:tc>
                  <a:txBody>
                    <a:bodyPr/>
                    <a:lstStyle/>
                    <a:p>
                      <a:pPr marL="0" lvl="0" indent="0" algn="l">
                        <a:lnSpc>
                          <a:spcPct val="100000"/>
                        </a:lnSpc>
                        <a:buNone/>
                      </a:pPr>
                      <a:r>
                        <a:rPr lang="de-DE" sz="1400" b="1" i="0" u="none" strike="noStrike" baseline="0" noProof="0">
                          <a:solidFill>
                            <a:srgbClr val="FFFFFF"/>
                          </a:solidFill>
                          <a:latin typeface="Arial"/>
                          <a:cs typeface="Arial"/>
                        </a:rPr>
                        <a:t>g3_continuous_kWh</a:t>
                      </a:r>
                      <a:endParaRPr lang="de-DE"/>
                    </a:p>
                    <a:p>
                      <a:pPr lvl="0">
                        <a:buNone/>
                      </a:pPr>
                      <a:endParaRPr lang="de-DE" sz="1400"/>
                    </a:p>
                  </a:txBody>
                  <a:tcPr/>
                </a:tc>
                <a:tc>
                  <a:txBody>
                    <a:bodyPr/>
                    <a:lstStyle/>
                    <a:p>
                      <a:pPr marL="0" lvl="0" indent="0" algn="l">
                        <a:lnSpc>
                          <a:spcPct val="100000"/>
                        </a:lnSpc>
                        <a:buNone/>
                      </a:pPr>
                      <a:r>
                        <a:rPr lang="de-DE" sz="1400" b="1" i="0" u="none" strike="noStrike" baseline="0" noProof="0">
                          <a:solidFill>
                            <a:srgbClr val="FFFFFF"/>
                          </a:solidFill>
                          <a:latin typeface="Arial"/>
                          <a:cs typeface="Arial"/>
                        </a:rPr>
                        <a:t>g4_shop_hairdresser_kWh</a:t>
                      </a:r>
                      <a:endParaRPr lang="de-DE"/>
                    </a:p>
                    <a:p>
                      <a:pPr lvl="0">
                        <a:buNone/>
                      </a:pPr>
                      <a:endParaRPr lang="de-DE" sz="1400"/>
                    </a:p>
                  </a:txBody>
                  <a:tcPr/>
                </a:tc>
                <a:tc>
                  <a:txBody>
                    <a:bodyPr/>
                    <a:lstStyle/>
                    <a:p>
                      <a:pPr marL="0" lvl="0" indent="0" algn="l">
                        <a:lnSpc>
                          <a:spcPct val="100000"/>
                        </a:lnSpc>
                        <a:buNone/>
                      </a:pPr>
                      <a:r>
                        <a:rPr lang="de-DE" sz="1400" b="1" i="0" u="none" strike="noStrike" baseline="0" noProof="0">
                          <a:solidFill>
                            <a:srgbClr val="FFFFFF"/>
                          </a:solidFill>
                          <a:latin typeface="Arial"/>
                          <a:cs typeface="Arial"/>
                        </a:rPr>
                        <a:t>g5_bakery_kWh</a:t>
                      </a:r>
                      <a:endParaRPr lang="de-DE"/>
                    </a:p>
                    <a:p>
                      <a:pPr lvl="0">
                        <a:buNone/>
                      </a:pPr>
                      <a:endParaRPr lang="de-DE" sz="1400"/>
                    </a:p>
                  </a:txBody>
                  <a:tcPr/>
                </a:tc>
                <a:tc>
                  <a:txBody>
                    <a:bodyPr/>
                    <a:lstStyle/>
                    <a:p>
                      <a:pPr marL="0" lvl="0" indent="0" algn="l">
                        <a:lnSpc>
                          <a:spcPct val="100000"/>
                        </a:lnSpc>
                        <a:buNone/>
                      </a:pPr>
                      <a:r>
                        <a:rPr lang="de-DE" sz="1400" b="1" i="0" u="none" strike="noStrike" baseline="0" noProof="0">
                          <a:solidFill>
                            <a:srgbClr val="FFFFFF"/>
                          </a:solidFill>
                          <a:latin typeface="Arial"/>
                          <a:cs typeface="Arial"/>
                        </a:rPr>
                        <a:t>g6_weekend_kWh</a:t>
                      </a:r>
                      <a:endParaRPr lang="de-DE"/>
                    </a:p>
                    <a:p>
                      <a:pPr lvl="0">
                        <a:buNone/>
                      </a:pPr>
                      <a:endParaRPr lang="de-DE" sz="1400"/>
                    </a:p>
                  </a:txBody>
                  <a:tcPr/>
                </a:tc>
                <a:extLst>
                  <a:ext uri="{0D108BD9-81ED-4DB2-BD59-A6C34878D82A}">
                    <a16:rowId xmlns:a16="http://schemas.microsoft.com/office/drawing/2014/main" val="4084541425"/>
                  </a:ext>
                </a:extLst>
              </a:tr>
              <a:tr h="370840">
                <a:tc>
                  <a:txBody>
                    <a:bodyPr/>
                    <a:lstStyle/>
                    <a:p>
                      <a:r>
                        <a:rPr lang="de-DE" sz="1400"/>
                        <a:t>0</a:t>
                      </a:r>
                    </a:p>
                  </a:txBody>
                  <a:tcPr/>
                </a:tc>
                <a:tc>
                  <a:txBody>
                    <a:bodyPr/>
                    <a:lstStyle/>
                    <a:p>
                      <a:r>
                        <a:rPr lang="de-DE" sz="1400"/>
                        <a:t>0</a:t>
                      </a:r>
                    </a:p>
                  </a:txBody>
                  <a:tcPr/>
                </a:tc>
                <a:tc>
                  <a:txBody>
                    <a:bodyPr/>
                    <a:lstStyle/>
                    <a:p>
                      <a:r>
                        <a:rPr lang="de-DE" sz="1400"/>
                        <a:t>0</a:t>
                      </a:r>
                    </a:p>
                  </a:txBody>
                  <a:tcPr/>
                </a:tc>
                <a:tc>
                  <a:txBody>
                    <a:bodyPr/>
                    <a:lstStyle/>
                    <a:p>
                      <a:r>
                        <a:rPr lang="de-DE" sz="1400"/>
                        <a:t>0</a:t>
                      </a:r>
                    </a:p>
                  </a:txBody>
                  <a:tcPr/>
                </a:tc>
                <a:tc>
                  <a:txBody>
                    <a:bodyPr/>
                    <a:lstStyle/>
                    <a:p>
                      <a:r>
                        <a:rPr lang="de-DE" sz="1400"/>
                        <a:t>0</a:t>
                      </a:r>
                    </a:p>
                  </a:txBody>
                  <a:tcPr/>
                </a:tc>
                <a:tc>
                  <a:txBody>
                    <a:bodyPr/>
                    <a:lstStyle/>
                    <a:p>
                      <a:r>
                        <a:rPr lang="de-DE" sz="1400"/>
                        <a:t>0</a:t>
                      </a:r>
                    </a:p>
                  </a:txBody>
                  <a:tcPr/>
                </a:tc>
                <a:tc>
                  <a:txBody>
                    <a:bodyPr/>
                    <a:lstStyle/>
                    <a:p>
                      <a:r>
                        <a:rPr lang="de-DE" sz="1400"/>
                        <a:t>0</a:t>
                      </a:r>
                    </a:p>
                  </a:txBody>
                  <a:tcPr/>
                </a:tc>
                <a:tc>
                  <a:txBody>
                    <a:bodyPr/>
                    <a:lstStyle/>
                    <a:p>
                      <a:r>
                        <a:rPr lang="de-DE" sz="1400"/>
                        <a:t>0</a:t>
                      </a:r>
                    </a:p>
                  </a:txBody>
                  <a:tcPr/>
                </a:tc>
                <a:tc>
                  <a:txBody>
                    <a:bodyPr/>
                    <a:lstStyle/>
                    <a:p>
                      <a:r>
                        <a:rPr lang="de-DE" sz="1400"/>
                        <a:t>0</a:t>
                      </a:r>
                    </a:p>
                  </a:txBody>
                  <a:tcPr/>
                </a:tc>
                <a:tc>
                  <a:txBody>
                    <a:bodyPr/>
                    <a:lstStyle/>
                    <a:p>
                      <a:r>
                        <a:rPr lang="de-DE" sz="1400"/>
                        <a:t>0</a:t>
                      </a:r>
                    </a:p>
                  </a:txBody>
                  <a:tcPr/>
                </a:tc>
                <a:tc>
                  <a:txBody>
                    <a:bodyPr/>
                    <a:lstStyle/>
                    <a:p>
                      <a:pPr lvl="0">
                        <a:buNone/>
                      </a:pPr>
                      <a:r>
                        <a:rPr lang="de-DE" sz="1400"/>
                        <a:t>0</a:t>
                      </a:r>
                    </a:p>
                  </a:txBody>
                  <a:tcPr/>
                </a:tc>
                <a:tc>
                  <a:txBody>
                    <a:bodyPr/>
                    <a:lstStyle/>
                    <a:p>
                      <a:pPr lvl="0">
                        <a:buNone/>
                      </a:pPr>
                      <a:r>
                        <a:rPr lang="de-DE" sz="1400"/>
                        <a:t>0</a:t>
                      </a:r>
                    </a:p>
                  </a:txBody>
                  <a:tcPr/>
                </a:tc>
                <a:extLst>
                  <a:ext uri="{0D108BD9-81ED-4DB2-BD59-A6C34878D82A}">
                    <a16:rowId xmlns:a16="http://schemas.microsoft.com/office/drawing/2014/main" val="4198767"/>
                  </a:ext>
                </a:extLst>
              </a:tr>
              <a:tr h="370840">
                <a:tc>
                  <a:txBody>
                    <a:bodyPr/>
                    <a:lstStyle/>
                    <a:p>
                      <a:r>
                        <a:rPr lang="de-DE" sz="1400"/>
                        <a:t>0 - </a:t>
                      </a:r>
                      <a:r>
                        <a:rPr lang="de-DE" sz="1400" b="0" i="0" u="none" strike="noStrike" noProof="0">
                          <a:solidFill>
                            <a:srgbClr val="000000"/>
                          </a:solidFill>
                          <a:latin typeface="Arial"/>
                          <a:cs typeface="Arial"/>
                        </a:rPr>
                        <a:t>0.05</a:t>
                      </a:r>
                      <a:endParaRPr lang="de-DE" sz="1400"/>
                    </a:p>
                  </a:txBody>
                  <a:tcPr/>
                </a:tc>
                <a:tc>
                  <a:txBody>
                    <a:bodyPr/>
                    <a:lstStyle/>
                    <a:p>
                      <a:r>
                        <a:rPr lang="de-DE" sz="1400"/>
                        <a:t>0 - </a:t>
                      </a:r>
                      <a:r>
                        <a:rPr lang="de-DE" sz="1400" b="0" i="0" u="none" strike="noStrike" noProof="0">
                          <a:solidFill>
                            <a:srgbClr val="000000"/>
                          </a:solidFill>
                          <a:latin typeface="Arial"/>
                          <a:cs typeface="Arial"/>
                        </a:rPr>
                        <a:t>0.05</a:t>
                      </a:r>
                      <a:endParaRPr lang="de-DE" sz="1400"/>
                    </a:p>
                  </a:txBody>
                  <a:tcPr/>
                </a:tc>
                <a:tc>
                  <a:txBody>
                    <a:bodyPr/>
                    <a:lstStyle/>
                    <a:p>
                      <a:r>
                        <a:rPr lang="de-DE" sz="1400"/>
                        <a:t>0 - </a:t>
                      </a:r>
                      <a:r>
                        <a:rPr lang="de-DE" sz="1400" b="0" i="0" u="none" strike="noStrike" noProof="0">
                          <a:solidFill>
                            <a:srgbClr val="000000"/>
                          </a:solidFill>
                          <a:latin typeface="Arial"/>
                          <a:cs typeface="Arial"/>
                        </a:rPr>
                        <a:t>0.05</a:t>
                      </a:r>
                      <a:endParaRPr lang="de-DE" sz="1400"/>
                    </a:p>
                  </a:txBody>
                  <a:tcPr/>
                </a:tc>
                <a:tc>
                  <a:txBody>
                    <a:bodyPr/>
                    <a:lstStyle/>
                    <a:p>
                      <a:r>
                        <a:rPr lang="de-DE" sz="1400"/>
                        <a:t>0 - </a:t>
                      </a:r>
                      <a:r>
                        <a:rPr lang="de-DE" sz="1400" b="0" i="0" u="none" strike="noStrike" noProof="0">
                          <a:solidFill>
                            <a:srgbClr val="000000"/>
                          </a:solidFill>
                          <a:latin typeface="Arial"/>
                          <a:cs typeface="Arial"/>
                        </a:rPr>
                        <a:t>0.05</a:t>
                      </a:r>
                      <a:endParaRPr lang="de-DE" sz="1400"/>
                    </a:p>
                  </a:txBody>
                  <a:tcPr/>
                </a:tc>
                <a:tc>
                  <a:txBody>
                    <a:bodyPr/>
                    <a:lstStyle/>
                    <a:p>
                      <a:r>
                        <a:rPr lang="de-DE" sz="1400"/>
                        <a:t>0 - </a:t>
                      </a:r>
                      <a:r>
                        <a:rPr lang="de-DE" sz="1400" b="0" i="0" u="none" strike="noStrike" noProof="0">
                          <a:solidFill>
                            <a:srgbClr val="000000"/>
                          </a:solidFill>
                          <a:latin typeface="Arial"/>
                          <a:cs typeface="Arial"/>
                        </a:rPr>
                        <a:t>0.05</a:t>
                      </a:r>
                      <a:endParaRPr lang="de-DE" sz="1400"/>
                    </a:p>
                  </a:txBody>
                  <a:tcPr/>
                </a:tc>
                <a:tc>
                  <a:txBody>
                    <a:bodyPr/>
                    <a:lstStyle/>
                    <a:p>
                      <a:r>
                        <a:rPr lang="de-DE" sz="1400"/>
                        <a:t>0 - </a:t>
                      </a:r>
                      <a:r>
                        <a:rPr lang="de-DE" sz="1400" b="0" i="0" u="none" strike="noStrike" noProof="0">
                          <a:solidFill>
                            <a:srgbClr val="000000"/>
                          </a:solidFill>
                          <a:latin typeface="Arial"/>
                          <a:cs typeface="Arial"/>
                        </a:rPr>
                        <a:t>0.05</a:t>
                      </a:r>
                      <a:endParaRPr lang="de-DE" sz="1400"/>
                    </a:p>
                  </a:txBody>
                  <a:tcPr/>
                </a:tc>
                <a:tc>
                  <a:txBody>
                    <a:bodyPr/>
                    <a:lstStyle/>
                    <a:p>
                      <a:r>
                        <a:rPr lang="de-DE" sz="1400"/>
                        <a:t>0 - </a:t>
                      </a:r>
                      <a:r>
                        <a:rPr lang="de-DE" sz="1400" b="0" i="0" u="none" strike="noStrike" noProof="0">
                          <a:solidFill>
                            <a:srgbClr val="000000"/>
                          </a:solidFill>
                          <a:latin typeface="Arial"/>
                          <a:cs typeface="Arial"/>
                        </a:rPr>
                        <a:t>0.05</a:t>
                      </a:r>
                      <a:endParaRPr lang="de-DE" sz="1400"/>
                    </a:p>
                  </a:txBody>
                  <a:tcPr/>
                </a:tc>
                <a:tc>
                  <a:txBody>
                    <a:bodyPr/>
                    <a:lstStyle/>
                    <a:p>
                      <a:r>
                        <a:rPr lang="de-DE" sz="1400"/>
                        <a:t>0 - </a:t>
                      </a:r>
                      <a:r>
                        <a:rPr lang="de-DE" sz="1400" b="0" i="0" u="none" strike="noStrike" noProof="0">
                          <a:solidFill>
                            <a:srgbClr val="000000"/>
                          </a:solidFill>
                          <a:latin typeface="Arial"/>
                          <a:cs typeface="Arial"/>
                        </a:rPr>
                        <a:t>0.05</a:t>
                      </a:r>
                      <a:endParaRPr lang="de-DE" sz="1400"/>
                    </a:p>
                  </a:txBody>
                  <a:tcPr/>
                </a:tc>
                <a:tc>
                  <a:txBody>
                    <a:bodyPr/>
                    <a:lstStyle/>
                    <a:p>
                      <a:r>
                        <a:rPr lang="de-DE" sz="1400"/>
                        <a:t>0 - </a:t>
                      </a:r>
                      <a:r>
                        <a:rPr lang="de-DE" sz="1400" b="0" i="0" u="none" strike="noStrike" noProof="0">
                          <a:solidFill>
                            <a:srgbClr val="000000"/>
                          </a:solidFill>
                          <a:latin typeface="Arial"/>
                          <a:cs typeface="Arial"/>
                        </a:rPr>
                        <a:t>0.05</a:t>
                      </a:r>
                      <a:endParaRPr lang="de-DE" sz="1400"/>
                    </a:p>
                  </a:txBody>
                  <a:tcPr/>
                </a:tc>
                <a:tc>
                  <a:txBody>
                    <a:bodyPr/>
                    <a:lstStyle/>
                    <a:p>
                      <a:r>
                        <a:rPr lang="de-DE" sz="1400"/>
                        <a:t>0 - </a:t>
                      </a:r>
                      <a:r>
                        <a:rPr lang="de-DE" sz="1400" b="0" i="0" u="none" strike="noStrike" noProof="0">
                          <a:solidFill>
                            <a:srgbClr val="000000"/>
                          </a:solidFill>
                          <a:latin typeface="Arial"/>
                          <a:cs typeface="Arial"/>
                        </a:rPr>
                        <a:t>0.05</a:t>
                      </a:r>
                      <a:endParaRPr lang="de-DE" sz="1400"/>
                    </a:p>
                  </a:txBody>
                  <a:tcPr/>
                </a:tc>
                <a:tc>
                  <a:txBody>
                    <a:bodyPr/>
                    <a:lstStyle/>
                    <a:p>
                      <a:pPr lvl="0">
                        <a:buNone/>
                      </a:pPr>
                      <a:r>
                        <a:rPr lang="de-DE" sz="1400"/>
                        <a:t>0 - </a:t>
                      </a:r>
                      <a:r>
                        <a:rPr lang="de-DE" sz="1400" b="0" i="0" u="none" strike="noStrike" noProof="0">
                          <a:solidFill>
                            <a:srgbClr val="000000"/>
                          </a:solidFill>
                          <a:latin typeface="Arial"/>
                          <a:cs typeface="Arial"/>
                        </a:rPr>
                        <a:t>0.05</a:t>
                      </a:r>
                      <a:endParaRPr lang="de-DE" sz="1400"/>
                    </a:p>
                  </a:txBody>
                  <a:tcPr/>
                </a:tc>
                <a:tc>
                  <a:txBody>
                    <a:bodyPr/>
                    <a:lstStyle/>
                    <a:p>
                      <a:pPr lvl="0">
                        <a:buNone/>
                      </a:pPr>
                      <a:r>
                        <a:rPr lang="de-DE" sz="1400"/>
                        <a:t>0 - </a:t>
                      </a:r>
                      <a:r>
                        <a:rPr lang="de-DE" sz="1400" b="0" i="0" u="none" strike="noStrike" noProof="0">
                          <a:solidFill>
                            <a:srgbClr val="000000"/>
                          </a:solidFill>
                          <a:latin typeface="Arial"/>
                          <a:cs typeface="Arial"/>
                        </a:rPr>
                        <a:t>0.05</a:t>
                      </a:r>
                      <a:endParaRPr lang="de-DE" sz="1400"/>
                    </a:p>
                  </a:txBody>
                  <a:tcPr/>
                </a:tc>
                <a:extLst>
                  <a:ext uri="{0D108BD9-81ED-4DB2-BD59-A6C34878D82A}">
                    <a16:rowId xmlns:a16="http://schemas.microsoft.com/office/drawing/2014/main" val="2377502259"/>
                  </a:ext>
                </a:extLst>
              </a:tr>
            </a:tbl>
          </a:graphicData>
        </a:graphic>
      </p:graphicFrame>
      <p:sp>
        <p:nvSpPr>
          <p:cNvPr id="5" name="Textfeld 4">
            <a:extLst>
              <a:ext uri="{FF2B5EF4-FFF2-40B4-BE49-F238E27FC236}">
                <a16:creationId xmlns:a16="http://schemas.microsoft.com/office/drawing/2014/main" id="{32A98981-775A-8F15-2DC5-45EC3140D837}"/>
              </a:ext>
            </a:extLst>
          </p:cNvPr>
          <p:cNvSpPr txBox="1"/>
          <p:nvPr/>
        </p:nvSpPr>
        <p:spPr>
          <a:xfrm>
            <a:off x="-4107641" y="-139931"/>
            <a:ext cx="4104623" cy="12926616"/>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r>
              <a:rPr lang="de-DE" sz="1400">
                <a:latin typeface="Arial"/>
                <a:cs typeface="Arial"/>
              </a:rPr>
              <a:t>| **</a:t>
            </a:r>
            <a:r>
              <a:rPr lang="de-DE" sz="1400" err="1">
                <a:latin typeface="Arial"/>
                <a:cs typeface="Arial"/>
              </a:rPr>
              <a:t>substation</a:t>
            </a:r>
            <a:r>
              <a:rPr lang="de-DE" sz="1400">
                <a:latin typeface="Arial"/>
                <a:cs typeface="Arial"/>
              </a:rPr>
              <a:t>** | **≈ 95 %** | `</a:t>
            </a:r>
            <a:r>
              <a:rPr lang="de-DE" sz="1400" err="1">
                <a:latin typeface="Arial"/>
                <a:cs typeface="Arial"/>
              </a:rPr>
              <a:t>substation</a:t>
            </a:r>
            <a:r>
              <a:rPr lang="de-DE" sz="1400">
                <a:latin typeface="Arial"/>
                <a:cs typeface="Arial"/>
              </a:rPr>
              <a:t>` ist ein eindeutiger Identifikator für eine physische Stromversorgungseinheit. Im DPV‑</a:t>
            </a:r>
            <a:r>
              <a:rPr lang="de-DE" sz="1400" err="1">
                <a:latin typeface="Arial"/>
                <a:cs typeface="Arial"/>
              </a:rPr>
              <a:t>Vocabulary</a:t>
            </a:r>
            <a:r>
              <a:rPr lang="de-DE" sz="1400">
                <a:latin typeface="Arial"/>
                <a:cs typeface="Arial"/>
              </a:rPr>
              <a:t> wird jede Kennung, die einem geografischen Ort zugeordnet werden kann, als **“</a:t>
            </a:r>
            <a:r>
              <a:rPr lang="de-DE" sz="1400" err="1">
                <a:latin typeface="Arial"/>
                <a:cs typeface="Arial"/>
              </a:rPr>
              <a:t>location</a:t>
            </a:r>
            <a:r>
              <a:rPr lang="de-DE" sz="1400">
                <a:latin typeface="Arial"/>
                <a:cs typeface="Arial"/>
              </a:rPr>
              <a:t> </a:t>
            </a:r>
            <a:r>
              <a:rPr lang="de-DE" sz="1400" err="1">
                <a:latin typeface="Arial"/>
                <a:cs typeface="Arial"/>
              </a:rPr>
              <a:t>identifier</a:t>
            </a:r>
            <a:r>
              <a:rPr lang="de-DE" sz="1400">
                <a:latin typeface="Arial"/>
                <a:cs typeface="Arial"/>
              </a:rPr>
              <a:t>”** betrachtet. Durch das Erkennen der Substation kann ein Angreifer das genaue geografische Gebiet bzw. die Nähe zu einer bestimmten Person oder Organisation zurückverfolgen – ein klassisches Szenario von Standort‑ oder </a:t>
            </a:r>
            <a:r>
              <a:rPr lang="de-DE" sz="1400" err="1">
                <a:latin typeface="Arial"/>
                <a:cs typeface="Arial"/>
              </a:rPr>
              <a:t>Lokations</a:t>
            </a:r>
            <a:r>
              <a:rPr lang="de-DE" sz="1400">
                <a:latin typeface="Arial"/>
                <a:cs typeface="Arial"/>
              </a:rPr>
              <a:t>‑Privatheit. |</a:t>
            </a:r>
            <a:endParaRPr lang="de-DE">
              <a:latin typeface="Arial"/>
            </a:endParaRPr>
          </a:p>
          <a:p>
            <a:endParaRPr lang="de-DE" sz="1400">
              <a:latin typeface="Arial"/>
              <a:cs typeface="Arial"/>
            </a:endParaRPr>
          </a:p>
          <a:p>
            <a:r>
              <a:rPr lang="de-DE" sz="1400">
                <a:latin typeface="Arial"/>
                <a:cs typeface="Arial"/>
              </a:rPr>
              <a:t>| **</a:t>
            </a:r>
            <a:r>
              <a:rPr lang="de-DE" sz="1400" err="1">
                <a:latin typeface="Arial"/>
                <a:cs typeface="Arial"/>
              </a:rPr>
              <a:t>feeder</a:t>
            </a:r>
            <a:r>
              <a:rPr lang="de-DE" sz="1400">
                <a:latin typeface="Arial"/>
                <a:cs typeface="Arial"/>
              </a:rPr>
              <a:t>** | **≈ 90 %** | Ähnlich wie bei der Substation ist auch `</a:t>
            </a:r>
            <a:r>
              <a:rPr lang="de-DE" sz="1400" err="1">
                <a:latin typeface="Arial"/>
                <a:cs typeface="Arial"/>
              </a:rPr>
              <a:t>feeder</a:t>
            </a:r>
            <a:r>
              <a:rPr lang="de-DE" sz="1400">
                <a:latin typeface="Arial"/>
                <a:cs typeface="Arial"/>
              </a:rPr>
              <a:t>` eine eindeutige Kennung einer elektrischen Leitung bzw. eines Energieflusses. Sie verweist auf ein bestimmtes Teilnetz bzw. geografische Lage. DPV‑Location definiert solche Referenzen als sensible Standortdaten. |</a:t>
            </a:r>
            <a:endParaRPr lang="de-DE">
              <a:latin typeface="Arial"/>
            </a:endParaRPr>
          </a:p>
          <a:p>
            <a:endParaRPr lang="de-DE" sz="1400">
              <a:latin typeface="Arial"/>
              <a:cs typeface="Arial"/>
            </a:endParaRPr>
          </a:p>
          <a:p>
            <a:r>
              <a:rPr lang="de-DE" sz="1400">
                <a:latin typeface="Arial"/>
                <a:cs typeface="Arial"/>
              </a:rPr>
              <a:t>| **date** | **≈ 70 %** | Obwohl `date` nicht unmittelbar ein Standort ist, kann das Datum in Kombination mit anderen Feldern (z. B. `</a:t>
            </a:r>
            <a:r>
              <a:rPr lang="de-DE" sz="1400" err="1">
                <a:latin typeface="Arial"/>
                <a:cs typeface="Arial"/>
              </a:rPr>
              <a:t>substation</a:t>
            </a:r>
            <a:r>
              <a:rPr lang="de-DE" sz="1400">
                <a:latin typeface="Arial"/>
                <a:cs typeface="Arial"/>
              </a:rPr>
              <a:t>`) zu einer exakten Zeit‑ und Ortsangabe führen. In vielen Datenschutzrichtlinien gelten Zeitstempel als personenbezogene Daten, wenn sie mit anderen Identifikatoren verknüpft werden. |</a:t>
            </a:r>
            <a:endParaRPr lang="de-DE">
              <a:latin typeface="Arial"/>
            </a:endParaRPr>
          </a:p>
          <a:p>
            <a:endParaRPr lang="de-DE" sz="1400">
              <a:latin typeface="Arial"/>
              <a:cs typeface="Arial"/>
            </a:endParaRPr>
          </a:p>
          <a:p>
            <a:r>
              <a:rPr lang="de-DE" sz="1400">
                <a:latin typeface="Arial"/>
                <a:cs typeface="Arial"/>
              </a:rPr>
              <a:t>| **</a:t>
            </a:r>
            <a:r>
              <a:rPr lang="de-DE" sz="1400" err="1">
                <a:latin typeface="Arial"/>
                <a:cs typeface="Arial"/>
              </a:rPr>
              <a:t>housing_units_count</a:t>
            </a:r>
            <a:r>
              <a:rPr lang="de-DE" sz="1400">
                <a:latin typeface="Arial"/>
                <a:cs typeface="Arial"/>
              </a:rPr>
              <a:t>** | **≈ 30 %** | Der Wertebereich kann, wenn er hochgradig einzigartig für einen bestimmten Ort ist, als „quasi‑</a:t>
            </a:r>
            <a:r>
              <a:rPr lang="de-DE" sz="1400" err="1">
                <a:latin typeface="Arial"/>
                <a:cs typeface="Arial"/>
              </a:rPr>
              <a:t>identifier</a:t>
            </a:r>
            <a:r>
              <a:rPr lang="de-DE" sz="1400">
                <a:latin typeface="Arial"/>
                <a:cs typeface="Arial"/>
              </a:rPr>
              <a:t>“ wirken. In Kombination mit `</a:t>
            </a:r>
            <a:r>
              <a:rPr lang="de-DE" sz="1400" err="1">
                <a:latin typeface="Arial"/>
                <a:cs typeface="Arial"/>
              </a:rPr>
              <a:t>substation</a:t>
            </a:r>
            <a:r>
              <a:rPr lang="de-DE" sz="1400">
                <a:latin typeface="Arial"/>
                <a:cs typeface="Arial"/>
              </a:rPr>
              <a:t>` kann er zur Lokalisierung einer Region beitragen. Jedoch ist die Wahrscheinlichkeit gering, dass allein dieser Wert eine eindeutige Identifikation ermöglicht. |</a:t>
            </a:r>
            <a:endParaRPr lang="de-DE">
              <a:latin typeface="Arial"/>
            </a:endParaRPr>
          </a:p>
          <a:p>
            <a:endParaRPr lang="de-DE" sz="1400">
              <a:latin typeface="Arial"/>
              <a:cs typeface="Arial"/>
            </a:endParaRPr>
          </a:p>
          <a:p>
            <a:r>
              <a:rPr lang="de-DE" sz="1400">
                <a:latin typeface="Arial"/>
                <a:cs typeface="Arial"/>
              </a:rPr>
              <a:t>| **</a:t>
            </a:r>
            <a:r>
              <a:rPr lang="de-DE" sz="1400" err="1">
                <a:latin typeface="Arial"/>
                <a:cs typeface="Arial"/>
              </a:rPr>
              <a:t>industry_and_commerce_count</a:t>
            </a:r>
            <a:r>
              <a:rPr lang="de-DE" sz="1400">
                <a:latin typeface="Arial"/>
                <a:cs typeface="Arial"/>
              </a:rPr>
              <a:t>** | **≈ 20 %** | Ebenso kann dieser Wert, insbesondere wenn er stark variiert, in Verbindung mit Standortdaten Aufschluss über wirtschaftliche Aktivitäten eines bestimmten Gebietes geben. Anonymisierung ist jedoch weniger kritisch, wenn er stark mit `</a:t>
            </a:r>
            <a:r>
              <a:rPr lang="de-DE" sz="1400" err="1">
                <a:latin typeface="Arial"/>
                <a:cs typeface="Arial"/>
              </a:rPr>
              <a:t>substation</a:t>
            </a:r>
            <a:r>
              <a:rPr lang="de-DE" sz="1400">
                <a:latin typeface="Arial"/>
                <a:cs typeface="Arial"/>
              </a:rPr>
              <a:t>` oder `</a:t>
            </a:r>
            <a:r>
              <a:rPr lang="de-DE" sz="1400" err="1">
                <a:latin typeface="Arial"/>
                <a:cs typeface="Arial"/>
              </a:rPr>
              <a:t>feeder</a:t>
            </a:r>
            <a:r>
              <a:rPr lang="de-DE" sz="1400">
                <a:latin typeface="Arial"/>
                <a:cs typeface="Arial"/>
              </a:rPr>
              <a:t>` korreliert. |</a:t>
            </a:r>
            <a:endParaRPr lang="de-DE">
              <a:latin typeface="Arial"/>
            </a:endParaRPr>
          </a:p>
          <a:p>
            <a:endParaRPr lang="de-DE" sz="1400">
              <a:latin typeface="Arial"/>
              <a:cs typeface="Arial"/>
            </a:endParaRPr>
          </a:p>
          <a:p>
            <a:r>
              <a:rPr lang="de-DE" sz="1400">
                <a:latin typeface="Arial"/>
                <a:cs typeface="Arial"/>
              </a:rPr>
              <a:t>| **Alle übrigen Spalten** (`</a:t>
            </a:r>
            <a:r>
              <a:rPr lang="de-DE" sz="1400" err="1">
                <a:latin typeface="Arial"/>
                <a:cs typeface="Arial"/>
              </a:rPr>
              <a:t>storage_heaters_kW</a:t>
            </a:r>
            <a:r>
              <a:rPr lang="de-DE" sz="1400">
                <a:latin typeface="Arial"/>
                <a:cs typeface="Arial"/>
              </a:rPr>
              <a:t>`, `</a:t>
            </a:r>
            <a:r>
              <a:rPr lang="de-DE" sz="1400" err="1">
                <a:latin typeface="Arial"/>
                <a:cs typeface="Arial"/>
              </a:rPr>
              <a:t>heat_pumps_kW</a:t>
            </a:r>
            <a:r>
              <a:rPr lang="de-DE" sz="1400">
                <a:latin typeface="Arial"/>
                <a:cs typeface="Arial"/>
              </a:rPr>
              <a:t>`, `</a:t>
            </a:r>
            <a:r>
              <a:rPr lang="de-DE" sz="1400" err="1">
                <a:latin typeface="Arial"/>
                <a:cs typeface="Arial"/>
              </a:rPr>
              <a:t>electric_heaters_kW</a:t>
            </a:r>
            <a:r>
              <a:rPr lang="de-DE" sz="1400">
                <a:latin typeface="Arial"/>
                <a:cs typeface="Arial"/>
              </a:rPr>
              <a:t>`, `</a:t>
            </a:r>
            <a:r>
              <a:rPr lang="de-DE" sz="1400" err="1">
                <a:latin typeface="Arial"/>
                <a:cs typeface="Arial"/>
              </a:rPr>
              <a:t>hot_water_tanks_kW</a:t>
            </a:r>
            <a:r>
              <a:rPr lang="de-DE" sz="1400">
                <a:latin typeface="Arial"/>
                <a:cs typeface="Arial"/>
              </a:rPr>
              <a:t>`, `</a:t>
            </a:r>
            <a:r>
              <a:rPr lang="de-DE" sz="1400" err="1">
                <a:latin typeface="Arial"/>
                <a:cs typeface="Arial"/>
              </a:rPr>
              <a:t>flow-type_heaters_kW</a:t>
            </a:r>
            <a:r>
              <a:rPr lang="de-DE" sz="1400">
                <a:latin typeface="Arial"/>
                <a:cs typeface="Arial"/>
              </a:rPr>
              <a:t>`, `</a:t>
            </a:r>
            <a:r>
              <a:rPr lang="de-DE" sz="1400" err="1">
                <a:latin typeface="Arial"/>
                <a:cs typeface="Arial"/>
              </a:rPr>
              <a:t>EV_chargers_kW</a:t>
            </a:r>
            <a:r>
              <a:rPr lang="de-DE" sz="1400">
                <a:latin typeface="Arial"/>
                <a:cs typeface="Arial"/>
              </a:rPr>
              <a:t>`, `</a:t>
            </a:r>
            <a:r>
              <a:rPr lang="de-DE" sz="1400" err="1">
                <a:latin typeface="Arial"/>
                <a:cs typeface="Arial"/>
              </a:rPr>
              <a:t>public_lighting_kW</a:t>
            </a:r>
            <a:r>
              <a:rPr lang="de-DE" sz="1400">
                <a:latin typeface="Arial"/>
                <a:cs typeface="Arial"/>
              </a:rPr>
              <a:t>`, `</a:t>
            </a:r>
            <a:r>
              <a:rPr lang="de-DE" sz="1400" err="1">
                <a:latin typeface="Arial"/>
                <a:cs typeface="Arial"/>
              </a:rPr>
              <a:t>other_consumers_kW</a:t>
            </a:r>
            <a:r>
              <a:rPr lang="de-DE" sz="1400">
                <a:latin typeface="Arial"/>
                <a:cs typeface="Arial"/>
              </a:rPr>
              <a:t>`, `</a:t>
            </a:r>
            <a:r>
              <a:rPr lang="de-DE" sz="1400" err="1">
                <a:latin typeface="Arial"/>
                <a:cs typeface="Arial"/>
              </a:rPr>
              <a:t>batteries_kW</a:t>
            </a:r>
            <a:r>
              <a:rPr lang="de-DE" sz="1400">
                <a:latin typeface="Arial"/>
                <a:cs typeface="Arial"/>
              </a:rPr>
              <a:t>`, `</a:t>
            </a:r>
            <a:r>
              <a:rPr lang="de-DE" sz="1400" err="1">
                <a:latin typeface="Arial"/>
                <a:cs typeface="Arial"/>
              </a:rPr>
              <a:t>PV_systems_kW</a:t>
            </a:r>
            <a:r>
              <a:rPr lang="de-DE" sz="1400">
                <a:latin typeface="Arial"/>
                <a:cs typeface="Arial"/>
              </a:rPr>
              <a:t>`, `</a:t>
            </a:r>
            <a:r>
              <a:rPr lang="de-DE" sz="1400" err="1">
                <a:latin typeface="Arial"/>
                <a:cs typeface="Arial"/>
              </a:rPr>
              <a:t>chp_kW</a:t>
            </a:r>
            <a:r>
              <a:rPr lang="de-DE" sz="1400">
                <a:latin typeface="Arial"/>
                <a:cs typeface="Arial"/>
              </a:rPr>
              <a:t>`, `g0_general_kWh`, `g1_workdays_kWh`, `g2_evening_kWh`, `g3_continuous_kWh`, `g4_shop_hairdresser_kWh`, `g5_bakery_kWh`, `g6_weekend_kWh`) | **≈ 5 %** | Diese Kennzahlen sind rein aggregierte Energiewerte. Sie geben keine direkten personenbezogenen Hinweise und haben in der Regel keine eindeutige Zuordnung zu einer einzelnen Person oder einem Individuum. Ein Angreifer kann sie ohne weitere Kontextinformationen nicht auf eine einzelne Person zurückführen. |</a:t>
            </a:r>
            <a:endParaRPr lang="de-DE">
              <a:latin typeface="Arial"/>
            </a:endParaRPr>
          </a:p>
        </p:txBody>
      </p:sp>
      <p:sp>
        <p:nvSpPr>
          <p:cNvPr id="3" name="Textfeld 2">
            <a:extLst>
              <a:ext uri="{FF2B5EF4-FFF2-40B4-BE49-F238E27FC236}">
                <a16:creationId xmlns:a16="http://schemas.microsoft.com/office/drawing/2014/main" id="{3A271F90-270E-DC34-C232-32F14F52B596}"/>
              </a:ext>
            </a:extLst>
          </p:cNvPr>
          <p:cNvSpPr txBox="1"/>
          <p:nvPr/>
        </p:nvSpPr>
        <p:spPr>
          <a:xfrm>
            <a:off x="1257299" y="7180117"/>
            <a:ext cx="9957598" cy="3139321"/>
          </a:xfrm>
          <a:prstGeom prst="rect">
            <a:avLst/>
          </a:prstGeom>
          <a:noFill/>
        </p:spPr>
        <p:txBody>
          <a:bodyPr rot="0" spcFirstLastPara="0" vertOverflow="overflow" horzOverflow="overflow" vert="horz" wrap="none" lIns="0" tIns="0" rIns="0" bIns="0" numCol="1" spcCol="0" rtlCol="0" fromWordArt="0" anchor="t" anchorCtr="0" forceAA="0" compatLnSpc="1">
            <a:prstTxWarp prst="textNoShape">
              <a:avLst/>
            </a:prstTxWarp>
            <a:spAutoFit/>
          </a:bodyPr>
          <a:lstStyle/>
          <a:p>
            <a:r>
              <a:rPr lang="de-DE" sz="1400">
                <a:latin typeface="Arial"/>
                <a:cs typeface="Arial"/>
              </a:rPr>
              <a:t>1. **Location‑</a:t>
            </a:r>
            <a:r>
              <a:rPr lang="de-DE" sz="1400" err="1">
                <a:latin typeface="Arial"/>
                <a:cs typeface="Arial"/>
              </a:rPr>
              <a:t>Identifiers</a:t>
            </a:r>
            <a:r>
              <a:rPr lang="de-DE" sz="1400">
                <a:latin typeface="Arial"/>
                <a:cs typeface="Arial"/>
              </a:rPr>
              <a:t>**  </a:t>
            </a:r>
            <a:endParaRPr lang="de-DE">
              <a:latin typeface="Arial"/>
            </a:endParaRPr>
          </a:p>
          <a:p>
            <a:r>
              <a:rPr lang="de-DE" sz="1400">
                <a:latin typeface="Arial"/>
                <a:cs typeface="Arial"/>
              </a:rPr>
              <a:t>   - DPV‑Location definiert jede Kennung, die einen physischen Ort identifizieren kann, als „sensitiv“. `</a:t>
            </a:r>
            <a:r>
              <a:rPr lang="de-DE" sz="1400" err="1">
                <a:latin typeface="Arial"/>
                <a:cs typeface="Arial"/>
              </a:rPr>
              <a:t>substation</a:t>
            </a:r>
            <a:r>
              <a:rPr lang="de-DE" sz="1400">
                <a:latin typeface="Arial"/>
                <a:cs typeface="Arial"/>
              </a:rPr>
              <a:t>` und `</a:t>
            </a:r>
            <a:r>
              <a:rPr lang="de-DE" sz="1400" err="1">
                <a:latin typeface="Arial"/>
                <a:cs typeface="Arial"/>
              </a:rPr>
              <a:t>feeder</a:t>
            </a:r>
            <a:r>
              <a:rPr lang="de-DE" sz="1400">
                <a:latin typeface="Arial"/>
                <a:cs typeface="Arial"/>
              </a:rPr>
              <a:t>` </a:t>
            </a:r>
            <a:endParaRPr lang="de-DE">
              <a:latin typeface="Arial"/>
              <a:cs typeface="Arial" panose="020B0604020202020204" pitchFamily="34" charset="0"/>
            </a:endParaRPr>
          </a:p>
          <a:p>
            <a:r>
              <a:rPr lang="de-DE" sz="1400">
                <a:latin typeface="Arial"/>
                <a:cs typeface="Arial"/>
              </a:rPr>
              <a:t>gehören eindeutig dazu.  </a:t>
            </a:r>
            <a:endParaRPr lang="de-DE">
              <a:latin typeface="Arial"/>
              <a:cs typeface="Arial"/>
            </a:endParaRPr>
          </a:p>
          <a:p>
            <a:r>
              <a:rPr lang="de-DE" sz="1400">
                <a:cs typeface="Arial"/>
              </a:rPr>
              <a:t>   - Auch der `date`‑Wert kann, wenn er mit Standortdaten verknüpft wird, zu einer detaillierten Orts‑ und Zeitangabe führen.</a:t>
            </a:r>
            <a:endParaRPr lang="de-DE"/>
          </a:p>
          <a:p>
            <a:endParaRPr lang="de-DE"/>
          </a:p>
          <a:p>
            <a:r>
              <a:rPr lang="de-DE" sz="1400">
                <a:latin typeface="Arial"/>
                <a:cs typeface="Arial"/>
              </a:rPr>
              <a:t>2. **Quasi‑</a:t>
            </a:r>
            <a:r>
              <a:rPr lang="de-DE" sz="1400" err="1">
                <a:latin typeface="Arial"/>
                <a:cs typeface="Arial"/>
              </a:rPr>
              <a:t>Identifiers</a:t>
            </a:r>
            <a:r>
              <a:rPr lang="de-DE" sz="1400">
                <a:latin typeface="Arial"/>
                <a:cs typeface="Arial"/>
              </a:rPr>
              <a:t>**  </a:t>
            </a:r>
            <a:endParaRPr lang="de-DE">
              <a:latin typeface="Arial"/>
            </a:endParaRPr>
          </a:p>
          <a:p>
            <a:r>
              <a:rPr lang="de-DE" sz="1400">
                <a:latin typeface="Arial"/>
                <a:cs typeface="Arial"/>
              </a:rPr>
              <a:t>   - Spalten wie `</a:t>
            </a:r>
            <a:r>
              <a:rPr lang="de-DE" sz="1400" err="1">
                <a:latin typeface="Arial"/>
                <a:cs typeface="Arial"/>
              </a:rPr>
              <a:t>housing_units_count</a:t>
            </a:r>
            <a:r>
              <a:rPr lang="de-DE" sz="1400">
                <a:latin typeface="Arial"/>
                <a:cs typeface="Arial"/>
              </a:rPr>
              <a:t>` und `</a:t>
            </a:r>
            <a:r>
              <a:rPr lang="de-DE" sz="1400" err="1">
                <a:latin typeface="Arial"/>
                <a:cs typeface="Arial"/>
              </a:rPr>
              <a:t>industry_and_commerce_count</a:t>
            </a:r>
            <a:r>
              <a:rPr lang="de-DE" sz="1400">
                <a:latin typeface="Arial"/>
                <a:cs typeface="Arial"/>
              </a:rPr>
              <a:t>` haben zwar keine direkte Standortzuordnung, </a:t>
            </a:r>
            <a:endParaRPr lang="de-DE">
              <a:latin typeface="Arial"/>
              <a:cs typeface="Arial" panose="020B0604020202020204" pitchFamily="34" charset="0"/>
            </a:endParaRPr>
          </a:p>
          <a:p>
            <a:r>
              <a:rPr lang="de-DE" sz="1400">
                <a:latin typeface="Arial"/>
                <a:cs typeface="Arial"/>
              </a:rPr>
              <a:t>können aber in Kombination mit anderen Feldern die Lokalisierung erleichtern.  </a:t>
            </a:r>
            <a:endParaRPr lang="de-DE">
              <a:latin typeface="Arial"/>
              <a:cs typeface="Arial"/>
            </a:endParaRPr>
          </a:p>
          <a:p>
            <a:r>
              <a:rPr lang="de-DE" sz="1400">
                <a:cs typeface="Arial"/>
              </a:rPr>
              <a:t>   - Ihre Anonymisierung verhindert eine feinkörnige Profilierung von Gebieten.</a:t>
            </a:r>
            <a:endParaRPr lang="de-DE"/>
          </a:p>
          <a:p>
            <a:endParaRPr lang="de-DE"/>
          </a:p>
          <a:p>
            <a:r>
              <a:rPr lang="de-DE" sz="1400">
                <a:cs typeface="Arial"/>
              </a:rPr>
              <a:t>3. **Aggregierte Energiedaten**  </a:t>
            </a:r>
            <a:endParaRPr lang="de-DE"/>
          </a:p>
          <a:p>
            <a:r>
              <a:rPr lang="de-DE" sz="1400">
                <a:latin typeface="Arial"/>
                <a:cs typeface="Arial"/>
              </a:rPr>
              <a:t>   - Diese Werte sind statistisch aggregiert und verweisen nicht auf einzelne Personen. DPV‑Location betont, </a:t>
            </a:r>
            <a:endParaRPr lang="de-DE">
              <a:latin typeface="Arial"/>
              <a:cs typeface="Arial" panose="020B0604020202020204" pitchFamily="34" charset="0"/>
            </a:endParaRPr>
          </a:p>
          <a:p>
            <a:r>
              <a:rPr lang="de-DE" sz="1400">
                <a:latin typeface="Arial"/>
                <a:cs typeface="Arial"/>
              </a:rPr>
              <a:t>dass aggregierte oder statistische Daten in der Regel keine personenbezogenen Informationen darstellen und daher nicht </a:t>
            </a:r>
            <a:endParaRPr lang="de-DE">
              <a:latin typeface="Arial"/>
              <a:cs typeface="Arial"/>
            </a:endParaRPr>
          </a:p>
          <a:p>
            <a:r>
              <a:rPr lang="de-DE" sz="1400">
                <a:latin typeface="Arial"/>
                <a:cs typeface="Arial"/>
              </a:rPr>
              <a:t>anonymisiert werden müssen.</a:t>
            </a:r>
            <a:endParaRPr lang="de-DE">
              <a:latin typeface="Arial"/>
              <a:cs typeface="Arial"/>
            </a:endParaRPr>
          </a:p>
        </p:txBody>
      </p:sp>
      <p:sp>
        <p:nvSpPr>
          <p:cNvPr id="8" name="Textfeld 7">
            <a:extLst>
              <a:ext uri="{FF2B5EF4-FFF2-40B4-BE49-F238E27FC236}">
                <a16:creationId xmlns:a16="http://schemas.microsoft.com/office/drawing/2014/main" id="{8906B12C-01E7-5FB6-D8CD-D9D3E1DE3F6E}"/>
              </a:ext>
            </a:extLst>
          </p:cNvPr>
          <p:cNvSpPr txBox="1"/>
          <p:nvPr/>
        </p:nvSpPr>
        <p:spPr>
          <a:xfrm>
            <a:off x="448126" y="6330276"/>
            <a:ext cx="3217291" cy="461665"/>
          </a:xfrm>
          <a:prstGeom prst="rect">
            <a:avLst/>
          </a:prstGeom>
          <a:solidFill>
            <a:schemeClr val="bg1"/>
          </a:solidFill>
        </p:spPr>
        <p:txBody>
          <a:bodyPr rot="0" spcFirstLastPara="0" vert="horz" wrap="square" lIns="0" tIns="0" rIns="0" bIns="0" numCol="1" spcCol="0" rtlCol="0" fromWordArt="0" anchor="t" anchorCtr="0" forceAA="0" compatLnSpc="1">
            <a:prstTxWarp prst="textNoShape">
              <a:avLst/>
            </a:prstTxWarp>
            <a:spAutoFit/>
          </a:bodyPr>
          <a:lstStyle>
            <a:defPPr>
              <a:defRPr lang="de-DE"/>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a:lstStyle>
          <a:p>
            <a:endParaRPr lang="en-US" sz="1000">
              <a:latin typeface="Arial"/>
              <a:cs typeface="Arial"/>
            </a:endParaRPr>
          </a:p>
          <a:p>
            <a:endParaRPr lang="en-US" sz="1000">
              <a:latin typeface="Arial"/>
              <a:cs typeface="Arial"/>
            </a:endParaRPr>
          </a:p>
          <a:p>
            <a:r>
              <a:rPr lang="en-US" sz="1000">
                <a:latin typeface="Arial"/>
                <a:cs typeface="Arial"/>
              </a:rPr>
              <a:t>| Haochen Zhang | 11.05.2026</a:t>
            </a:r>
            <a:endParaRPr lang="en-US" sz="1000">
              <a:cs typeface="Arial"/>
            </a:endParaRPr>
          </a:p>
        </p:txBody>
      </p:sp>
    </p:spTree>
    <p:extLst>
      <p:ext uri="{BB962C8B-B14F-4D97-AF65-F5344CB8AC3E}">
        <p14:creationId xmlns:p14="http://schemas.microsoft.com/office/powerpoint/2010/main" val="184615171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3D6B6572-A605-CD2F-1DB0-FE8CBBAA9328}"/>
              </a:ext>
            </a:extLst>
          </p:cNvPr>
          <p:cNvSpPr>
            <a:spLocks noGrp="1"/>
          </p:cNvSpPr>
          <p:nvPr>
            <p:ph type="title"/>
          </p:nvPr>
        </p:nvSpPr>
        <p:spPr/>
        <p:txBody>
          <a:bodyPr/>
          <a:lstStyle/>
          <a:p>
            <a:r>
              <a:rPr lang="en-US" err="1">
                <a:latin typeface="Arial"/>
                <a:cs typeface="Arial"/>
              </a:rPr>
              <a:t>Sdv</a:t>
            </a:r>
            <a:r>
              <a:rPr lang="en-US">
                <a:latin typeface="Arial"/>
                <a:cs typeface="Arial"/>
              </a:rPr>
              <a:t> able to learn correlation trend of two columns</a:t>
            </a:r>
            <a:endParaRPr lang="en-US"/>
          </a:p>
        </p:txBody>
      </p:sp>
      <p:sp>
        <p:nvSpPr>
          <p:cNvPr id="3" name="Textplatzhalter 2">
            <a:extLst>
              <a:ext uri="{FF2B5EF4-FFF2-40B4-BE49-F238E27FC236}">
                <a16:creationId xmlns:a16="http://schemas.microsoft.com/office/drawing/2014/main" id="{8A06ADAA-3B60-3FAE-70F7-A37EF57F2195}"/>
              </a:ext>
            </a:extLst>
          </p:cNvPr>
          <p:cNvSpPr>
            <a:spLocks noGrp="1"/>
          </p:cNvSpPr>
          <p:nvPr>
            <p:ph type="body" sz="quarter" idx="12"/>
          </p:nvPr>
        </p:nvSpPr>
        <p:spPr>
          <a:xfrm>
            <a:off x="287338" y="4732000"/>
            <a:ext cx="8569325" cy="1431200"/>
          </a:xfrm>
        </p:spPr>
        <p:txBody>
          <a:bodyPr lIns="0" tIns="0" rIns="0" bIns="0" anchor="t"/>
          <a:lstStyle/>
          <a:p>
            <a:pPr marL="285750" indent="-285750">
              <a:buFont typeface="Arial"/>
              <a:buChar char="•"/>
            </a:pPr>
            <a:r>
              <a:rPr lang="en-US">
                <a:latin typeface="Arial"/>
                <a:cs typeface="Arial"/>
              </a:rPr>
              <a:t>There is roughly a +2 hour shift between UTC and CEST.</a:t>
            </a:r>
            <a:endParaRPr lang="en-US"/>
          </a:p>
          <a:p>
            <a:pPr marL="285750" indent="-285750">
              <a:buFont typeface="Arial"/>
              <a:buChar char="•"/>
            </a:pPr>
            <a:r>
              <a:rPr lang="en-US">
                <a:latin typeface="Arial"/>
                <a:cs typeface="Arial"/>
              </a:rPr>
              <a:t>However, it is not exact</a:t>
            </a:r>
          </a:p>
          <a:p>
            <a:pPr marL="285750" indent="-285750">
              <a:buFont typeface="Arial"/>
              <a:buChar char="•"/>
            </a:pPr>
            <a:r>
              <a:rPr lang="en-US">
                <a:latin typeface="Arial"/>
                <a:cs typeface="Arial"/>
              </a:rPr>
              <a:t>The synthesizer tries to preserve that relationship in the synthetic data.</a:t>
            </a:r>
          </a:p>
          <a:p>
            <a:pPr marL="285750" indent="-285750">
              <a:buFont typeface="Arial"/>
              <a:buChar char="•"/>
            </a:pPr>
            <a:endParaRPr lang="en-US"/>
          </a:p>
          <a:p>
            <a:endParaRPr lang="en-US"/>
          </a:p>
        </p:txBody>
      </p:sp>
      <p:pic>
        <p:nvPicPr>
          <p:cNvPr id="4" name="Grafik 3" descr="Ein Bild, das Text, Screenshot, Schrift, Zahl enthält.&#10;&#10;KI-generierte Inhalte können fehlerhaft sein.">
            <a:extLst>
              <a:ext uri="{FF2B5EF4-FFF2-40B4-BE49-F238E27FC236}">
                <a16:creationId xmlns:a16="http://schemas.microsoft.com/office/drawing/2014/main" id="{801CE475-0025-4E0F-9347-F8700D1C3708}"/>
              </a:ext>
            </a:extLst>
          </p:cNvPr>
          <p:cNvPicPr>
            <a:picLocks noChangeAspect="1"/>
          </p:cNvPicPr>
          <p:nvPr/>
        </p:nvPicPr>
        <p:blipFill>
          <a:blip r:embed="rId2"/>
          <a:stretch>
            <a:fillRect/>
          </a:stretch>
        </p:blipFill>
        <p:spPr>
          <a:xfrm>
            <a:off x="289878" y="845820"/>
            <a:ext cx="3697605" cy="3398520"/>
          </a:xfrm>
          <a:prstGeom prst="rect">
            <a:avLst/>
          </a:prstGeom>
        </p:spPr>
      </p:pic>
      <p:sp>
        <p:nvSpPr>
          <p:cNvPr id="6" name="Textfeld 7">
            <a:extLst>
              <a:ext uri="{FF2B5EF4-FFF2-40B4-BE49-F238E27FC236}">
                <a16:creationId xmlns:a16="http://schemas.microsoft.com/office/drawing/2014/main" id="{CDF54B24-AF20-99D8-783C-8F29A0B29A3A}"/>
              </a:ext>
            </a:extLst>
          </p:cNvPr>
          <p:cNvSpPr txBox="1"/>
          <p:nvPr/>
        </p:nvSpPr>
        <p:spPr>
          <a:xfrm>
            <a:off x="448126" y="6330276"/>
            <a:ext cx="3217291" cy="461665"/>
          </a:xfrm>
          <a:prstGeom prst="rect">
            <a:avLst/>
          </a:prstGeom>
          <a:solidFill>
            <a:schemeClr val="bg1"/>
          </a:solidFill>
        </p:spPr>
        <p:txBody>
          <a:bodyPr rot="0" spcFirstLastPara="0" vert="horz" wrap="square" lIns="0" tIns="0" rIns="0" bIns="0" numCol="1" spcCol="0" rtlCol="0" fromWordArt="0" anchor="t" anchorCtr="0" forceAA="0" compatLnSpc="1">
            <a:prstTxWarp prst="textNoShape">
              <a:avLst/>
            </a:prstTxWarp>
            <a:spAutoFit/>
          </a:bodyPr>
          <a:lstStyle>
            <a:defPPr>
              <a:defRPr lang="de-DE"/>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a:lstStyle>
          <a:p>
            <a:endParaRPr lang="en-US" sz="1000">
              <a:latin typeface="Arial"/>
              <a:cs typeface="Arial"/>
            </a:endParaRPr>
          </a:p>
          <a:p>
            <a:endParaRPr lang="en-US" sz="1000">
              <a:latin typeface="Arial"/>
              <a:cs typeface="Arial"/>
            </a:endParaRPr>
          </a:p>
          <a:p>
            <a:r>
              <a:rPr lang="en-US" sz="1000">
                <a:latin typeface="Arial"/>
                <a:cs typeface="Arial"/>
              </a:rPr>
              <a:t>| Haochen Zhang | 11.05.2026</a:t>
            </a:r>
            <a:endParaRPr lang="en-US" sz="1000">
              <a:cs typeface="Arial"/>
            </a:endParaRPr>
          </a:p>
        </p:txBody>
      </p:sp>
    </p:spTree>
    <p:extLst>
      <p:ext uri="{BB962C8B-B14F-4D97-AF65-F5344CB8AC3E}">
        <p14:creationId xmlns:p14="http://schemas.microsoft.com/office/powerpoint/2010/main" val="157422844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4A4E3164-1124-8C8E-DD9C-6B402602E698}"/>
              </a:ext>
            </a:extLst>
          </p:cNvPr>
          <p:cNvSpPr>
            <a:spLocks noGrp="1"/>
          </p:cNvSpPr>
          <p:nvPr>
            <p:ph type="title"/>
          </p:nvPr>
        </p:nvSpPr>
        <p:spPr/>
        <p:txBody>
          <a:bodyPr/>
          <a:lstStyle/>
          <a:p>
            <a:r>
              <a:rPr lang="en-US" err="1">
                <a:latin typeface="Arial"/>
                <a:cs typeface="Arial"/>
              </a:rPr>
              <a:t>Sdv</a:t>
            </a:r>
            <a:r>
              <a:rPr lang="en-US">
                <a:latin typeface="Arial"/>
                <a:cs typeface="Arial"/>
              </a:rPr>
              <a:t> able to learn correlation trend of two columns</a:t>
            </a:r>
            <a:endParaRPr lang="de-DE">
              <a:latin typeface="Arial"/>
              <a:cs typeface="Arial"/>
            </a:endParaRPr>
          </a:p>
        </p:txBody>
      </p:sp>
      <p:sp>
        <p:nvSpPr>
          <p:cNvPr id="3" name="Textplatzhalter 2">
            <a:extLst>
              <a:ext uri="{FF2B5EF4-FFF2-40B4-BE49-F238E27FC236}">
                <a16:creationId xmlns:a16="http://schemas.microsoft.com/office/drawing/2014/main" id="{65B75DAE-2BFB-3E0A-F2A7-CDFA042E0E64}"/>
              </a:ext>
            </a:extLst>
          </p:cNvPr>
          <p:cNvSpPr>
            <a:spLocks noGrp="1"/>
          </p:cNvSpPr>
          <p:nvPr>
            <p:ph type="body" sz="quarter" idx="12"/>
          </p:nvPr>
        </p:nvSpPr>
        <p:spPr>
          <a:xfrm>
            <a:off x="287338" y="3980160"/>
            <a:ext cx="8569325" cy="2183040"/>
          </a:xfrm>
        </p:spPr>
        <p:txBody>
          <a:bodyPr lIns="0" tIns="0" rIns="0" bIns="0" anchor="t"/>
          <a:lstStyle/>
          <a:p>
            <a:r>
              <a:rPr lang="en-US">
                <a:latin typeface="Arial"/>
                <a:cs typeface="Arial"/>
              </a:rPr>
              <a:t>In this case, </a:t>
            </a:r>
            <a:r>
              <a:rPr lang="en-US" err="1">
                <a:latin typeface="Arial"/>
                <a:cs typeface="Arial"/>
              </a:rPr>
              <a:t>sdv</a:t>
            </a:r>
            <a:r>
              <a:rPr lang="en-US">
                <a:latin typeface="Arial"/>
                <a:cs typeface="Arial"/>
              </a:rPr>
              <a:t> does not learn the correlation between data and timestamp</a:t>
            </a:r>
          </a:p>
          <a:p>
            <a:r>
              <a:rPr lang="en-US">
                <a:latin typeface="Arial"/>
                <a:cs typeface="Arial"/>
              </a:rPr>
              <a:t>Likely reason: the timestamp column has time.</a:t>
            </a:r>
            <a:endParaRPr lang="en-US"/>
          </a:p>
          <a:p>
            <a:r>
              <a:rPr lang="en-US">
                <a:latin typeface="Arial"/>
                <a:cs typeface="Arial"/>
              </a:rPr>
              <a:t>If time is removed, </a:t>
            </a:r>
            <a:r>
              <a:rPr lang="en-US" err="1">
                <a:latin typeface="Arial"/>
                <a:cs typeface="Arial"/>
              </a:rPr>
              <a:t>sdv</a:t>
            </a:r>
            <a:r>
              <a:rPr lang="en-US">
                <a:latin typeface="Arial"/>
                <a:cs typeface="Arial"/>
              </a:rPr>
              <a:t> can generate synthetic data with same date (verified)</a:t>
            </a:r>
            <a:endParaRPr lang="en-US"/>
          </a:p>
        </p:txBody>
      </p:sp>
      <p:sp>
        <p:nvSpPr>
          <p:cNvPr id="5" name="Textfeld 7">
            <a:extLst>
              <a:ext uri="{FF2B5EF4-FFF2-40B4-BE49-F238E27FC236}">
                <a16:creationId xmlns:a16="http://schemas.microsoft.com/office/drawing/2014/main" id="{6C9EDC0B-F2ED-13EA-7B6E-35BD7B29691A}"/>
              </a:ext>
            </a:extLst>
          </p:cNvPr>
          <p:cNvSpPr txBox="1"/>
          <p:nvPr/>
        </p:nvSpPr>
        <p:spPr>
          <a:xfrm>
            <a:off x="448126" y="6330276"/>
            <a:ext cx="3217291" cy="461665"/>
          </a:xfrm>
          <a:prstGeom prst="rect">
            <a:avLst/>
          </a:prstGeom>
          <a:solidFill>
            <a:schemeClr val="bg1"/>
          </a:solidFill>
        </p:spPr>
        <p:txBody>
          <a:bodyPr rot="0" spcFirstLastPara="0" vert="horz" wrap="square" lIns="0" tIns="0" rIns="0" bIns="0" numCol="1" spcCol="0" rtlCol="0" fromWordArt="0" anchor="t" anchorCtr="0" forceAA="0" compatLnSpc="1">
            <a:prstTxWarp prst="textNoShape">
              <a:avLst/>
            </a:prstTxWarp>
            <a:spAutoFit/>
          </a:bodyPr>
          <a:lstStyle>
            <a:defPPr>
              <a:defRPr lang="de-DE"/>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a:lstStyle>
          <a:p>
            <a:endParaRPr lang="en-US" sz="1000">
              <a:latin typeface="Arial"/>
              <a:cs typeface="Arial"/>
            </a:endParaRPr>
          </a:p>
          <a:p>
            <a:endParaRPr lang="en-US" sz="1000">
              <a:latin typeface="Arial"/>
              <a:cs typeface="Arial"/>
            </a:endParaRPr>
          </a:p>
          <a:p>
            <a:r>
              <a:rPr lang="en-US" sz="1000">
                <a:latin typeface="Arial"/>
                <a:cs typeface="Arial"/>
              </a:rPr>
              <a:t>| Haochen Zhang | 11.05.2026</a:t>
            </a:r>
            <a:endParaRPr lang="en-US" sz="1000">
              <a:cs typeface="Arial"/>
            </a:endParaRPr>
          </a:p>
        </p:txBody>
      </p:sp>
      <p:pic>
        <p:nvPicPr>
          <p:cNvPr id="6" name="Grafik 5" descr="Ein Bild, das Text, Screenshot, Schrift, Zahl enthält.&#10;&#10;KI-generierte Inhalte können fehlerhaft sein.">
            <a:extLst>
              <a:ext uri="{FF2B5EF4-FFF2-40B4-BE49-F238E27FC236}">
                <a16:creationId xmlns:a16="http://schemas.microsoft.com/office/drawing/2014/main" id="{D96E1AF1-84C7-2076-7F4C-D212B607EF97}"/>
              </a:ext>
            </a:extLst>
          </p:cNvPr>
          <p:cNvPicPr>
            <a:picLocks noChangeAspect="1"/>
          </p:cNvPicPr>
          <p:nvPr/>
        </p:nvPicPr>
        <p:blipFill>
          <a:blip r:embed="rId2"/>
          <a:stretch>
            <a:fillRect/>
          </a:stretch>
        </p:blipFill>
        <p:spPr>
          <a:xfrm>
            <a:off x="285432" y="829945"/>
            <a:ext cx="3269615" cy="3155950"/>
          </a:xfrm>
          <a:prstGeom prst="rect">
            <a:avLst/>
          </a:prstGeom>
        </p:spPr>
      </p:pic>
    </p:spTree>
    <p:extLst>
      <p:ext uri="{BB962C8B-B14F-4D97-AF65-F5344CB8AC3E}">
        <p14:creationId xmlns:p14="http://schemas.microsoft.com/office/powerpoint/2010/main" val="398945179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D1D466-2D7F-9E23-350C-1AF354C43A00}"/>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7D7BC15B-7277-FA7E-60EA-59B785E8FB63}"/>
              </a:ext>
            </a:extLst>
          </p:cNvPr>
          <p:cNvSpPr>
            <a:spLocks noGrp="1"/>
          </p:cNvSpPr>
          <p:nvPr>
            <p:ph type="title"/>
          </p:nvPr>
        </p:nvSpPr>
        <p:spPr/>
        <p:txBody>
          <a:bodyPr/>
          <a:lstStyle/>
          <a:p>
            <a:r>
              <a:rPr lang="en-US">
                <a:latin typeface="Arial"/>
                <a:cs typeface="Arial"/>
              </a:rPr>
              <a:t>Filtered Data has higher overall score </a:t>
            </a:r>
            <a:endParaRPr lang="de-DE"/>
          </a:p>
        </p:txBody>
      </p:sp>
      <p:sp>
        <p:nvSpPr>
          <p:cNvPr id="3" name="Textplatzhalter 2">
            <a:extLst>
              <a:ext uri="{FF2B5EF4-FFF2-40B4-BE49-F238E27FC236}">
                <a16:creationId xmlns:a16="http://schemas.microsoft.com/office/drawing/2014/main" id="{B4692C31-5AD5-2EFB-9613-DD87C54F6A63}"/>
              </a:ext>
            </a:extLst>
          </p:cNvPr>
          <p:cNvSpPr>
            <a:spLocks noGrp="1"/>
          </p:cNvSpPr>
          <p:nvPr>
            <p:ph type="body" sz="quarter" idx="12"/>
          </p:nvPr>
        </p:nvSpPr>
        <p:spPr>
          <a:xfrm>
            <a:off x="287338" y="2689840"/>
            <a:ext cx="8569325" cy="3473360"/>
          </a:xfrm>
        </p:spPr>
        <p:txBody>
          <a:bodyPr lIns="0" tIns="0" rIns="0" bIns="0" anchor="t"/>
          <a:lstStyle/>
          <a:p>
            <a:pPr marL="285750" indent="-285750">
              <a:buFont typeface="Arial"/>
              <a:buChar char="•"/>
            </a:pPr>
            <a:r>
              <a:rPr lang="en-US" sz="2000">
                <a:latin typeface="Arial"/>
                <a:cs typeface="Arial"/>
              </a:rPr>
              <a:t>Each property computes its own score</a:t>
            </a:r>
          </a:p>
          <a:p>
            <a:pPr marL="285750" indent="-285750">
              <a:buFont typeface="Arial"/>
              <a:buChar char="•"/>
            </a:pPr>
            <a:r>
              <a:rPr lang="en-US" sz="2000">
                <a:latin typeface="Arial"/>
                <a:cs typeface="Arial"/>
              </a:rPr>
              <a:t>Some scores may be </a:t>
            </a:r>
            <a:r>
              <a:rPr lang="en-US" sz="2000" err="1">
                <a:latin typeface="Arial"/>
                <a:cs typeface="Arial"/>
              </a:rPr>
              <a:t>np.nan</a:t>
            </a:r>
            <a:r>
              <a:rPr lang="en-US" sz="2000">
                <a:latin typeface="Arial"/>
                <a:cs typeface="Arial"/>
              </a:rPr>
              <a:t> if the property cannot be computed</a:t>
            </a:r>
            <a:endParaRPr lang="en-US" sz="2000"/>
          </a:p>
          <a:p>
            <a:pPr marL="342900" indent="-342900">
              <a:buFont typeface="Arial"/>
              <a:buChar char="•"/>
            </a:pPr>
            <a:r>
              <a:rPr lang="en-US" sz="2000">
                <a:latin typeface="Arial"/>
                <a:cs typeface="Arial"/>
              </a:rPr>
              <a:t>After all properties are evaluated, the overall score is computed as: </a:t>
            </a:r>
            <a:r>
              <a:rPr lang="en-US" sz="2000">
                <a:solidFill>
                  <a:srgbClr val="000000"/>
                </a:solidFill>
                <a:latin typeface="Arial"/>
                <a:cs typeface="Arial"/>
              </a:rPr>
              <a:t>self._</a:t>
            </a:r>
            <a:r>
              <a:rPr lang="en-US" sz="2000" err="1">
                <a:solidFill>
                  <a:srgbClr val="000000"/>
                </a:solidFill>
                <a:latin typeface="Arial"/>
                <a:cs typeface="Arial"/>
              </a:rPr>
              <a:t>overall_score</a:t>
            </a:r>
            <a:r>
              <a:rPr lang="en-US" sz="2000">
                <a:solidFill>
                  <a:srgbClr val="000000"/>
                </a:solidFill>
                <a:latin typeface="Arial"/>
                <a:cs typeface="Arial"/>
              </a:rPr>
              <a:t> </a:t>
            </a:r>
            <a:r>
              <a:rPr lang="en-US" sz="2000">
                <a:latin typeface="Arial"/>
                <a:cs typeface="Arial"/>
              </a:rPr>
              <a:t>=</a:t>
            </a:r>
            <a:r>
              <a:rPr lang="en-US" sz="2000">
                <a:solidFill>
                  <a:srgbClr val="000000"/>
                </a:solidFill>
                <a:latin typeface="Arial"/>
                <a:cs typeface="Arial"/>
              </a:rPr>
              <a:t> </a:t>
            </a:r>
            <a:r>
              <a:rPr lang="en-US" sz="2000" err="1">
                <a:solidFill>
                  <a:srgbClr val="000000"/>
                </a:solidFill>
                <a:latin typeface="Arial"/>
                <a:cs typeface="Arial"/>
              </a:rPr>
              <a:t>np.nanmean</a:t>
            </a:r>
            <a:r>
              <a:rPr lang="en-US" sz="2000">
                <a:solidFill>
                  <a:srgbClr val="000000"/>
                </a:solidFill>
                <a:latin typeface="Arial"/>
                <a:cs typeface="Arial"/>
              </a:rPr>
              <a:t>(scores)</a:t>
            </a:r>
          </a:p>
          <a:p>
            <a:pPr marL="342900" indent="-342900">
              <a:buFont typeface="Arial"/>
              <a:buChar char="•"/>
            </a:pPr>
            <a:endParaRPr lang="en-US" sz="2000"/>
          </a:p>
          <a:p>
            <a:pPr marL="342900" indent="-342900">
              <a:buFont typeface="Arial"/>
              <a:buChar char="•"/>
            </a:pPr>
            <a:r>
              <a:rPr lang="en-US" sz="2000">
                <a:solidFill>
                  <a:srgbClr val="000000"/>
                </a:solidFill>
                <a:latin typeface="Arial"/>
                <a:ea typeface="Open Sans"/>
                <a:cs typeface="Arial"/>
              </a:rPr>
              <a:t>Column Shapes</a:t>
            </a:r>
            <a:endParaRPr lang="en-US" sz="2000">
              <a:solidFill>
                <a:srgbClr val="000000"/>
              </a:solidFill>
            </a:endParaRPr>
          </a:p>
          <a:p>
            <a:pPr marL="342900" indent="-342900">
              <a:buFont typeface="Arial"/>
              <a:buChar char="•"/>
            </a:pPr>
            <a:endParaRPr lang="en-US" sz="2000">
              <a:ea typeface="Open Sans"/>
            </a:endParaRPr>
          </a:p>
          <a:p>
            <a:pPr marL="342900" indent="-342900">
              <a:buFont typeface="Arial"/>
              <a:buChar char="•"/>
            </a:pPr>
            <a:r>
              <a:rPr lang="en-US" sz="2000">
                <a:solidFill>
                  <a:srgbClr val="000000"/>
                </a:solidFill>
                <a:latin typeface="Arial"/>
                <a:ea typeface="Open Sans"/>
                <a:cs typeface="Arial"/>
              </a:rPr>
              <a:t>Column Pair Trends</a:t>
            </a:r>
            <a:endParaRPr lang="en-US" sz="2000">
              <a:solidFill>
                <a:srgbClr val="000000"/>
              </a:solidFill>
              <a:ea typeface="Open Sans"/>
            </a:endParaRPr>
          </a:p>
          <a:p>
            <a:pPr marL="342900" indent="-342900">
              <a:buFont typeface="Arial"/>
              <a:buChar char="•"/>
            </a:pPr>
            <a:endParaRPr lang="en-US" sz="2000">
              <a:ea typeface="Open Sans"/>
            </a:endParaRPr>
          </a:p>
          <a:p>
            <a:pPr marL="342900" indent="-342900">
              <a:buFont typeface="Arial"/>
              <a:buChar char="•"/>
            </a:pPr>
            <a:r>
              <a:rPr lang="en-US" sz="2000">
                <a:latin typeface="Arial"/>
                <a:ea typeface="Open Sans"/>
                <a:cs typeface="Arial"/>
              </a:rPr>
              <a:t>*Not anonymized columns are also counted in the calculation of overall score. Example: 100% overall score with same data.</a:t>
            </a:r>
            <a:endParaRPr lang="en-US" sz="2000">
              <a:ea typeface="Open Sans"/>
            </a:endParaRPr>
          </a:p>
          <a:p>
            <a:pPr marL="285750" indent="-285750">
              <a:buFont typeface="Arial"/>
              <a:buChar char="•"/>
            </a:pPr>
            <a:endParaRPr lang="en-US" sz="2000"/>
          </a:p>
          <a:p>
            <a:pPr marL="285750" indent="-285750">
              <a:buFont typeface="Arial"/>
              <a:buChar char="•"/>
            </a:pPr>
            <a:endParaRPr lang="en-US"/>
          </a:p>
        </p:txBody>
      </p:sp>
      <p:pic>
        <p:nvPicPr>
          <p:cNvPr id="6" name="Grafik 5" descr="Ein Bild, das Text, Screenshot, Schrift, Zahl enthält.&#10;&#10;KI-generierte Inhalte können fehlerhaft sein.">
            <a:extLst>
              <a:ext uri="{FF2B5EF4-FFF2-40B4-BE49-F238E27FC236}">
                <a16:creationId xmlns:a16="http://schemas.microsoft.com/office/drawing/2014/main" id="{58FDEDD0-CFA5-E4CC-9D51-5A67B523A36A}"/>
              </a:ext>
            </a:extLst>
          </p:cNvPr>
          <p:cNvPicPr>
            <a:picLocks noChangeAspect="1"/>
          </p:cNvPicPr>
          <p:nvPr/>
        </p:nvPicPr>
        <p:blipFill>
          <a:blip r:embed="rId2"/>
          <a:stretch>
            <a:fillRect/>
          </a:stretch>
        </p:blipFill>
        <p:spPr>
          <a:xfrm>
            <a:off x="0" y="842520"/>
            <a:ext cx="9144000" cy="1738881"/>
          </a:xfrm>
          <a:prstGeom prst="rect">
            <a:avLst/>
          </a:prstGeom>
        </p:spPr>
      </p:pic>
      <p:sp>
        <p:nvSpPr>
          <p:cNvPr id="5" name="Textfeld 7">
            <a:extLst>
              <a:ext uri="{FF2B5EF4-FFF2-40B4-BE49-F238E27FC236}">
                <a16:creationId xmlns:a16="http://schemas.microsoft.com/office/drawing/2014/main" id="{61BA24C5-2974-19B2-8EF4-EEB7DDDA94BF}"/>
              </a:ext>
            </a:extLst>
          </p:cNvPr>
          <p:cNvSpPr txBox="1"/>
          <p:nvPr/>
        </p:nvSpPr>
        <p:spPr>
          <a:xfrm>
            <a:off x="448126" y="6330276"/>
            <a:ext cx="3217291" cy="461665"/>
          </a:xfrm>
          <a:prstGeom prst="rect">
            <a:avLst/>
          </a:prstGeom>
          <a:solidFill>
            <a:schemeClr val="bg1"/>
          </a:solidFill>
        </p:spPr>
        <p:txBody>
          <a:bodyPr rot="0" spcFirstLastPara="0" vert="horz" wrap="square" lIns="0" tIns="0" rIns="0" bIns="0" numCol="1" spcCol="0" rtlCol="0" fromWordArt="0" anchor="t" anchorCtr="0" forceAA="0" compatLnSpc="1">
            <a:prstTxWarp prst="textNoShape">
              <a:avLst/>
            </a:prstTxWarp>
            <a:spAutoFit/>
          </a:bodyPr>
          <a:lstStyle>
            <a:defPPr>
              <a:defRPr lang="de-DE"/>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a:lstStyle>
          <a:p>
            <a:endParaRPr lang="en-US" sz="1000">
              <a:latin typeface="Arial"/>
              <a:cs typeface="Arial"/>
            </a:endParaRPr>
          </a:p>
          <a:p>
            <a:endParaRPr lang="en-US" sz="1000">
              <a:latin typeface="Arial"/>
              <a:cs typeface="Arial"/>
            </a:endParaRPr>
          </a:p>
          <a:p>
            <a:r>
              <a:rPr lang="en-US" sz="1000">
                <a:latin typeface="Arial"/>
                <a:cs typeface="Arial"/>
              </a:rPr>
              <a:t>| Haochen Zhang | 11.05.2026</a:t>
            </a:r>
            <a:endParaRPr lang="en-US" sz="1000">
              <a:cs typeface="Arial"/>
            </a:endParaRPr>
          </a:p>
        </p:txBody>
      </p:sp>
    </p:spTree>
    <p:extLst>
      <p:ext uri="{BB962C8B-B14F-4D97-AF65-F5344CB8AC3E}">
        <p14:creationId xmlns:p14="http://schemas.microsoft.com/office/powerpoint/2010/main" val="269777393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3E499232-E5D7-52D7-DF20-12056E33D9EF}"/>
              </a:ext>
            </a:extLst>
          </p:cNvPr>
          <p:cNvSpPr>
            <a:spLocks noGrp="1"/>
          </p:cNvSpPr>
          <p:nvPr>
            <p:ph type="title"/>
          </p:nvPr>
        </p:nvSpPr>
        <p:spPr/>
        <p:txBody>
          <a:bodyPr/>
          <a:lstStyle/>
          <a:p>
            <a:r>
              <a:rPr lang="de-DE">
                <a:latin typeface="Arial"/>
                <a:cs typeface="Arial"/>
              </a:rPr>
              <a:t>Overall Score</a:t>
            </a:r>
            <a:endParaRPr lang="de-DE"/>
          </a:p>
        </p:txBody>
      </p:sp>
      <p:sp>
        <p:nvSpPr>
          <p:cNvPr id="3" name="Textplatzhalter 2">
            <a:extLst>
              <a:ext uri="{FF2B5EF4-FFF2-40B4-BE49-F238E27FC236}">
                <a16:creationId xmlns:a16="http://schemas.microsoft.com/office/drawing/2014/main" id="{FC3122BB-21BE-0AC3-7148-DE67F499C1F6}"/>
              </a:ext>
            </a:extLst>
          </p:cNvPr>
          <p:cNvSpPr>
            <a:spLocks noGrp="1"/>
          </p:cNvSpPr>
          <p:nvPr>
            <p:ph type="body" sz="quarter" idx="12"/>
          </p:nvPr>
        </p:nvSpPr>
        <p:spPr/>
        <p:txBody>
          <a:bodyPr lIns="0" tIns="0" rIns="0" bIns="0" anchor="t"/>
          <a:lstStyle/>
          <a:p>
            <a:pPr marL="285750" indent="-285750">
              <a:buFont typeface="Arial"/>
              <a:buChar char="•"/>
            </a:pPr>
            <a:r>
              <a:rPr lang="en-US">
                <a:solidFill>
                  <a:srgbClr val="000000"/>
                </a:solidFill>
                <a:latin typeface="Arial"/>
                <a:ea typeface="Open Sans"/>
                <a:cs typeface="Arial"/>
              </a:rPr>
              <a:t>Column Shapes</a:t>
            </a:r>
            <a:endParaRPr lang="en-US">
              <a:solidFill>
                <a:srgbClr val="000000"/>
              </a:solidFill>
              <a:ea typeface="Open Sans"/>
            </a:endParaRPr>
          </a:p>
          <a:p>
            <a:pPr marL="717550" lvl="1">
              <a:buFont typeface="Courier New"/>
              <a:buChar char="o"/>
            </a:pPr>
            <a:r>
              <a:rPr lang="en-US">
                <a:solidFill>
                  <a:srgbClr val="000000"/>
                </a:solidFill>
                <a:latin typeface="Arial"/>
                <a:ea typeface="Open Sans"/>
                <a:cs typeface="Arial"/>
              </a:rPr>
              <a:t>The statistical similarity between the real and synthetic data for single columns of data. This is often called the marginal distribution of each column.</a:t>
            </a:r>
            <a:endParaRPr lang="en-US">
              <a:solidFill>
                <a:srgbClr val="000000"/>
              </a:solidFill>
              <a:ea typeface="Open Sans"/>
            </a:endParaRPr>
          </a:p>
          <a:p>
            <a:pPr marL="717550" lvl="1">
              <a:buFont typeface="Courier New"/>
              <a:buChar char="o"/>
            </a:pPr>
            <a:r>
              <a:rPr lang="en-US">
                <a:latin typeface="Arial"/>
                <a:ea typeface="Open Sans"/>
                <a:cs typeface="Arial"/>
              </a:rPr>
              <a:t>For each column:</a:t>
            </a:r>
            <a:endParaRPr lang="en-US">
              <a:ea typeface="Open Sans"/>
            </a:endParaRPr>
          </a:p>
          <a:p>
            <a:pPr marL="933450" lvl="2">
              <a:buFont typeface="Wingdings"/>
              <a:buChar char="§"/>
            </a:pPr>
            <a:r>
              <a:rPr lang="en-US">
                <a:latin typeface="Arial"/>
                <a:ea typeface="Open Sans"/>
                <a:cs typeface="Arial"/>
              </a:rPr>
              <a:t>Compare real and synthetic distribution</a:t>
            </a:r>
          </a:p>
          <a:p>
            <a:pPr marL="933450" lvl="2">
              <a:buFont typeface="Wingdings"/>
              <a:buChar char="§"/>
            </a:pPr>
            <a:r>
              <a:rPr lang="en-US">
                <a:latin typeface="Arial"/>
                <a:ea typeface="Open Sans"/>
                <a:cs typeface="Arial"/>
              </a:rPr>
              <a:t>Compute similarity score</a:t>
            </a:r>
            <a:endParaRPr lang="en-US">
              <a:ea typeface="Open Sans"/>
            </a:endParaRPr>
          </a:p>
          <a:p>
            <a:pPr marL="933450" lvl="2">
              <a:buFont typeface="Wingdings"/>
              <a:buChar char="§"/>
            </a:pPr>
            <a:r>
              <a:rPr lang="en-US">
                <a:solidFill>
                  <a:srgbClr val="000000"/>
                </a:solidFill>
                <a:latin typeface="Arial"/>
                <a:ea typeface="Open Sans"/>
                <a:cs typeface="Arial"/>
              </a:rPr>
              <a:t>Average(all column scores)</a:t>
            </a:r>
            <a:endParaRPr lang="en-US">
              <a:solidFill>
                <a:srgbClr val="000000"/>
              </a:solidFill>
              <a:ea typeface="Open Sans"/>
            </a:endParaRPr>
          </a:p>
          <a:p>
            <a:pPr marL="285750" indent="-285750">
              <a:buFont typeface="Arial"/>
              <a:buChar char="•"/>
            </a:pPr>
            <a:endParaRPr lang="en-US">
              <a:solidFill>
                <a:srgbClr val="000000"/>
              </a:solidFill>
              <a:ea typeface="Open Sans"/>
            </a:endParaRPr>
          </a:p>
          <a:p>
            <a:pPr marL="285750" indent="-285750">
              <a:buFont typeface="Arial"/>
              <a:buChar char="•"/>
            </a:pPr>
            <a:endParaRPr lang="en-US">
              <a:solidFill>
                <a:srgbClr val="000000"/>
              </a:solidFill>
              <a:ea typeface="Open Sans"/>
            </a:endParaRPr>
          </a:p>
          <a:p>
            <a:pPr marL="285750" indent="-285750">
              <a:buFont typeface="Arial"/>
              <a:buChar char="•"/>
            </a:pPr>
            <a:endParaRPr lang="en-US">
              <a:solidFill>
                <a:srgbClr val="000000"/>
              </a:solidFill>
              <a:ea typeface="Open Sans"/>
            </a:endParaRPr>
          </a:p>
          <a:p>
            <a:pPr marL="285750" indent="-285750">
              <a:buFont typeface="Arial"/>
              <a:buChar char="•"/>
            </a:pPr>
            <a:r>
              <a:rPr lang="en-US">
                <a:solidFill>
                  <a:srgbClr val="000000"/>
                </a:solidFill>
                <a:latin typeface="Arial"/>
                <a:ea typeface="Open Sans"/>
                <a:cs typeface="Arial"/>
              </a:rPr>
              <a:t>Column Pair Trends</a:t>
            </a:r>
          </a:p>
          <a:p>
            <a:pPr marL="717550" lvl="1" indent="-285750">
              <a:buFont typeface="Courier New"/>
              <a:buChar char="o"/>
            </a:pPr>
            <a:r>
              <a:rPr lang="en-US">
                <a:solidFill>
                  <a:srgbClr val="000000"/>
                </a:solidFill>
                <a:latin typeface="Arial"/>
                <a:ea typeface="Open Sans"/>
                <a:cs typeface="Arial"/>
              </a:rPr>
              <a:t>The statistical similarity between the real and synthetic data for pairs of columns. This is often called the correlation or bivariate distributions of the columns.</a:t>
            </a:r>
          </a:p>
          <a:p>
            <a:pPr marL="717550" lvl="1" indent="-285750">
              <a:buFont typeface="Courier New"/>
              <a:buChar char="o"/>
            </a:pPr>
            <a:r>
              <a:rPr lang="en-US">
                <a:solidFill>
                  <a:srgbClr val="000000"/>
                </a:solidFill>
                <a:ea typeface="Open Sans"/>
              </a:rPr>
              <a:t>For each column pair:</a:t>
            </a:r>
          </a:p>
          <a:p>
            <a:pPr marL="933450" lvl="2" indent="-285750">
              <a:buFont typeface="Wingdings"/>
              <a:buChar char="§"/>
            </a:pPr>
            <a:r>
              <a:rPr lang="en-US">
                <a:solidFill>
                  <a:srgbClr val="000000"/>
                </a:solidFill>
                <a:latin typeface="Arial"/>
                <a:ea typeface="Open Sans"/>
                <a:cs typeface="Arial"/>
              </a:rPr>
              <a:t>Compare relationship in real vs synthetic data</a:t>
            </a:r>
          </a:p>
          <a:p>
            <a:pPr marL="933450" lvl="2" indent="-285750">
              <a:buFont typeface="Wingdings"/>
              <a:buChar char="§"/>
            </a:pPr>
            <a:r>
              <a:rPr lang="en-US">
                <a:solidFill>
                  <a:srgbClr val="000000"/>
                </a:solidFill>
                <a:latin typeface="Arial"/>
                <a:ea typeface="Open Sans"/>
                <a:cs typeface="Arial"/>
              </a:rPr>
              <a:t>Compute similarity score</a:t>
            </a:r>
            <a:endParaRPr lang="en-US"/>
          </a:p>
          <a:p>
            <a:pPr marL="933450" lvl="2" indent="-285750">
              <a:buFont typeface="Wingdings"/>
              <a:buChar char="§"/>
            </a:pPr>
            <a:r>
              <a:rPr lang="en-US">
                <a:solidFill>
                  <a:srgbClr val="000000"/>
                </a:solidFill>
                <a:latin typeface="Arial"/>
                <a:ea typeface="Open Sans"/>
                <a:cs typeface="Arial"/>
              </a:rPr>
              <a:t>Average(all pair scores)</a:t>
            </a:r>
          </a:p>
          <a:p>
            <a:pPr marL="933450" lvl="2" indent="-285750">
              <a:buFont typeface="Wingdings"/>
              <a:buChar char="§"/>
            </a:pPr>
            <a:endParaRPr lang="en-US">
              <a:solidFill>
                <a:srgbClr val="000000"/>
              </a:solidFill>
              <a:ea typeface="Open Sans"/>
            </a:endParaRPr>
          </a:p>
        </p:txBody>
      </p:sp>
    </p:spTree>
    <p:extLst>
      <p:ext uri="{BB962C8B-B14F-4D97-AF65-F5344CB8AC3E}">
        <p14:creationId xmlns:p14="http://schemas.microsoft.com/office/powerpoint/2010/main" val="180251208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571CD320-1E94-257F-F687-A72CD3054402}"/>
              </a:ext>
            </a:extLst>
          </p:cNvPr>
          <p:cNvSpPr>
            <a:spLocks noGrp="1"/>
          </p:cNvSpPr>
          <p:nvPr>
            <p:ph type="title"/>
          </p:nvPr>
        </p:nvSpPr>
        <p:spPr/>
        <p:txBody>
          <a:bodyPr/>
          <a:lstStyle/>
          <a:p>
            <a:r>
              <a:rPr lang="en-US">
                <a:latin typeface="Arial"/>
                <a:cs typeface="Arial"/>
              </a:rPr>
              <a:t>Overall score calculation</a:t>
            </a:r>
            <a:endParaRPr lang="en-US"/>
          </a:p>
        </p:txBody>
      </p:sp>
      <p:pic>
        <p:nvPicPr>
          <p:cNvPr id="4" name="Grafik 3" descr="Ein Bild, das Text, Screenshot, Display, Software enthält.&#10;&#10;KI-generierte Inhalte können fehlerhaft sein.">
            <a:extLst>
              <a:ext uri="{FF2B5EF4-FFF2-40B4-BE49-F238E27FC236}">
                <a16:creationId xmlns:a16="http://schemas.microsoft.com/office/drawing/2014/main" id="{B25335FF-0343-5743-3ED7-9B6EF5878E0E}"/>
              </a:ext>
            </a:extLst>
          </p:cNvPr>
          <p:cNvPicPr>
            <a:picLocks noChangeAspect="1"/>
          </p:cNvPicPr>
          <p:nvPr/>
        </p:nvPicPr>
        <p:blipFill>
          <a:blip r:embed="rId2"/>
          <a:stretch>
            <a:fillRect/>
          </a:stretch>
        </p:blipFill>
        <p:spPr>
          <a:xfrm>
            <a:off x="0" y="1721386"/>
            <a:ext cx="9144000" cy="3415229"/>
          </a:xfrm>
          <a:prstGeom prst="rect">
            <a:avLst/>
          </a:prstGeom>
        </p:spPr>
      </p:pic>
    </p:spTree>
    <p:extLst>
      <p:ext uri="{BB962C8B-B14F-4D97-AF65-F5344CB8AC3E}">
        <p14:creationId xmlns:p14="http://schemas.microsoft.com/office/powerpoint/2010/main" val="1309623793"/>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10550567-B1E2-D533-6655-D9F9E75561AD}"/>
              </a:ext>
            </a:extLst>
          </p:cNvPr>
          <p:cNvSpPr>
            <a:spLocks noGrp="1"/>
          </p:cNvSpPr>
          <p:nvPr>
            <p:ph type="title"/>
          </p:nvPr>
        </p:nvSpPr>
        <p:spPr/>
        <p:txBody>
          <a:bodyPr/>
          <a:lstStyle/>
          <a:p>
            <a:r>
              <a:rPr lang="en-US">
                <a:latin typeface="Arial"/>
                <a:cs typeface="Arial"/>
              </a:rPr>
              <a:t>Related columns LLM</a:t>
            </a:r>
            <a:endParaRPr lang="en-US"/>
          </a:p>
        </p:txBody>
      </p:sp>
      <p:sp>
        <p:nvSpPr>
          <p:cNvPr id="3" name="Textplatzhalter 2">
            <a:extLst>
              <a:ext uri="{FF2B5EF4-FFF2-40B4-BE49-F238E27FC236}">
                <a16:creationId xmlns:a16="http://schemas.microsoft.com/office/drawing/2014/main" id="{00125892-BB7E-7524-D59E-D2C30EC66CC4}"/>
              </a:ext>
            </a:extLst>
          </p:cNvPr>
          <p:cNvSpPr>
            <a:spLocks noGrp="1"/>
          </p:cNvSpPr>
          <p:nvPr>
            <p:ph type="body" sz="quarter" idx="12"/>
          </p:nvPr>
        </p:nvSpPr>
        <p:spPr/>
        <p:txBody>
          <a:bodyPr lIns="0" tIns="0" rIns="0" bIns="0" anchor="t"/>
          <a:lstStyle/>
          <a:p>
            <a:pPr marL="285750" indent="-285750">
              <a:buFont typeface="Arial"/>
              <a:buChar char="•"/>
            </a:pPr>
            <a:r>
              <a:rPr lang="en-US">
                <a:latin typeface="Arial"/>
                <a:cs typeface="Arial"/>
              </a:rPr>
              <a:t>Related columns LLM</a:t>
            </a:r>
            <a:endParaRPr lang="en-US"/>
          </a:p>
          <a:p>
            <a:pPr marL="717550" lvl="1">
              <a:buFont typeface="Courier New"/>
              <a:buChar char="o"/>
            </a:pPr>
            <a:r>
              <a:rPr lang="en-US">
                <a:latin typeface="Arial"/>
                <a:cs typeface="Arial"/>
              </a:rPr>
              <a:t>SMX </a:t>
            </a:r>
          </a:p>
          <a:p>
            <a:pPr marL="933450" lvl="2">
              <a:buFont typeface="Wingdings"/>
              <a:buChar char="§"/>
            </a:pPr>
            <a:r>
              <a:rPr lang="en-US">
                <a:latin typeface="Arial"/>
                <a:cs typeface="Arial"/>
              </a:rPr>
              <a:t>City, country and GPS</a:t>
            </a:r>
          </a:p>
          <a:p>
            <a:pPr marL="933450" lvl="2">
              <a:buFont typeface="Wingdings"/>
              <a:buChar char="§"/>
            </a:pPr>
            <a:r>
              <a:rPr lang="en-US">
                <a:latin typeface="Arial"/>
                <a:cs typeface="Arial"/>
              </a:rPr>
              <a:t>Actor type and RBAC</a:t>
            </a:r>
          </a:p>
          <a:p>
            <a:pPr marL="933450" lvl="2">
              <a:buFont typeface="Wingdings"/>
              <a:buChar char="§"/>
            </a:pPr>
            <a:r>
              <a:rPr lang="en-US">
                <a:latin typeface="Arial"/>
                <a:cs typeface="Arial"/>
              </a:rPr>
              <a:t>Project and service</a:t>
            </a:r>
          </a:p>
          <a:p>
            <a:pPr marL="933450" lvl="2">
              <a:buFont typeface="Wingdings"/>
              <a:buChar char="§"/>
            </a:pPr>
            <a:r>
              <a:rPr lang="en-US">
                <a:latin typeface="Arial"/>
                <a:cs typeface="Arial"/>
              </a:rPr>
              <a:t>Username and </a:t>
            </a:r>
            <a:r>
              <a:rPr lang="en-US" err="1">
                <a:latin typeface="Arial"/>
                <a:cs typeface="Arial"/>
              </a:rPr>
              <a:t>SMXtimestamp</a:t>
            </a:r>
            <a:r>
              <a:rPr lang="en-US">
                <a:latin typeface="Arial"/>
                <a:cs typeface="Arial"/>
              </a:rPr>
              <a:t> </a:t>
            </a:r>
          </a:p>
          <a:p>
            <a:pPr marL="717550" lvl="1">
              <a:buFont typeface="Courier New"/>
              <a:buChar char="o"/>
            </a:pPr>
            <a:endParaRPr lang="en-US">
              <a:latin typeface="Arial"/>
              <a:cs typeface="Arial"/>
            </a:endParaRPr>
          </a:p>
          <a:p>
            <a:pPr marL="717550" lvl="1">
              <a:buFont typeface="Courier New"/>
              <a:buChar char="o"/>
            </a:pPr>
            <a:endParaRPr lang="en-US">
              <a:latin typeface="Arial"/>
              <a:cs typeface="Arial"/>
            </a:endParaRPr>
          </a:p>
          <a:p>
            <a:pPr marL="717550" lvl="1">
              <a:buFont typeface="Courier New"/>
              <a:buChar char="o"/>
            </a:pPr>
            <a:r>
              <a:rPr lang="en-US" err="1">
                <a:latin typeface="Arial"/>
                <a:cs typeface="Arial"/>
              </a:rPr>
              <a:t>Sampledata</a:t>
            </a:r>
          </a:p>
          <a:p>
            <a:pPr marL="933450" lvl="2">
              <a:buFont typeface="Wingdings,Sans-Serif"/>
              <a:buChar char="§"/>
            </a:pPr>
            <a:r>
              <a:rPr lang="en-US">
                <a:latin typeface="Arial"/>
                <a:cs typeface="Arial"/>
              </a:rPr>
              <a:t>Date and Timestamp</a:t>
            </a:r>
          </a:p>
          <a:p>
            <a:pPr marL="933450" lvl="2">
              <a:buFont typeface="Wingdings,Sans-Serif"/>
              <a:buChar char="§"/>
            </a:pPr>
            <a:r>
              <a:rPr lang="en-US">
                <a:latin typeface="Arial"/>
                <a:cs typeface="Arial"/>
              </a:rPr>
              <a:t>Measure, unit of measure, interval, value</a:t>
            </a:r>
            <a:endParaRPr lang="en-US"/>
          </a:p>
          <a:p>
            <a:pPr marL="717550" lvl="1">
              <a:buFont typeface="Courier New"/>
              <a:buChar char="o"/>
            </a:pPr>
            <a:endParaRPr lang="en-US">
              <a:latin typeface="Arial"/>
              <a:cs typeface="Arial"/>
            </a:endParaRPr>
          </a:p>
          <a:p>
            <a:pPr marL="717550" lvl="1">
              <a:buFont typeface="Courier New"/>
              <a:buChar char="o"/>
            </a:pPr>
            <a:endParaRPr lang="en-US">
              <a:latin typeface="Arial"/>
              <a:cs typeface="Arial"/>
            </a:endParaRPr>
          </a:p>
          <a:p>
            <a:pPr marL="717550" lvl="1">
              <a:buFont typeface="Courier New"/>
              <a:buChar char="o"/>
            </a:pPr>
            <a:r>
              <a:rPr lang="en-US">
                <a:latin typeface="Arial"/>
                <a:cs typeface="Arial"/>
              </a:rPr>
              <a:t>Weather data</a:t>
            </a:r>
          </a:p>
          <a:p>
            <a:pPr marL="933450" lvl="2">
              <a:buFont typeface="Wingdings"/>
              <a:buChar char="§"/>
            </a:pPr>
            <a:r>
              <a:rPr lang="en-US" err="1">
                <a:latin typeface="Arial"/>
                <a:cs typeface="Arial"/>
              </a:rPr>
              <a:t>timestamp_UTC</a:t>
            </a:r>
            <a:r>
              <a:rPr lang="en-US">
                <a:latin typeface="Arial"/>
                <a:cs typeface="Arial"/>
              </a:rPr>
              <a:t> and </a:t>
            </a:r>
            <a:r>
              <a:rPr lang="en-US" err="1">
                <a:latin typeface="Arial"/>
                <a:cs typeface="Arial"/>
              </a:rPr>
              <a:t>timestamp_CET_CEST</a:t>
            </a:r>
            <a:endParaRPr lang="en-US" err="1"/>
          </a:p>
          <a:p>
            <a:pPr marL="933450" lvl="2">
              <a:buFont typeface="Wingdings"/>
              <a:buChar char="§"/>
            </a:pPr>
            <a:r>
              <a:rPr lang="en-US" err="1">
                <a:latin typeface="Arial"/>
                <a:cs typeface="Arial"/>
              </a:rPr>
              <a:t>direct_radiation_W</a:t>
            </a:r>
            <a:r>
              <a:rPr lang="en-US">
                <a:latin typeface="Arial"/>
                <a:cs typeface="Arial"/>
              </a:rPr>
              <a:t>/m2 and </a:t>
            </a:r>
            <a:r>
              <a:rPr lang="en-US" err="1">
                <a:latin typeface="Arial"/>
                <a:cs typeface="Arial"/>
              </a:rPr>
              <a:t>diffuse_radiation_W</a:t>
            </a:r>
            <a:r>
              <a:rPr lang="en-US">
                <a:latin typeface="Arial"/>
                <a:cs typeface="Arial"/>
              </a:rPr>
              <a:t>/m2</a:t>
            </a:r>
          </a:p>
          <a:p>
            <a:pPr marL="933450" lvl="2">
              <a:buFont typeface="Wingdings"/>
              <a:buChar char="§"/>
            </a:pPr>
            <a:r>
              <a:rPr lang="en-US" err="1">
                <a:latin typeface="Arial"/>
                <a:cs typeface="Arial"/>
              </a:rPr>
              <a:t>max_wind_gust_m</a:t>
            </a:r>
            <a:r>
              <a:rPr lang="en-US">
                <a:latin typeface="Arial"/>
                <a:cs typeface="Arial"/>
              </a:rPr>
              <a:t>/s, </a:t>
            </a:r>
            <a:r>
              <a:rPr lang="en-US" err="1">
                <a:latin typeface="Arial"/>
                <a:cs typeface="Arial"/>
              </a:rPr>
              <a:t>meridional_wind_m</a:t>
            </a:r>
            <a:r>
              <a:rPr lang="en-US">
                <a:latin typeface="Arial"/>
                <a:cs typeface="Arial"/>
              </a:rPr>
              <a:t>/s and </a:t>
            </a:r>
            <a:r>
              <a:rPr lang="en-US" err="1">
                <a:latin typeface="Arial"/>
                <a:cs typeface="Arial"/>
              </a:rPr>
              <a:t>zonal_wind_m</a:t>
            </a:r>
            <a:r>
              <a:rPr lang="en-US">
                <a:latin typeface="Arial"/>
                <a:cs typeface="Arial"/>
              </a:rPr>
              <a:t>/s</a:t>
            </a:r>
            <a:endParaRPr lang="en-US"/>
          </a:p>
        </p:txBody>
      </p:sp>
      <p:sp>
        <p:nvSpPr>
          <p:cNvPr id="5" name="Textfeld 7">
            <a:extLst>
              <a:ext uri="{FF2B5EF4-FFF2-40B4-BE49-F238E27FC236}">
                <a16:creationId xmlns:a16="http://schemas.microsoft.com/office/drawing/2014/main" id="{A1E7BCF7-25FC-B533-FEFA-F6262D08E956}"/>
              </a:ext>
            </a:extLst>
          </p:cNvPr>
          <p:cNvSpPr txBox="1"/>
          <p:nvPr/>
        </p:nvSpPr>
        <p:spPr>
          <a:xfrm>
            <a:off x="448126" y="6330276"/>
            <a:ext cx="3217291" cy="461665"/>
          </a:xfrm>
          <a:prstGeom prst="rect">
            <a:avLst/>
          </a:prstGeom>
          <a:solidFill>
            <a:schemeClr val="bg1"/>
          </a:solidFill>
        </p:spPr>
        <p:txBody>
          <a:bodyPr rot="0" spcFirstLastPara="0" vert="horz" wrap="square" lIns="0" tIns="0" rIns="0" bIns="0" numCol="1" spcCol="0" rtlCol="0" fromWordArt="0" anchor="t" anchorCtr="0" forceAA="0" compatLnSpc="1">
            <a:prstTxWarp prst="textNoShape">
              <a:avLst/>
            </a:prstTxWarp>
            <a:spAutoFit/>
          </a:bodyPr>
          <a:lstStyle>
            <a:defPPr>
              <a:defRPr lang="de-DE"/>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a:lstStyle>
          <a:p>
            <a:endParaRPr lang="en-US" sz="1000">
              <a:latin typeface="Arial"/>
              <a:cs typeface="Arial"/>
            </a:endParaRPr>
          </a:p>
          <a:p>
            <a:endParaRPr lang="en-US" sz="1000">
              <a:latin typeface="Arial"/>
              <a:cs typeface="Arial"/>
            </a:endParaRPr>
          </a:p>
          <a:p>
            <a:r>
              <a:rPr lang="en-US" sz="1000">
                <a:latin typeface="Arial"/>
                <a:cs typeface="Arial"/>
              </a:rPr>
              <a:t>| Haochen Zhang | 11.05.2026</a:t>
            </a:r>
            <a:endParaRPr lang="en-US" sz="1000">
              <a:cs typeface="Arial"/>
            </a:endParaRPr>
          </a:p>
        </p:txBody>
      </p:sp>
    </p:spTree>
    <p:extLst>
      <p:ext uri="{BB962C8B-B14F-4D97-AF65-F5344CB8AC3E}">
        <p14:creationId xmlns:p14="http://schemas.microsoft.com/office/powerpoint/2010/main" val="18758672"/>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E328A3B6-AF46-D79A-1BEB-01E40DF9E843}"/>
              </a:ext>
            </a:extLst>
          </p:cNvPr>
          <p:cNvSpPr>
            <a:spLocks noGrp="1"/>
          </p:cNvSpPr>
          <p:nvPr>
            <p:ph type="title"/>
          </p:nvPr>
        </p:nvSpPr>
        <p:spPr/>
        <p:txBody>
          <a:bodyPr/>
          <a:lstStyle/>
          <a:p>
            <a:r>
              <a:rPr lang="en-US">
                <a:latin typeface="Arial"/>
                <a:cs typeface="Arial"/>
              </a:rPr>
              <a:t>LLM anonymize column</a:t>
            </a:r>
            <a:endParaRPr lang="en-US"/>
          </a:p>
        </p:txBody>
      </p:sp>
      <p:sp>
        <p:nvSpPr>
          <p:cNvPr id="3" name="Textplatzhalter 2">
            <a:extLst>
              <a:ext uri="{FF2B5EF4-FFF2-40B4-BE49-F238E27FC236}">
                <a16:creationId xmlns:a16="http://schemas.microsoft.com/office/drawing/2014/main" id="{5E51938E-67AB-F4AB-F586-113D2BF61B07}"/>
              </a:ext>
            </a:extLst>
          </p:cNvPr>
          <p:cNvSpPr>
            <a:spLocks noGrp="1"/>
          </p:cNvSpPr>
          <p:nvPr>
            <p:ph type="body" sz="quarter" idx="12"/>
          </p:nvPr>
        </p:nvSpPr>
        <p:spPr/>
        <p:txBody>
          <a:bodyPr lIns="0" tIns="0" rIns="0" bIns="0" anchor="t"/>
          <a:lstStyle/>
          <a:p>
            <a:r>
              <a:rPr lang="en-US">
                <a:latin typeface="Arial"/>
                <a:cs typeface="Arial"/>
              </a:rPr>
              <a:t>| Original value           | Anonymized ID | Notes |</a:t>
            </a:r>
            <a:endParaRPr lang="en-US"/>
          </a:p>
          <a:p>
            <a:r>
              <a:rPr lang="en-US">
                <a:latin typeface="Arial"/>
                <a:cs typeface="Arial"/>
              </a:rPr>
              <a:t>| Atlantis waterpark       | **Site_001**  | Unique identifier for the waterpark site. |</a:t>
            </a:r>
            <a:endParaRPr lang="en-US"/>
          </a:p>
          <a:p>
            <a:r>
              <a:rPr lang="en-US">
                <a:latin typeface="Arial"/>
                <a:cs typeface="Arial"/>
              </a:rPr>
              <a:t>| Logistic </a:t>
            </a:r>
            <a:r>
              <a:rPr lang="en-US" err="1">
                <a:latin typeface="Arial"/>
                <a:cs typeface="Arial"/>
              </a:rPr>
              <a:t>centre</a:t>
            </a:r>
            <a:r>
              <a:rPr lang="en-US">
                <a:latin typeface="Arial"/>
                <a:cs typeface="Arial"/>
              </a:rPr>
              <a:t>         | **Site_002**  | Unique identifier for the logistic centre. |</a:t>
            </a:r>
            <a:endParaRPr lang="en-US"/>
          </a:p>
        </p:txBody>
      </p:sp>
      <p:sp>
        <p:nvSpPr>
          <p:cNvPr id="5" name="Textfeld 7">
            <a:extLst>
              <a:ext uri="{FF2B5EF4-FFF2-40B4-BE49-F238E27FC236}">
                <a16:creationId xmlns:a16="http://schemas.microsoft.com/office/drawing/2014/main" id="{1F973C89-3FAE-6F7C-CE38-17B683B9CC1F}"/>
              </a:ext>
            </a:extLst>
          </p:cNvPr>
          <p:cNvSpPr txBox="1"/>
          <p:nvPr/>
        </p:nvSpPr>
        <p:spPr>
          <a:xfrm>
            <a:off x="448126" y="6330276"/>
            <a:ext cx="3217291" cy="461665"/>
          </a:xfrm>
          <a:prstGeom prst="rect">
            <a:avLst/>
          </a:prstGeom>
          <a:solidFill>
            <a:schemeClr val="bg1"/>
          </a:solidFill>
        </p:spPr>
        <p:txBody>
          <a:bodyPr rot="0" spcFirstLastPara="0" vert="horz" wrap="square" lIns="0" tIns="0" rIns="0" bIns="0" numCol="1" spcCol="0" rtlCol="0" fromWordArt="0" anchor="t" anchorCtr="0" forceAA="0" compatLnSpc="1">
            <a:prstTxWarp prst="textNoShape">
              <a:avLst/>
            </a:prstTxWarp>
            <a:spAutoFit/>
          </a:bodyPr>
          <a:lstStyle>
            <a:defPPr>
              <a:defRPr lang="de-DE"/>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a:lstStyle>
          <a:p>
            <a:endParaRPr lang="en-US" sz="1000">
              <a:latin typeface="Arial"/>
              <a:cs typeface="Arial"/>
            </a:endParaRPr>
          </a:p>
          <a:p>
            <a:endParaRPr lang="en-US" sz="1000">
              <a:latin typeface="Arial"/>
              <a:cs typeface="Arial"/>
            </a:endParaRPr>
          </a:p>
          <a:p>
            <a:r>
              <a:rPr lang="en-US" sz="1000">
                <a:latin typeface="Arial"/>
                <a:cs typeface="Arial"/>
              </a:rPr>
              <a:t>| Haochen Zhang | 11.05.2026</a:t>
            </a:r>
            <a:endParaRPr lang="en-US" sz="1000">
              <a:cs typeface="Arial"/>
            </a:endParaRPr>
          </a:p>
        </p:txBody>
      </p:sp>
    </p:spTree>
    <p:extLst>
      <p:ext uri="{BB962C8B-B14F-4D97-AF65-F5344CB8AC3E}">
        <p14:creationId xmlns:p14="http://schemas.microsoft.com/office/powerpoint/2010/main" val="1662754517"/>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D549D053-4560-0F83-6C28-34CE66BF5A29}"/>
              </a:ext>
            </a:extLst>
          </p:cNvPr>
          <p:cNvSpPr>
            <a:spLocks noGrp="1"/>
          </p:cNvSpPr>
          <p:nvPr>
            <p:ph type="title"/>
          </p:nvPr>
        </p:nvSpPr>
        <p:spPr/>
        <p:txBody>
          <a:bodyPr/>
          <a:lstStyle/>
          <a:p>
            <a:r>
              <a:rPr lang="en-US">
                <a:latin typeface="Arial"/>
                <a:cs typeface="Arial"/>
              </a:rPr>
              <a:t>Confidence score different for same column</a:t>
            </a:r>
            <a:endParaRPr lang="en-US"/>
          </a:p>
        </p:txBody>
      </p:sp>
      <p:pic>
        <p:nvPicPr>
          <p:cNvPr id="4" name="Grafik 3" descr="Ein Bild, das Text, Screenshot, Zahl, Schrift enthält.&#10;&#10;KI-generierte Inhalte können fehlerhaft sein.">
            <a:extLst>
              <a:ext uri="{FF2B5EF4-FFF2-40B4-BE49-F238E27FC236}">
                <a16:creationId xmlns:a16="http://schemas.microsoft.com/office/drawing/2014/main" id="{E6400539-2A57-878B-5D39-B46845CFBCB5}"/>
              </a:ext>
            </a:extLst>
          </p:cNvPr>
          <p:cNvPicPr>
            <a:picLocks noChangeAspect="1"/>
          </p:cNvPicPr>
          <p:nvPr/>
        </p:nvPicPr>
        <p:blipFill>
          <a:blip r:embed="rId2"/>
          <a:stretch>
            <a:fillRect/>
          </a:stretch>
        </p:blipFill>
        <p:spPr>
          <a:xfrm>
            <a:off x="284480" y="889000"/>
            <a:ext cx="8656320" cy="3484880"/>
          </a:xfrm>
          <a:prstGeom prst="rect">
            <a:avLst/>
          </a:prstGeom>
        </p:spPr>
      </p:pic>
      <p:sp>
        <p:nvSpPr>
          <p:cNvPr id="5" name="Textfeld 7">
            <a:extLst>
              <a:ext uri="{FF2B5EF4-FFF2-40B4-BE49-F238E27FC236}">
                <a16:creationId xmlns:a16="http://schemas.microsoft.com/office/drawing/2014/main" id="{B20B9E5B-3633-730F-EECC-2DA446385290}"/>
              </a:ext>
            </a:extLst>
          </p:cNvPr>
          <p:cNvSpPr txBox="1"/>
          <p:nvPr/>
        </p:nvSpPr>
        <p:spPr>
          <a:xfrm>
            <a:off x="448126" y="6330276"/>
            <a:ext cx="3217291" cy="461665"/>
          </a:xfrm>
          <a:prstGeom prst="rect">
            <a:avLst/>
          </a:prstGeom>
          <a:solidFill>
            <a:schemeClr val="bg1"/>
          </a:solidFill>
        </p:spPr>
        <p:txBody>
          <a:bodyPr rot="0" spcFirstLastPara="0" vert="horz" wrap="square" lIns="0" tIns="0" rIns="0" bIns="0" numCol="1" spcCol="0" rtlCol="0" fromWordArt="0" anchor="t" anchorCtr="0" forceAA="0" compatLnSpc="1">
            <a:prstTxWarp prst="textNoShape">
              <a:avLst/>
            </a:prstTxWarp>
            <a:spAutoFit/>
          </a:bodyPr>
          <a:lstStyle>
            <a:defPPr>
              <a:defRPr lang="de-DE"/>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a:lstStyle>
          <a:p>
            <a:endParaRPr lang="en-US" sz="1000">
              <a:latin typeface="Arial"/>
              <a:cs typeface="Arial"/>
            </a:endParaRPr>
          </a:p>
          <a:p>
            <a:endParaRPr lang="en-US" sz="1000">
              <a:latin typeface="Arial"/>
              <a:cs typeface="Arial"/>
            </a:endParaRPr>
          </a:p>
          <a:p>
            <a:r>
              <a:rPr lang="en-US" sz="1000">
                <a:latin typeface="Arial"/>
                <a:cs typeface="Arial"/>
              </a:rPr>
              <a:t>| Haochen Zhang | 11.05.2026</a:t>
            </a:r>
            <a:endParaRPr lang="en-US" sz="1000">
              <a:cs typeface="Arial"/>
            </a:endParaRPr>
          </a:p>
        </p:txBody>
      </p:sp>
    </p:spTree>
    <p:extLst>
      <p:ext uri="{BB962C8B-B14F-4D97-AF65-F5344CB8AC3E}">
        <p14:creationId xmlns:p14="http://schemas.microsoft.com/office/powerpoint/2010/main" val="2208167873"/>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48D0AA59-5301-4BA7-34EB-3F3A21DF3137}"/>
              </a:ext>
            </a:extLst>
          </p:cNvPr>
          <p:cNvSpPr>
            <a:spLocks noGrp="1"/>
          </p:cNvSpPr>
          <p:nvPr>
            <p:ph type="title"/>
          </p:nvPr>
        </p:nvSpPr>
        <p:spPr/>
        <p:txBody>
          <a:bodyPr/>
          <a:lstStyle/>
          <a:p>
            <a:r>
              <a:rPr lang="en-US">
                <a:latin typeface="Arial"/>
                <a:cs typeface="Arial"/>
              </a:rPr>
              <a:t>Confidence score different for same column even with same data</a:t>
            </a:r>
            <a:endParaRPr lang="en-US"/>
          </a:p>
        </p:txBody>
      </p:sp>
      <p:pic>
        <p:nvPicPr>
          <p:cNvPr id="4" name="Grafik 3" descr="Ein Bild, das Text, Screenshot, Zahl, Schrift enthält.&#10;&#10;KI-generierte Inhalte können fehlerhaft sein.">
            <a:extLst>
              <a:ext uri="{FF2B5EF4-FFF2-40B4-BE49-F238E27FC236}">
                <a16:creationId xmlns:a16="http://schemas.microsoft.com/office/drawing/2014/main" id="{CA5BBE96-CB11-A8AB-A63F-860AF6881BB3}"/>
              </a:ext>
            </a:extLst>
          </p:cNvPr>
          <p:cNvPicPr>
            <a:picLocks noChangeAspect="1"/>
          </p:cNvPicPr>
          <p:nvPr/>
        </p:nvPicPr>
        <p:blipFill>
          <a:blip r:embed="rId2"/>
          <a:stretch>
            <a:fillRect/>
          </a:stretch>
        </p:blipFill>
        <p:spPr>
          <a:xfrm>
            <a:off x="0" y="1038049"/>
            <a:ext cx="9144000" cy="3583021"/>
          </a:xfrm>
          <a:prstGeom prst="rect">
            <a:avLst/>
          </a:prstGeom>
        </p:spPr>
      </p:pic>
      <p:sp>
        <p:nvSpPr>
          <p:cNvPr id="5" name="Textfeld 7">
            <a:extLst>
              <a:ext uri="{FF2B5EF4-FFF2-40B4-BE49-F238E27FC236}">
                <a16:creationId xmlns:a16="http://schemas.microsoft.com/office/drawing/2014/main" id="{397B7AA5-176A-AE8F-FF81-9999A1D50868}"/>
              </a:ext>
            </a:extLst>
          </p:cNvPr>
          <p:cNvSpPr txBox="1"/>
          <p:nvPr/>
        </p:nvSpPr>
        <p:spPr>
          <a:xfrm>
            <a:off x="448126" y="6330276"/>
            <a:ext cx="3217291" cy="461665"/>
          </a:xfrm>
          <a:prstGeom prst="rect">
            <a:avLst/>
          </a:prstGeom>
          <a:solidFill>
            <a:schemeClr val="bg1"/>
          </a:solidFill>
        </p:spPr>
        <p:txBody>
          <a:bodyPr rot="0" spcFirstLastPara="0" vert="horz" wrap="square" lIns="0" tIns="0" rIns="0" bIns="0" numCol="1" spcCol="0" rtlCol="0" fromWordArt="0" anchor="t" anchorCtr="0" forceAA="0" compatLnSpc="1">
            <a:prstTxWarp prst="textNoShape">
              <a:avLst/>
            </a:prstTxWarp>
            <a:spAutoFit/>
          </a:bodyPr>
          <a:lstStyle>
            <a:defPPr>
              <a:defRPr lang="de-DE"/>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a:lstStyle>
          <a:p>
            <a:endParaRPr lang="en-US" sz="1000">
              <a:latin typeface="Arial"/>
              <a:cs typeface="Arial"/>
            </a:endParaRPr>
          </a:p>
          <a:p>
            <a:endParaRPr lang="en-US" sz="1000">
              <a:latin typeface="Arial"/>
              <a:cs typeface="Arial"/>
            </a:endParaRPr>
          </a:p>
          <a:p>
            <a:r>
              <a:rPr lang="en-US" sz="1000">
                <a:latin typeface="Arial"/>
                <a:cs typeface="Arial"/>
              </a:rPr>
              <a:t>| Haochen Zhang | 11.05.2026</a:t>
            </a:r>
            <a:endParaRPr lang="en-US" sz="1000">
              <a:cs typeface="Arial"/>
            </a:endParaRPr>
          </a:p>
        </p:txBody>
      </p:sp>
    </p:spTree>
    <p:extLst>
      <p:ext uri="{BB962C8B-B14F-4D97-AF65-F5344CB8AC3E}">
        <p14:creationId xmlns:p14="http://schemas.microsoft.com/office/powerpoint/2010/main" val="1837497962"/>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AB8ABC82-5ACB-966C-EFFA-1A7B60AF7E73}"/>
              </a:ext>
            </a:extLst>
          </p:cNvPr>
          <p:cNvSpPr>
            <a:spLocks noGrp="1"/>
          </p:cNvSpPr>
          <p:nvPr>
            <p:ph type="title"/>
          </p:nvPr>
        </p:nvSpPr>
        <p:spPr/>
        <p:txBody>
          <a:bodyPr/>
          <a:lstStyle/>
          <a:p>
            <a:r>
              <a:rPr lang="en-US">
                <a:latin typeface="Arial"/>
                <a:cs typeface="Arial"/>
              </a:rPr>
              <a:t>Data type false detected</a:t>
            </a:r>
            <a:endParaRPr lang="en-US"/>
          </a:p>
        </p:txBody>
      </p:sp>
      <p:pic>
        <p:nvPicPr>
          <p:cNvPr id="5" name="Grafik 4" descr="Ein Bild, das Text, Screenshot, Schrift, Zahl enthält.&#10;&#10;KI-generierte Inhalte können fehlerhaft sein.">
            <a:extLst>
              <a:ext uri="{FF2B5EF4-FFF2-40B4-BE49-F238E27FC236}">
                <a16:creationId xmlns:a16="http://schemas.microsoft.com/office/drawing/2014/main" id="{6BB42FC5-4AA1-4DC0-411B-D46E54EC3CD2}"/>
              </a:ext>
            </a:extLst>
          </p:cNvPr>
          <p:cNvPicPr>
            <a:picLocks noChangeAspect="1"/>
          </p:cNvPicPr>
          <p:nvPr/>
        </p:nvPicPr>
        <p:blipFill>
          <a:blip r:embed="rId2"/>
          <a:stretch>
            <a:fillRect/>
          </a:stretch>
        </p:blipFill>
        <p:spPr>
          <a:xfrm>
            <a:off x="142240" y="790276"/>
            <a:ext cx="8859520" cy="2950809"/>
          </a:xfrm>
          <a:prstGeom prst="rect">
            <a:avLst/>
          </a:prstGeom>
        </p:spPr>
      </p:pic>
      <p:sp>
        <p:nvSpPr>
          <p:cNvPr id="4" name="Textfeld 7">
            <a:extLst>
              <a:ext uri="{FF2B5EF4-FFF2-40B4-BE49-F238E27FC236}">
                <a16:creationId xmlns:a16="http://schemas.microsoft.com/office/drawing/2014/main" id="{E606A12F-8EAB-7C1A-BFB6-1C44C89D6601}"/>
              </a:ext>
            </a:extLst>
          </p:cNvPr>
          <p:cNvSpPr txBox="1"/>
          <p:nvPr/>
        </p:nvSpPr>
        <p:spPr>
          <a:xfrm>
            <a:off x="448126" y="6330276"/>
            <a:ext cx="3217291" cy="461665"/>
          </a:xfrm>
          <a:prstGeom prst="rect">
            <a:avLst/>
          </a:prstGeom>
          <a:solidFill>
            <a:schemeClr val="bg1"/>
          </a:solidFill>
        </p:spPr>
        <p:txBody>
          <a:bodyPr rot="0" spcFirstLastPara="0" vert="horz" wrap="square" lIns="0" tIns="0" rIns="0" bIns="0" numCol="1" spcCol="0" rtlCol="0" fromWordArt="0" anchor="t" anchorCtr="0" forceAA="0" compatLnSpc="1">
            <a:prstTxWarp prst="textNoShape">
              <a:avLst/>
            </a:prstTxWarp>
            <a:spAutoFit/>
          </a:bodyPr>
          <a:lstStyle>
            <a:defPPr>
              <a:defRPr lang="de-DE"/>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a:lstStyle>
          <a:p>
            <a:endParaRPr lang="en-US" sz="1000">
              <a:latin typeface="Arial"/>
              <a:cs typeface="Arial"/>
            </a:endParaRPr>
          </a:p>
          <a:p>
            <a:endParaRPr lang="en-US" sz="1000">
              <a:latin typeface="Arial"/>
              <a:cs typeface="Arial"/>
            </a:endParaRPr>
          </a:p>
          <a:p>
            <a:r>
              <a:rPr lang="en-US" sz="1000">
                <a:latin typeface="Arial"/>
                <a:cs typeface="Arial"/>
              </a:rPr>
              <a:t>| Haochen Zhang | 11.05.2026</a:t>
            </a:r>
            <a:endParaRPr lang="en-US" sz="1000">
              <a:cs typeface="Arial"/>
            </a:endParaRPr>
          </a:p>
        </p:txBody>
      </p:sp>
    </p:spTree>
    <p:extLst>
      <p:ext uri="{BB962C8B-B14F-4D97-AF65-F5344CB8AC3E}">
        <p14:creationId xmlns:p14="http://schemas.microsoft.com/office/powerpoint/2010/main" val="3486865709"/>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D4869B-1B90-C7D6-708A-C1F163DC9C3E}"/>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EC4ED4DD-938C-2FA3-9BF4-C224F0B9B283}"/>
              </a:ext>
            </a:extLst>
          </p:cNvPr>
          <p:cNvSpPr>
            <a:spLocks noGrp="1"/>
          </p:cNvSpPr>
          <p:nvPr>
            <p:ph type="title"/>
          </p:nvPr>
        </p:nvSpPr>
        <p:spPr/>
        <p:txBody>
          <a:bodyPr/>
          <a:lstStyle/>
          <a:p>
            <a:r>
              <a:rPr lang="en-US">
                <a:latin typeface="Arial"/>
                <a:cs typeface="Arial"/>
              </a:rPr>
              <a:t>Data type false detected</a:t>
            </a:r>
            <a:endParaRPr lang="en-US"/>
          </a:p>
        </p:txBody>
      </p:sp>
      <p:sp>
        <p:nvSpPr>
          <p:cNvPr id="4" name="Textfeld 7">
            <a:extLst>
              <a:ext uri="{FF2B5EF4-FFF2-40B4-BE49-F238E27FC236}">
                <a16:creationId xmlns:a16="http://schemas.microsoft.com/office/drawing/2014/main" id="{1CFB476A-7FF9-D0B8-138E-EACEFBA11AE9}"/>
              </a:ext>
            </a:extLst>
          </p:cNvPr>
          <p:cNvSpPr txBox="1"/>
          <p:nvPr/>
        </p:nvSpPr>
        <p:spPr>
          <a:xfrm>
            <a:off x="448126" y="6330276"/>
            <a:ext cx="3217291" cy="461665"/>
          </a:xfrm>
          <a:prstGeom prst="rect">
            <a:avLst/>
          </a:prstGeom>
          <a:solidFill>
            <a:schemeClr val="bg1"/>
          </a:solidFill>
        </p:spPr>
        <p:txBody>
          <a:bodyPr rot="0" spcFirstLastPara="0" vert="horz" wrap="square" lIns="0" tIns="0" rIns="0" bIns="0" numCol="1" spcCol="0" rtlCol="0" fromWordArt="0" anchor="t" anchorCtr="0" forceAA="0" compatLnSpc="1">
            <a:prstTxWarp prst="textNoShape">
              <a:avLst/>
            </a:prstTxWarp>
            <a:spAutoFit/>
          </a:bodyPr>
          <a:lstStyle>
            <a:defPPr>
              <a:defRPr lang="de-DE"/>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a:lstStyle>
          <a:p>
            <a:endParaRPr lang="en-US" sz="1000">
              <a:latin typeface="Arial"/>
              <a:cs typeface="Arial"/>
            </a:endParaRPr>
          </a:p>
          <a:p>
            <a:endParaRPr lang="en-US" sz="1000">
              <a:latin typeface="Arial"/>
              <a:cs typeface="Arial"/>
            </a:endParaRPr>
          </a:p>
          <a:p>
            <a:r>
              <a:rPr lang="en-US" sz="1000">
                <a:latin typeface="Arial"/>
                <a:cs typeface="Arial"/>
              </a:rPr>
              <a:t>| Haochen Zhang | 11.05.2026</a:t>
            </a:r>
            <a:endParaRPr lang="en-US" sz="1000">
              <a:cs typeface="Arial"/>
            </a:endParaRPr>
          </a:p>
        </p:txBody>
      </p:sp>
      <p:pic>
        <p:nvPicPr>
          <p:cNvPr id="3" name="Grafik 2" descr="Ein Bild, das Text, Screenshot, Zahl, Schrift enthält.&#10;&#10;KI-generierte Inhalte können fehlerhaft sein.">
            <a:extLst>
              <a:ext uri="{FF2B5EF4-FFF2-40B4-BE49-F238E27FC236}">
                <a16:creationId xmlns:a16="http://schemas.microsoft.com/office/drawing/2014/main" id="{1EB75D9C-5CE6-1A28-8F61-56C043E2B077}"/>
              </a:ext>
            </a:extLst>
          </p:cNvPr>
          <p:cNvPicPr>
            <a:picLocks noChangeAspect="1"/>
          </p:cNvPicPr>
          <p:nvPr/>
        </p:nvPicPr>
        <p:blipFill>
          <a:blip r:embed="rId2"/>
          <a:stretch>
            <a:fillRect/>
          </a:stretch>
        </p:blipFill>
        <p:spPr>
          <a:xfrm>
            <a:off x="0" y="747863"/>
            <a:ext cx="9144000" cy="5362273"/>
          </a:xfrm>
          <a:prstGeom prst="rect">
            <a:avLst/>
          </a:prstGeom>
        </p:spPr>
      </p:pic>
    </p:spTree>
    <p:extLst>
      <p:ext uri="{BB962C8B-B14F-4D97-AF65-F5344CB8AC3E}">
        <p14:creationId xmlns:p14="http://schemas.microsoft.com/office/powerpoint/2010/main" val="1313113770"/>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6623379E-125B-963F-D9E4-122ECEBE12AD}"/>
              </a:ext>
            </a:extLst>
          </p:cNvPr>
          <p:cNvSpPr>
            <a:spLocks noGrp="1"/>
          </p:cNvSpPr>
          <p:nvPr>
            <p:ph type="title"/>
          </p:nvPr>
        </p:nvSpPr>
        <p:spPr/>
        <p:txBody>
          <a:bodyPr/>
          <a:lstStyle/>
          <a:p>
            <a:r>
              <a:rPr lang="en-US">
                <a:latin typeface="Arial"/>
                <a:cs typeface="Arial"/>
              </a:rPr>
              <a:t>Data type false detected</a:t>
            </a:r>
            <a:endParaRPr lang="en-US"/>
          </a:p>
        </p:txBody>
      </p:sp>
      <p:pic>
        <p:nvPicPr>
          <p:cNvPr id="4" name="Grafik 3" descr="Ein Bild, das Text, Screenshot, Schrift, Reihe enthält.&#10;&#10;KI-generierte Inhalte können fehlerhaft sein.">
            <a:extLst>
              <a:ext uri="{FF2B5EF4-FFF2-40B4-BE49-F238E27FC236}">
                <a16:creationId xmlns:a16="http://schemas.microsoft.com/office/drawing/2014/main" id="{CD22A491-A062-78F9-8687-409B3024836A}"/>
              </a:ext>
            </a:extLst>
          </p:cNvPr>
          <p:cNvPicPr>
            <a:picLocks noChangeAspect="1"/>
          </p:cNvPicPr>
          <p:nvPr/>
        </p:nvPicPr>
        <p:blipFill>
          <a:blip r:embed="rId2"/>
          <a:stretch>
            <a:fillRect/>
          </a:stretch>
        </p:blipFill>
        <p:spPr>
          <a:xfrm>
            <a:off x="0" y="921315"/>
            <a:ext cx="9144000" cy="1357771"/>
          </a:xfrm>
          <a:prstGeom prst="rect">
            <a:avLst/>
          </a:prstGeom>
        </p:spPr>
      </p:pic>
    </p:spTree>
    <p:extLst>
      <p:ext uri="{BB962C8B-B14F-4D97-AF65-F5344CB8AC3E}">
        <p14:creationId xmlns:p14="http://schemas.microsoft.com/office/powerpoint/2010/main" val="2543953619"/>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537EEC94-62C0-7757-40E1-7DF3EB5B71C8}"/>
              </a:ext>
            </a:extLst>
          </p:cNvPr>
          <p:cNvSpPr>
            <a:spLocks noGrp="1"/>
          </p:cNvSpPr>
          <p:nvPr>
            <p:ph type="title"/>
          </p:nvPr>
        </p:nvSpPr>
        <p:spPr/>
        <p:txBody>
          <a:bodyPr/>
          <a:lstStyle/>
          <a:p>
            <a:r>
              <a:rPr lang="en-US">
                <a:latin typeface="Arial"/>
                <a:cs typeface="Arial"/>
              </a:rPr>
              <a:t>Date preprocessing</a:t>
            </a:r>
            <a:endParaRPr lang="en-US"/>
          </a:p>
        </p:txBody>
      </p:sp>
      <p:sp>
        <p:nvSpPr>
          <p:cNvPr id="3" name="Textplatzhalter 2">
            <a:extLst>
              <a:ext uri="{FF2B5EF4-FFF2-40B4-BE49-F238E27FC236}">
                <a16:creationId xmlns:a16="http://schemas.microsoft.com/office/drawing/2014/main" id="{2D24DE48-B0CC-D5E6-5EA9-630F0D9EC2A3}"/>
              </a:ext>
            </a:extLst>
          </p:cNvPr>
          <p:cNvSpPr>
            <a:spLocks noGrp="1"/>
          </p:cNvSpPr>
          <p:nvPr>
            <p:ph type="body" sz="quarter" idx="12"/>
          </p:nvPr>
        </p:nvSpPr>
        <p:spPr/>
        <p:txBody>
          <a:bodyPr lIns="0" tIns="0" rIns="0" bIns="0" anchor="t"/>
          <a:lstStyle/>
          <a:p>
            <a:r>
              <a:rPr lang="en-US">
                <a:latin typeface="Arial"/>
                <a:cs typeface="Arial"/>
              </a:rPr>
              <a:t>Missing Value</a:t>
            </a:r>
            <a:endParaRPr lang="en-US"/>
          </a:p>
          <a:p>
            <a:endParaRPr lang="en-US">
              <a:latin typeface="Arial"/>
              <a:cs typeface="Arial"/>
            </a:endParaRPr>
          </a:p>
          <a:p>
            <a:r>
              <a:rPr lang="en-US">
                <a:latin typeface="Arial"/>
                <a:cs typeface="Arial"/>
              </a:rPr>
              <a:t>Relationship between columns​</a:t>
            </a:r>
            <a:endParaRPr lang="en-US"/>
          </a:p>
        </p:txBody>
      </p:sp>
    </p:spTree>
    <p:extLst>
      <p:ext uri="{BB962C8B-B14F-4D97-AF65-F5344CB8AC3E}">
        <p14:creationId xmlns:p14="http://schemas.microsoft.com/office/powerpoint/2010/main" val="2312562602"/>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F2768E64-46E8-ADC2-072B-C884F9AF61B8}"/>
              </a:ext>
            </a:extLst>
          </p:cNvPr>
          <p:cNvSpPr>
            <a:spLocks noGrp="1"/>
          </p:cNvSpPr>
          <p:nvPr>
            <p:ph type="ctrTitle"/>
          </p:nvPr>
        </p:nvSpPr>
        <p:spPr/>
        <p:txBody>
          <a:bodyPr/>
          <a:lstStyle/>
          <a:p>
            <a:r>
              <a:rPr lang="en-US" err="1">
                <a:latin typeface="Arial"/>
                <a:cs typeface="Arial"/>
              </a:rPr>
              <a:t>GridFM-Datakit</a:t>
            </a:r>
            <a:endParaRPr lang="en-US" err="1"/>
          </a:p>
        </p:txBody>
      </p:sp>
      <p:sp>
        <p:nvSpPr>
          <p:cNvPr id="4" name="Untertitel 3">
            <a:extLst>
              <a:ext uri="{FF2B5EF4-FFF2-40B4-BE49-F238E27FC236}">
                <a16:creationId xmlns:a16="http://schemas.microsoft.com/office/drawing/2014/main" id="{2348E2EA-CA2C-EE22-0E5F-D4F54453ED20}"/>
              </a:ext>
            </a:extLst>
          </p:cNvPr>
          <p:cNvSpPr>
            <a:spLocks noGrp="1"/>
          </p:cNvSpPr>
          <p:nvPr>
            <p:ph type="subTitle" idx="1"/>
          </p:nvPr>
        </p:nvSpPr>
        <p:spPr/>
        <p:txBody>
          <a:bodyPr lIns="0" tIns="0" rIns="0" bIns="0" anchor="t"/>
          <a:lstStyle/>
          <a:p>
            <a:r>
              <a:rPr lang="en-US">
                <a:latin typeface="Arial"/>
                <a:cs typeface="Arial"/>
              </a:rPr>
              <a:t>This section records the errors and bug </a:t>
            </a:r>
            <a:r>
              <a:rPr lang="en-US" err="1">
                <a:latin typeface="Arial"/>
                <a:cs typeface="Arial"/>
              </a:rPr>
              <a:t>i</a:t>
            </a:r>
            <a:r>
              <a:rPr lang="en-US">
                <a:latin typeface="Arial"/>
                <a:cs typeface="Arial"/>
              </a:rPr>
              <a:t> met, during the test of </a:t>
            </a:r>
            <a:r>
              <a:rPr lang="en-US" err="1">
                <a:latin typeface="Arial"/>
                <a:cs typeface="Arial"/>
              </a:rPr>
              <a:t>GridFM</a:t>
            </a:r>
            <a:r>
              <a:rPr lang="en-US">
                <a:latin typeface="Arial"/>
                <a:cs typeface="Arial"/>
              </a:rPr>
              <a:t>. And how to solve them</a:t>
            </a:r>
            <a:endParaRPr lang="en-US"/>
          </a:p>
        </p:txBody>
      </p:sp>
      <p:sp>
        <p:nvSpPr>
          <p:cNvPr id="3" name="Textplatzhalter 2">
            <a:extLst>
              <a:ext uri="{FF2B5EF4-FFF2-40B4-BE49-F238E27FC236}">
                <a16:creationId xmlns:a16="http://schemas.microsoft.com/office/drawing/2014/main" id="{20A11E2C-742C-1B1B-C63F-03A5E73282E6}"/>
              </a:ext>
            </a:extLst>
          </p:cNvPr>
          <p:cNvSpPr>
            <a:spLocks noGrp="1"/>
          </p:cNvSpPr>
          <p:nvPr>
            <p:ph type="body" sz="quarter" idx="10"/>
          </p:nvPr>
        </p:nvSpPr>
        <p:spPr/>
        <p:txBody>
          <a:bodyPr/>
          <a:lstStyle/>
          <a:p>
            <a:endParaRPr lang="de-DE"/>
          </a:p>
        </p:txBody>
      </p:sp>
    </p:spTree>
    <p:extLst>
      <p:ext uri="{BB962C8B-B14F-4D97-AF65-F5344CB8AC3E}">
        <p14:creationId xmlns:p14="http://schemas.microsoft.com/office/powerpoint/2010/main" val="1036752398"/>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de-DE">
                <a:latin typeface="Arial"/>
                <a:cs typeface="Arial"/>
              </a:rPr>
              <a:t>Errors</a:t>
            </a:r>
            <a:endParaRPr lang="de-DE"/>
          </a:p>
        </p:txBody>
      </p:sp>
      <p:sp>
        <p:nvSpPr>
          <p:cNvPr id="5" name="Textplatzhalter 4"/>
          <p:cNvSpPr>
            <a:spLocks noGrp="1"/>
          </p:cNvSpPr>
          <p:nvPr>
            <p:ph type="body" sz="quarter" idx="13"/>
          </p:nvPr>
        </p:nvSpPr>
        <p:spPr/>
        <p:txBody>
          <a:bodyPr lIns="0" tIns="0" rIns="0" bIns="0" anchor="t"/>
          <a:lstStyle/>
          <a:p>
            <a:pPr marL="215900" indent="-215900">
              <a:buChar char="•"/>
            </a:pPr>
            <a:r>
              <a:rPr lang="en-US" err="1">
                <a:latin typeface="Arial"/>
                <a:cs typeface="Arial"/>
              </a:rPr>
              <a:t>Models.parse_file</a:t>
            </a:r>
            <a:r>
              <a:rPr lang="en-US">
                <a:latin typeface="Arial"/>
                <a:cs typeface="Arial"/>
              </a:rPr>
              <a:t>("C:\Users\..."):  invalid </a:t>
            </a:r>
            <a:r>
              <a:rPr lang="en-US" err="1">
                <a:latin typeface="Arial"/>
                <a:cs typeface="Arial"/>
              </a:rPr>
              <a:t>unicode</a:t>
            </a:r>
            <a:r>
              <a:rPr lang="en-US">
                <a:latin typeface="Arial"/>
                <a:cs typeface="Arial"/>
              </a:rPr>
              <a:t> escape \U</a:t>
            </a:r>
            <a:endParaRPr lang="en-US">
              <a:latin typeface="Arial"/>
            </a:endParaRPr>
          </a:p>
          <a:p>
            <a:pPr marL="215900" indent="-215900">
              <a:buSzPct val="114999"/>
              <a:buChar char="•"/>
            </a:pPr>
            <a:r>
              <a:rPr lang="en-US">
                <a:latin typeface="Arial"/>
                <a:cs typeface="Arial"/>
              </a:rPr>
              <a:t>Julia cannot </a:t>
            </a:r>
            <a:r>
              <a:rPr lang="en-US" err="1">
                <a:latin typeface="Arial"/>
                <a:cs typeface="Arial"/>
              </a:rPr>
              <a:t>handle:"C</a:t>
            </a:r>
            <a:r>
              <a:rPr lang="en-US">
                <a:latin typeface="Arial"/>
                <a:cs typeface="Arial"/>
              </a:rPr>
              <a:t>:\Users\..."</a:t>
            </a:r>
            <a:endParaRPr lang="en-US">
              <a:latin typeface="Arial"/>
            </a:endParaRPr>
          </a:p>
          <a:p>
            <a:pPr marL="431800" lvl="1">
              <a:buSzPct val="114999"/>
              <a:buFont typeface="Courier New" panose="020B0604020202020204" pitchFamily="34" charset="0"/>
              <a:buChar char="o"/>
            </a:pPr>
            <a:r>
              <a:rPr lang="en-US"/>
              <a:t>\U is interpreted as a Unicode escape</a:t>
            </a:r>
          </a:p>
          <a:p>
            <a:pPr marL="431800" lvl="1">
              <a:buSzPct val="114999"/>
              <a:buFont typeface="Courier New" panose="020B0604020202020204" pitchFamily="34" charset="0"/>
              <a:buChar char="o"/>
            </a:pPr>
            <a:endParaRPr lang="en-US"/>
          </a:p>
          <a:p>
            <a:pPr marL="215900" indent="-215900">
              <a:buSzPct val="114999"/>
              <a:buChar char="•"/>
            </a:pPr>
            <a:endParaRPr lang="en-US"/>
          </a:p>
          <a:p>
            <a:pPr marL="215900" indent="-215900">
              <a:buSzPct val="114999"/>
              <a:buChar char="•"/>
            </a:pPr>
            <a:r>
              <a:rPr lang="en-US">
                <a:cs typeface="Arial"/>
              </a:rPr>
              <a:t>Replaced </a:t>
            </a:r>
            <a:r>
              <a:rPr lang="en-US">
                <a:cs typeface="Arial"/>
                <a:hlinkClick r:id="rId2" invalidUrl="file:///\\"/>
              </a:rPr>
              <a:t>\\</a:t>
            </a:r>
            <a:r>
              <a:rPr lang="en-US">
                <a:cs typeface="Arial"/>
              </a:rPr>
              <a:t> with / in network.py, process_network.py and solvers.py</a:t>
            </a:r>
            <a:endParaRPr lang="en-US"/>
          </a:p>
          <a:p>
            <a:pPr marL="215900" indent="-215900">
              <a:buSzPct val="114999"/>
              <a:buChar char="•"/>
            </a:pPr>
            <a:r>
              <a:rPr lang="en-US">
                <a:cs typeface="Arial"/>
              </a:rPr>
              <a:t>Function </a:t>
            </a:r>
            <a:r>
              <a:rPr lang="en-US" err="1">
                <a:ea typeface="+mj-lt"/>
                <a:cs typeface="+mj-lt"/>
              </a:rPr>
              <a:t>fix_path</a:t>
            </a:r>
            <a:r>
              <a:rPr lang="en-US">
                <a:ea typeface="+mj-lt"/>
                <a:cs typeface="+mj-lt"/>
              </a:rPr>
              <a:t>(p) added in </a:t>
            </a:r>
            <a:r>
              <a:rPr lang="en-US" err="1">
                <a:ea typeface="+mj-lt"/>
                <a:cs typeface="+mj-lt"/>
              </a:rPr>
              <a:t>init_julia</a:t>
            </a:r>
            <a:r>
              <a:rPr lang="en-US">
                <a:ea typeface="+mj-lt"/>
                <a:cs typeface="+mj-lt"/>
              </a:rPr>
              <a:t> in </a:t>
            </a:r>
            <a:r>
              <a:rPr lang="en-US" err="1">
                <a:ea typeface="+mj-lt"/>
                <a:cs typeface="+mj-lt"/>
              </a:rPr>
              <a:t>process_network</a:t>
            </a:r>
            <a:r>
              <a:rPr lang="en-US">
                <a:ea typeface="+mj-lt"/>
                <a:cs typeface="+mj-lt"/>
              </a:rPr>
              <a:t>.py</a:t>
            </a:r>
            <a:endParaRPr lang="en-US"/>
          </a:p>
          <a:p>
            <a:pPr marL="215900" indent="-215900">
              <a:buSzPct val="114999"/>
              <a:buChar char="•"/>
            </a:pPr>
            <a:endParaRPr lang="en-US"/>
          </a:p>
          <a:p>
            <a:pPr marL="215900" indent="-215900">
              <a:buSzPct val="114999"/>
              <a:buChar char="•"/>
            </a:pPr>
            <a:endParaRPr lang="en-US"/>
          </a:p>
          <a:p>
            <a:pPr marL="215900" indent="-215900">
              <a:buSzPct val="114999"/>
              <a:buChar char="•"/>
            </a:pPr>
            <a:endParaRPr lang="en-US"/>
          </a:p>
        </p:txBody>
      </p:sp>
      <p:pic>
        <p:nvPicPr>
          <p:cNvPr id="3" name="Grafik 2">
            <a:extLst>
              <a:ext uri="{FF2B5EF4-FFF2-40B4-BE49-F238E27FC236}">
                <a16:creationId xmlns:a16="http://schemas.microsoft.com/office/drawing/2014/main" id="{8D757AA6-1F28-1B9F-589B-B0468EC46B14}"/>
              </a:ext>
            </a:extLst>
          </p:cNvPr>
          <p:cNvPicPr>
            <a:picLocks noChangeAspect="1"/>
          </p:cNvPicPr>
          <p:nvPr/>
        </p:nvPicPr>
        <p:blipFill>
          <a:blip r:embed="rId3"/>
          <a:stretch>
            <a:fillRect/>
          </a:stretch>
        </p:blipFill>
        <p:spPr>
          <a:xfrm>
            <a:off x="0" y="3858403"/>
            <a:ext cx="9144000" cy="1498315"/>
          </a:xfrm>
          <a:prstGeom prst="rect">
            <a:avLst/>
          </a:prstGeom>
        </p:spPr>
      </p:pic>
    </p:spTree>
    <p:extLst>
      <p:ext uri="{BB962C8B-B14F-4D97-AF65-F5344CB8AC3E}">
        <p14:creationId xmlns:p14="http://schemas.microsoft.com/office/powerpoint/2010/main" val="1336581455"/>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CB1818F4-EC24-4F68-0592-2C44B0DEF6F9}"/>
              </a:ext>
            </a:extLst>
          </p:cNvPr>
          <p:cNvSpPr>
            <a:spLocks noGrp="1"/>
          </p:cNvSpPr>
          <p:nvPr>
            <p:ph type="title"/>
          </p:nvPr>
        </p:nvSpPr>
        <p:spPr/>
        <p:txBody>
          <a:bodyPr/>
          <a:lstStyle/>
          <a:p>
            <a:r>
              <a:rPr lang="de-DE">
                <a:latin typeface="Arial"/>
                <a:cs typeface="Arial"/>
              </a:rPr>
              <a:t>Errors</a:t>
            </a:r>
            <a:endParaRPr lang="de-DE"/>
          </a:p>
        </p:txBody>
      </p:sp>
      <p:sp>
        <p:nvSpPr>
          <p:cNvPr id="3" name="Textplatzhalter 2">
            <a:extLst>
              <a:ext uri="{FF2B5EF4-FFF2-40B4-BE49-F238E27FC236}">
                <a16:creationId xmlns:a16="http://schemas.microsoft.com/office/drawing/2014/main" id="{CCAF820D-1F2B-6EF1-B273-2FFD4BC34DD6}"/>
              </a:ext>
            </a:extLst>
          </p:cNvPr>
          <p:cNvSpPr>
            <a:spLocks noGrp="1"/>
          </p:cNvSpPr>
          <p:nvPr>
            <p:ph type="body" sz="quarter" idx="12"/>
          </p:nvPr>
        </p:nvSpPr>
        <p:spPr/>
        <p:txBody>
          <a:bodyPr lIns="0" tIns="0" rIns="0" bIns="0" anchor="t"/>
          <a:lstStyle/>
          <a:p>
            <a:pPr marL="285750" indent="-285750">
              <a:buFont typeface="Arial"/>
              <a:buChar char="•"/>
            </a:pPr>
            <a:r>
              <a:rPr lang="en-US">
                <a:latin typeface="Arial"/>
                <a:cs typeface="Arial"/>
              </a:rPr>
              <a:t>ERROR: </a:t>
            </a:r>
            <a:r>
              <a:rPr lang="en-US" err="1">
                <a:latin typeface="Arial"/>
                <a:cs typeface="Arial"/>
              </a:rPr>
              <a:t>ArgumentError</a:t>
            </a:r>
            <a:r>
              <a:rPr lang="en-US">
                <a:latin typeface="Arial"/>
                <a:cs typeface="Arial"/>
              </a:rPr>
              <a:t>: Package </a:t>
            </a:r>
            <a:r>
              <a:rPr lang="en-US" err="1">
                <a:latin typeface="Arial"/>
                <a:cs typeface="Arial"/>
              </a:rPr>
              <a:t>PowerModels</a:t>
            </a:r>
            <a:r>
              <a:rPr lang="en-US">
                <a:latin typeface="Arial"/>
                <a:cs typeface="Arial"/>
              </a:rPr>
              <a:t> not </a:t>
            </a:r>
            <a:r>
              <a:rPr lang="en-US" err="1">
                <a:latin typeface="Arial"/>
                <a:cs typeface="Arial"/>
              </a:rPr>
              <a:t>found</a:t>
            </a:r>
            <a:r>
              <a:rPr lang="en-US">
                <a:latin typeface="Arial"/>
                <a:cs typeface="Arial"/>
              </a:rPr>
              <a:t> in </a:t>
            </a:r>
            <a:r>
              <a:rPr lang="en-US" err="1">
                <a:latin typeface="Arial"/>
                <a:cs typeface="Arial"/>
              </a:rPr>
              <a:t>current</a:t>
            </a:r>
            <a:r>
              <a:rPr lang="en-US">
                <a:latin typeface="Arial"/>
                <a:cs typeface="Arial"/>
              </a:rPr>
              <a:t> </a:t>
            </a:r>
            <a:r>
              <a:rPr lang="en-US" err="1">
                <a:latin typeface="Arial"/>
                <a:cs typeface="Arial"/>
              </a:rPr>
              <a:t>path</a:t>
            </a:r>
            <a:r>
              <a:rPr lang="en-US">
                <a:latin typeface="Arial"/>
                <a:cs typeface="Arial"/>
              </a:rPr>
              <a:t>.</a:t>
            </a:r>
          </a:p>
          <a:p>
            <a:pPr marL="285750" indent="-285750">
              <a:buFont typeface="Arial"/>
              <a:buChar char="•"/>
            </a:pPr>
            <a:endParaRPr lang="en-US">
              <a:latin typeface="Arial"/>
              <a:cs typeface="Arial"/>
            </a:endParaRPr>
          </a:p>
          <a:p>
            <a:pPr marL="285750" indent="-285750">
              <a:buFont typeface="Arial"/>
              <a:buChar char="•"/>
            </a:pPr>
            <a:endParaRPr lang="en-US">
              <a:latin typeface="Arial"/>
              <a:cs typeface="Arial"/>
            </a:endParaRPr>
          </a:p>
          <a:p>
            <a:pPr marL="285750" indent="-285750">
              <a:buFont typeface="Arial"/>
              <a:buChar char="•"/>
            </a:pPr>
            <a:endParaRPr lang="en-US">
              <a:latin typeface="Arial"/>
              <a:cs typeface="Arial"/>
            </a:endParaRPr>
          </a:p>
          <a:p>
            <a:pPr marL="285750" indent="-285750">
              <a:buFont typeface="Arial"/>
              <a:buChar char="•"/>
            </a:pPr>
            <a:r>
              <a:rPr lang="en-US">
                <a:latin typeface="Arial"/>
                <a:cs typeface="Arial"/>
              </a:rPr>
              <a:t>Fixed </a:t>
            </a:r>
            <a:r>
              <a:rPr lang="en-US" err="1">
                <a:latin typeface="Arial"/>
                <a:cs typeface="Arial"/>
              </a:rPr>
              <a:t>by</a:t>
            </a:r>
            <a:r>
              <a:rPr lang="en-US">
                <a:latin typeface="Arial"/>
                <a:cs typeface="Arial"/>
              </a:rPr>
              <a:t> </a:t>
            </a:r>
            <a:r>
              <a:rPr lang="en-US" err="1">
                <a:latin typeface="Arial"/>
                <a:cs typeface="Arial"/>
              </a:rPr>
              <a:t>installing</a:t>
            </a:r>
            <a:r>
              <a:rPr lang="en-US">
                <a:latin typeface="Arial"/>
                <a:cs typeface="Arial"/>
              </a:rPr>
              <a:t> </a:t>
            </a:r>
            <a:r>
              <a:rPr lang="en-US" err="1">
                <a:latin typeface="Arial"/>
                <a:cs typeface="Arial"/>
              </a:rPr>
              <a:t>PowerModels</a:t>
            </a:r>
            <a:r>
              <a:rPr lang="en-US">
                <a:latin typeface="Arial"/>
                <a:cs typeface="Arial"/>
              </a:rPr>
              <a:t> in </a:t>
            </a:r>
            <a:r>
              <a:rPr lang="en-US" err="1">
                <a:latin typeface="Arial"/>
                <a:cs typeface="Arial"/>
              </a:rPr>
              <a:t>virtuell</a:t>
            </a:r>
            <a:r>
              <a:rPr lang="en-US">
                <a:latin typeface="Arial"/>
                <a:cs typeface="Arial"/>
              </a:rPr>
              <a:t> </a:t>
            </a:r>
            <a:r>
              <a:rPr lang="en-US" err="1">
                <a:latin typeface="Arial"/>
                <a:cs typeface="Arial"/>
              </a:rPr>
              <a:t>environment</a:t>
            </a:r>
            <a:endParaRPr lang="en-US">
              <a:latin typeface="Arial"/>
              <a:cs typeface="Arial"/>
            </a:endParaRPr>
          </a:p>
          <a:p>
            <a:pPr marL="285750" indent="-285750">
              <a:buFont typeface="Arial"/>
              <a:buChar char="•"/>
            </a:pPr>
            <a:endParaRPr lang="en-US">
              <a:latin typeface="Arial"/>
              <a:cs typeface="Arial"/>
            </a:endParaRPr>
          </a:p>
        </p:txBody>
      </p:sp>
    </p:spTree>
    <p:extLst>
      <p:ext uri="{BB962C8B-B14F-4D97-AF65-F5344CB8AC3E}">
        <p14:creationId xmlns:p14="http://schemas.microsoft.com/office/powerpoint/2010/main" val="1121979673"/>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0358B660-E1F7-E5DE-AF52-367F78F9C800}"/>
              </a:ext>
            </a:extLst>
          </p:cNvPr>
          <p:cNvSpPr>
            <a:spLocks noGrp="1"/>
          </p:cNvSpPr>
          <p:nvPr>
            <p:ph type="title"/>
          </p:nvPr>
        </p:nvSpPr>
        <p:spPr/>
        <p:txBody>
          <a:bodyPr/>
          <a:lstStyle/>
          <a:p>
            <a:r>
              <a:rPr lang="de-DE"/>
              <a:t>Errors</a:t>
            </a:r>
          </a:p>
        </p:txBody>
      </p:sp>
      <p:sp>
        <p:nvSpPr>
          <p:cNvPr id="3" name="Textplatzhalter 2">
            <a:extLst>
              <a:ext uri="{FF2B5EF4-FFF2-40B4-BE49-F238E27FC236}">
                <a16:creationId xmlns:a16="http://schemas.microsoft.com/office/drawing/2014/main" id="{DF67ABFC-5956-BCD0-4454-8DB16B98B4D1}"/>
              </a:ext>
            </a:extLst>
          </p:cNvPr>
          <p:cNvSpPr>
            <a:spLocks noGrp="1"/>
          </p:cNvSpPr>
          <p:nvPr>
            <p:ph type="body" sz="quarter" idx="12"/>
          </p:nvPr>
        </p:nvSpPr>
        <p:spPr/>
        <p:txBody>
          <a:bodyPr lIns="0" tIns="0" rIns="0" bIns="0" anchor="t"/>
          <a:lstStyle/>
          <a:p>
            <a:pPr marL="285750" indent="-285750">
              <a:buFont typeface="Arial"/>
              <a:buChar char="•"/>
            </a:pPr>
            <a:r>
              <a:rPr lang="de-DE">
                <a:latin typeface="Arial"/>
                <a:cs typeface="Arial"/>
              </a:rPr>
              <a:t>ERROR: </a:t>
            </a:r>
            <a:r>
              <a:rPr lang="de-DE" err="1">
                <a:latin typeface="Arial"/>
                <a:cs typeface="Arial"/>
              </a:rPr>
              <a:t>UndefVarError</a:t>
            </a:r>
            <a:r>
              <a:rPr lang="de-DE">
                <a:latin typeface="Arial"/>
                <a:cs typeface="Arial"/>
              </a:rPr>
              <a:t>: `Models` not </a:t>
            </a:r>
            <a:r>
              <a:rPr lang="de-DE" err="1">
                <a:latin typeface="Arial"/>
                <a:cs typeface="Arial"/>
              </a:rPr>
              <a:t>defined</a:t>
            </a:r>
            <a:r>
              <a:rPr lang="de-DE">
                <a:latin typeface="Arial"/>
                <a:cs typeface="Arial"/>
              </a:rPr>
              <a:t> in `Main`</a:t>
            </a:r>
          </a:p>
          <a:p>
            <a:pPr marL="717550" lvl="1">
              <a:buFont typeface="Courier New"/>
              <a:buChar char="o"/>
            </a:pPr>
            <a:r>
              <a:rPr lang="de-DE" err="1">
                <a:latin typeface="Arial"/>
                <a:cs typeface="Arial"/>
              </a:rPr>
              <a:t>Caused</a:t>
            </a:r>
            <a:r>
              <a:rPr lang="de-DE">
                <a:latin typeface="Arial"/>
                <a:cs typeface="Arial"/>
              </a:rPr>
              <a:t> </a:t>
            </a:r>
            <a:r>
              <a:rPr lang="de-DE" err="1">
                <a:latin typeface="Arial"/>
                <a:cs typeface="Arial"/>
              </a:rPr>
              <a:t>by</a:t>
            </a:r>
            <a:r>
              <a:rPr lang="de-DE">
                <a:latin typeface="Arial"/>
                <a:cs typeface="Arial"/>
              </a:rPr>
              <a:t> </a:t>
            </a:r>
            <a:r>
              <a:rPr lang="de-DE" err="1">
                <a:latin typeface="Arial"/>
                <a:cs typeface="Arial"/>
              </a:rPr>
              <a:t>Models.parse_file</a:t>
            </a:r>
            <a:r>
              <a:rPr lang="de-DE">
                <a:latin typeface="Arial"/>
                <a:cs typeface="Arial"/>
              </a:rPr>
              <a:t>(...) in network.py</a:t>
            </a:r>
          </a:p>
          <a:p>
            <a:pPr marL="285750" indent="-285750">
              <a:buFont typeface="Arial"/>
              <a:buChar char="•"/>
            </a:pPr>
            <a:endParaRPr lang="de-DE">
              <a:latin typeface="Arial"/>
              <a:cs typeface="Arial"/>
            </a:endParaRPr>
          </a:p>
          <a:p>
            <a:pPr marL="285750" indent="-285750">
              <a:buFont typeface="Arial"/>
              <a:buChar char="•"/>
            </a:pPr>
            <a:endParaRPr lang="de-DE">
              <a:latin typeface="Arial"/>
              <a:cs typeface="Arial"/>
            </a:endParaRPr>
          </a:p>
          <a:p>
            <a:pPr marL="285750" indent="-285750">
              <a:buFont typeface="Arial"/>
              <a:buChar char="•"/>
            </a:pPr>
            <a:endParaRPr lang="de-DE">
              <a:latin typeface="Arial"/>
              <a:cs typeface="Arial"/>
            </a:endParaRPr>
          </a:p>
          <a:p>
            <a:pPr marL="285750" indent="-285750">
              <a:buFont typeface="Arial"/>
              <a:buChar char="•"/>
            </a:pPr>
            <a:r>
              <a:rPr lang="de-DE">
                <a:latin typeface="Arial"/>
                <a:cs typeface="Arial"/>
              </a:rPr>
              <a:t>Fixed </a:t>
            </a:r>
            <a:r>
              <a:rPr lang="de-DE" err="1">
                <a:latin typeface="Arial"/>
                <a:cs typeface="Arial"/>
              </a:rPr>
              <a:t>to</a:t>
            </a:r>
            <a:r>
              <a:rPr lang="de-DE">
                <a:latin typeface="Arial"/>
                <a:cs typeface="Arial"/>
              </a:rPr>
              <a:t> </a:t>
            </a:r>
            <a:r>
              <a:rPr lang="de-DE" err="1">
                <a:latin typeface="Arial"/>
                <a:cs typeface="Arial"/>
              </a:rPr>
              <a:t>PowerModels.parse_file</a:t>
            </a:r>
            <a:r>
              <a:rPr lang="de-DE">
                <a:latin typeface="Arial"/>
                <a:cs typeface="Arial"/>
              </a:rPr>
              <a:t>(...)</a:t>
            </a:r>
          </a:p>
          <a:p>
            <a:pPr marL="717550" lvl="1">
              <a:buFont typeface="Courier New"/>
              <a:buChar char="o"/>
            </a:pPr>
            <a:endParaRPr lang="de-DE">
              <a:latin typeface="Arial"/>
              <a:cs typeface="Arial"/>
            </a:endParaRPr>
          </a:p>
          <a:p>
            <a:pPr marL="717550" lvl="1">
              <a:buFont typeface="Courier New"/>
              <a:buChar char="o"/>
            </a:pPr>
            <a:endParaRPr lang="de-DE">
              <a:latin typeface="Arial"/>
              <a:cs typeface="Arial"/>
            </a:endParaRPr>
          </a:p>
        </p:txBody>
      </p:sp>
    </p:spTree>
    <p:extLst>
      <p:ext uri="{BB962C8B-B14F-4D97-AF65-F5344CB8AC3E}">
        <p14:creationId xmlns:p14="http://schemas.microsoft.com/office/powerpoint/2010/main" val="3068219560"/>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838076E5-CEEE-16D9-A6DF-724D0EED9CBC}"/>
              </a:ext>
            </a:extLst>
          </p:cNvPr>
          <p:cNvSpPr>
            <a:spLocks noGrp="1"/>
          </p:cNvSpPr>
          <p:nvPr>
            <p:ph type="title"/>
          </p:nvPr>
        </p:nvSpPr>
        <p:spPr/>
        <p:txBody>
          <a:bodyPr/>
          <a:lstStyle/>
          <a:p>
            <a:r>
              <a:rPr lang="en-US">
                <a:latin typeface="Arial"/>
                <a:cs typeface="Arial"/>
              </a:rPr>
              <a:t>Input data for </a:t>
            </a:r>
            <a:r>
              <a:rPr lang="en-US" err="1">
                <a:latin typeface="Arial"/>
                <a:cs typeface="Arial"/>
              </a:rPr>
              <a:t>GridFM-Datakit</a:t>
            </a:r>
            <a:endParaRPr lang="en-US" err="1"/>
          </a:p>
        </p:txBody>
      </p:sp>
      <p:sp>
        <p:nvSpPr>
          <p:cNvPr id="3" name="Textplatzhalter 2">
            <a:extLst>
              <a:ext uri="{FF2B5EF4-FFF2-40B4-BE49-F238E27FC236}">
                <a16:creationId xmlns:a16="http://schemas.microsoft.com/office/drawing/2014/main" id="{2A10800E-740F-C478-F3D0-7E88B8C1B5A6}"/>
              </a:ext>
            </a:extLst>
          </p:cNvPr>
          <p:cNvSpPr>
            <a:spLocks noGrp="1"/>
          </p:cNvSpPr>
          <p:nvPr>
            <p:ph type="body" sz="quarter" idx="12"/>
          </p:nvPr>
        </p:nvSpPr>
        <p:spPr/>
        <p:txBody>
          <a:bodyPr lIns="0" tIns="0" rIns="0" bIns="0" anchor="t"/>
          <a:lstStyle/>
          <a:p>
            <a:pPr marL="285750" indent="-285750">
              <a:buFont typeface="Arial"/>
              <a:buChar char="•"/>
            </a:pPr>
            <a:r>
              <a:rPr lang="de-DE" err="1">
                <a:latin typeface="Arial"/>
                <a:cs typeface="Arial"/>
              </a:rPr>
              <a:t>Imported</a:t>
            </a:r>
            <a:r>
              <a:rPr lang="de-DE">
                <a:latin typeface="Arial"/>
                <a:cs typeface="Arial"/>
              </a:rPr>
              <a:t> </a:t>
            </a:r>
            <a:r>
              <a:rPr lang="de-DE" err="1">
                <a:latin typeface="Arial"/>
                <a:cs typeface="Arial"/>
              </a:rPr>
              <a:t>from</a:t>
            </a:r>
            <a:r>
              <a:rPr lang="de-DE">
                <a:latin typeface="Arial"/>
                <a:cs typeface="Arial"/>
              </a:rPr>
              <a:t> </a:t>
            </a:r>
            <a:r>
              <a:rPr lang="de-DE" err="1">
                <a:latin typeface="Arial"/>
                <a:cs typeface="Arial"/>
              </a:rPr>
              <a:t>standard</a:t>
            </a:r>
            <a:r>
              <a:rPr lang="de-DE">
                <a:latin typeface="Arial"/>
                <a:cs typeface="Arial"/>
              </a:rPr>
              <a:t> </a:t>
            </a:r>
            <a:r>
              <a:rPr lang="de-DE" err="1">
                <a:latin typeface="Arial"/>
                <a:cs typeface="Arial"/>
              </a:rPr>
              <a:t>formats</a:t>
            </a:r>
            <a:r>
              <a:rPr lang="de-DE">
                <a:latin typeface="Arial"/>
                <a:cs typeface="Arial"/>
              </a:rPr>
              <a:t>:</a:t>
            </a:r>
            <a:endParaRPr lang="de-DE"/>
          </a:p>
          <a:p>
            <a:pPr marL="1149350" lvl="1" indent="-285750">
              <a:buFont typeface="Courier New"/>
              <a:buChar char="o"/>
            </a:pPr>
            <a:r>
              <a:rPr lang="de-DE">
                <a:latin typeface="Arial"/>
                <a:cs typeface="Arial"/>
              </a:rPr>
              <a:t>MATPOWER (.m </a:t>
            </a:r>
            <a:r>
              <a:rPr lang="de-DE" err="1">
                <a:latin typeface="Arial"/>
                <a:cs typeface="Arial"/>
              </a:rPr>
              <a:t>files</a:t>
            </a:r>
            <a:r>
              <a:rPr lang="de-DE">
                <a:latin typeface="Arial"/>
                <a:cs typeface="Arial"/>
              </a:rPr>
              <a:t>)</a:t>
            </a:r>
          </a:p>
          <a:p>
            <a:pPr marL="717550" lvl="1" indent="-285750">
              <a:buFont typeface="Courier New"/>
              <a:buChar char="o"/>
            </a:pPr>
            <a:endParaRPr lang="de-DE"/>
          </a:p>
          <a:p>
            <a:pPr marL="285750" indent="-285750">
              <a:buFont typeface="Arial"/>
              <a:buChar char="•"/>
            </a:pPr>
            <a:endParaRPr lang="de-DE"/>
          </a:p>
          <a:p>
            <a:pPr marL="285750" indent="-285750">
              <a:buFont typeface="Arial"/>
              <a:buChar char="•"/>
            </a:pPr>
            <a:endParaRPr lang="de-DE"/>
          </a:p>
          <a:p>
            <a:pPr marL="285750" indent="-285750">
              <a:buFont typeface="Arial"/>
              <a:buChar char="•"/>
            </a:pPr>
            <a:endParaRPr lang="de-DE"/>
          </a:p>
          <a:p>
            <a:pPr marL="285750" indent="-285750">
              <a:buFont typeface="Arial"/>
              <a:buChar char="•"/>
            </a:pPr>
            <a:endParaRPr lang="de-DE"/>
          </a:p>
          <a:p>
            <a:pPr marL="285750" indent="-285750">
              <a:buFont typeface="Arial"/>
              <a:buChar char="•"/>
            </a:pPr>
            <a:r>
              <a:rPr lang="de-DE">
                <a:latin typeface="Arial"/>
                <a:cs typeface="Arial"/>
              </a:rPr>
              <a:t>Input </a:t>
            </a:r>
            <a:r>
              <a:rPr lang="de-DE" err="1">
                <a:latin typeface="Arial"/>
                <a:cs typeface="Arial"/>
              </a:rPr>
              <a:t>data</a:t>
            </a:r>
            <a:r>
              <a:rPr lang="de-DE">
                <a:latin typeface="Arial"/>
                <a:cs typeface="Arial"/>
              </a:rPr>
              <a:t>: </a:t>
            </a:r>
            <a:endParaRPr lang="de-DE" err="1"/>
          </a:p>
          <a:p>
            <a:pPr marL="717550" lvl="1" indent="-285750">
              <a:buFont typeface="Courier New"/>
              <a:buChar char="o"/>
            </a:pPr>
            <a:r>
              <a:rPr lang="de-DE">
                <a:latin typeface="Arial"/>
                <a:cs typeface="Arial"/>
              </a:rPr>
              <a:t>Bus </a:t>
            </a:r>
            <a:r>
              <a:rPr lang="de-DE" err="1">
                <a:latin typeface="Arial"/>
                <a:cs typeface="Arial"/>
              </a:rPr>
              <a:t>data</a:t>
            </a:r>
            <a:endParaRPr lang="de-DE"/>
          </a:p>
          <a:p>
            <a:pPr marL="717550" lvl="1" indent="-285750">
              <a:buFont typeface="Courier New"/>
              <a:buChar char="o"/>
            </a:pPr>
            <a:r>
              <a:rPr lang="de-DE">
                <a:latin typeface="Arial"/>
                <a:cs typeface="Arial"/>
              </a:rPr>
              <a:t>Generator Data</a:t>
            </a:r>
          </a:p>
          <a:p>
            <a:pPr marL="717550" lvl="1" indent="-285750">
              <a:buFont typeface="Courier New"/>
              <a:buChar char="o"/>
            </a:pPr>
            <a:r>
              <a:rPr lang="de-DE">
                <a:latin typeface="Arial"/>
                <a:cs typeface="Arial"/>
              </a:rPr>
              <a:t>Branch Data</a:t>
            </a:r>
            <a:endParaRPr lang="de-DE"/>
          </a:p>
        </p:txBody>
      </p:sp>
    </p:spTree>
    <p:extLst>
      <p:ext uri="{BB962C8B-B14F-4D97-AF65-F5344CB8AC3E}">
        <p14:creationId xmlns:p14="http://schemas.microsoft.com/office/powerpoint/2010/main" val="495624696"/>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DDB8B45B-3E13-BD28-F4C2-722D2EE5B67A}"/>
              </a:ext>
            </a:extLst>
          </p:cNvPr>
          <p:cNvSpPr>
            <a:spLocks noGrp="1"/>
          </p:cNvSpPr>
          <p:nvPr>
            <p:ph type="title"/>
          </p:nvPr>
        </p:nvSpPr>
        <p:spPr/>
        <p:txBody>
          <a:bodyPr/>
          <a:lstStyle/>
          <a:p>
            <a:r>
              <a:rPr lang="en-US">
                <a:latin typeface="Arial"/>
                <a:cs typeface="Arial"/>
              </a:rPr>
              <a:t>Bus data</a:t>
            </a:r>
            <a:endParaRPr lang="en-US"/>
          </a:p>
        </p:txBody>
      </p:sp>
      <p:pic>
        <p:nvPicPr>
          <p:cNvPr id="4" name="Grafik 3">
            <a:extLst>
              <a:ext uri="{FF2B5EF4-FFF2-40B4-BE49-F238E27FC236}">
                <a16:creationId xmlns:a16="http://schemas.microsoft.com/office/drawing/2014/main" id="{C7663505-2AB3-ABB5-8A67-3071ED735E63}"/>
              </a:ext>
            </a:extLst>
          </p:cNvPr>
          <p:cNvPicPr>
            <a:picLocks noChangeAspect="1"/>
          </p:cNvPicPr>
          <p:nvPr/>
        </p:nvPicPr>
        <p:blipFill>
          <a:blip r:embed="rId2"/>
          <a:stretch>
            <a:fillRect/>
          </a:stretch>
        </p:blipFill>
        <p:spPr>
          <a:xfrm>
            <a:off x="284480" y="785889"/>
            <a:ext cx="8575040" cy="5601183"/>
          </a:xfrm>
          <a:prstGeom prst="rect">
            <a:avLst/>
          </a:prstGeom>
        </p:spPr>
      </p:pic>
    </p:spTree>
    <p:extLst>
      <p:ext uri="{BB962C8B-B14F-4D97-AF65-F5344CB8AC3E}">
        <p14:creationId xmlns:p14="http://schemas.microsoft.com/office/powerpoint/2010/main" val="48899746"/>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8648358D-1345-B752-9A4C-DD33590CC93E}"/>
              </a:ext>
            </a:extLst>
          </p:cNvPr>
          <p:cNvSpPr>
            <a:spLocks noGrp="1"/>
          </p:cNvSpPr>
          <p:nvPr>
            <p:ph type="title"/>
          </p:nvPr>
        </p:nvSpPr>
        <p:spPr/>
        <p:txBody>
          <a:bodyPr/>
          <a:lstStyle/>
          <a:p>
            <a:r>
              <a:rPr lang="de-DE">
                <a:latin typeface="Arial"/>
                <a:cs typeface="Arial"/>
              </a:rPr>
              <a:t>Generator Data</a:t>
            </a:r>
            <a:endParaRPr lang="de-DE"/>
          </a:p>
        </p:txBody>
      </p:sp>
      <p:pic>
        <p:nvPicPr>
          <p:cNvPr id="5" name="Grafik 4">
            <a:extLst>
              <a:ext uri="{FF2B5EF4-FFF2-40B4-BE49-F238E27FC236}">
                <a16:creationId xmlns:a16="http://schemas.microsoft.com/office/drawing/2014/main" id="{FF4D2716-6E01-2A78-0998-3E260CEEC5FD}"/>
              </a:ext>
            </a:extLst>
          </p:cNvPr>
          <p:cNvPicPr>
            <a:picLocks noChangeAspect="1"/>
          </p:cNvPicPr>
          <p:nvPr/>
        </p:nvPicPr>
        <p:blipFill>
          <a:blip r:embed="rId2"/>
          <a:stretch>
            <a:fillRect/>
          </a:stretch>
        </p:blipFill>
        <p:spPr>
          <a:xfrm>
            <a:off x="700088" y="1128713"/>
            <a:ext cx="7743825" cy="4600575"/>
          </a:xfrm>
          <a:prstGeom prst="rect">
            <a:avLst/>
          </a:prstGeom>
        </p:spPr>
      </p:pic>
    </p:spTree>
    <p:extLst>
      <p:ext uri="{BB962C8B-B14F-4D97-AF65-F5344CB8AC3E}">
        <p14:creationId xmlns:p14="http://schemas.microsoft.com/office/powerpoint/2010/main" val="22322777"/>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6FA2E581-303A-C3AC-5FF2-03902BB7B58B}"/>
              </a:ext>
            </a:extLst>
          </p:cNvPr>
          <p:cNvSpPr>
            <a:spLocks noGrp="1"/>
          </p:cNvSpPr>
          <p:nvPr>
            <p:ph type="title"/>
          </p:nvPr>
        </p:nvSpPr>
        <p:spPr/>
        <p:txBody>
          <a:bodyPr/>
          <a:lstStyle/>
          <a:p>
            <a:r>
              <a:rPr lang="de-DE">
                <a:latin typeface="Arial"/>
                <a:cs typeface="Arial"/>
              </a:rPr>
              <a:t>Branch Data</a:t>
            </a:r>
            <a:endParaRPr lang="de-DE"/>
          </a:p>
        </p:txBody>
      </p:sp>
      <p:pic>
        <p:nvPicPr>
          <p:cNvPr id="4" name="Grafik 3">
            <a:extLst>
              <a:ext uri="{FF2B5EF4-FFF2-40B4-BE49-F238E27FC236}">
                <a16:creationId xmlns:a16="http://schemas.microsoft.com/office/drawing/2014/main" id="{AFD6619D-E3DA-A18E-3F1A-40D893C223B6}"/>
              </a:ext>
            </a:extLst>
          </p:cNvPr>
          <p:cNvPicPr>
            <a:picLocks noChangeAspect="1"/>
          </p:cNvPicPr>
          <p:nvPr/>
        </p:nvPicPr>
        <p:blipFill>
          <a:blip r:embed="rId2"/>
          <a:stretch>
            <a:fillRect/>
          </a:stretch>
        </p:blipFill>
        <p:spPr>
          <a:xfrm>
            <a:off x="42862" y="1071562"/>
            <a:ext cx="9058275" cy="4714875"/>
          </a:xfrm>
          <a:prstGeom prst="rect">
            <a:avLst/>
          </a:prstGeom>
        </p:spPr>
      </p:pic>
    </p:spTree>
    <p:extLst>
      <p:ext uri="{BB962C8B-B14F-4D97-AF65-F5344CB8AC3E}">
        <p14:creationId xmlns:p14="http://schemas.microsoft.com/office/powerpoint/2010/main" val="1261715929"/>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ctrTitle"/>
          </p:nvPr>
        </p:nvSpPr>
        <p:spPr/>
        <p:txBody>
          <a:bodyPr/>
          <a:lstStyle/>
          <a:p>
            <a:r>
              <a:rPr lang="de-DE"/>
              <a:t>Sample Title, 2nd Version</a:t>
            </a:r>
          </a:p>
        </p:txBody>
      </p:sp>
      <p:sp>
        <p:nvSpPr>
          <p:cNvPr id="3" name="Untertitel 2"/>
          <p:cNvSpPr>
            <a:spLocks noGrp="1"/>
          </p:cNvSpPr>
          <p:nvPr>
            <p:ph type="subTitle" idx="1"/>
          </p:nvPr>
        </p:nvSpPr>
        <p:spPr/>
        <p:txBody>
          <a:bodyPr/>
          <a:lstStyle/>
          <a:p>
            <a:r>
              <a:rPr lang="de-DE" err="1"/>
              <a:t>Subtitle</a:t>
            </a:r>
            <a:endParaRPr lang="de-DE"/>
          </a:p>
        </p:txBody>
      </p:sp>
      <p:sp>
        <p:nvSpPr>
          <p:cNvPr id="4" name="Textplatzhalter 3"/>
          <p:cNvSpPr>
            <a:spLocks noGrp="1"/>
          </p:cNvSpPr>
          <p:nvPr>
            <p:ph type="body" sz="quarter" idx="10"/>
          </p:nvPr>
        </p:nvSpPr>
        <p:spPr>
          <a:xfrm>
            <a:off x="288000" y="6339600"/>
            <a:ext cx="3240000" cy="215444"/>
          </a:xfrm>
        </p:spPr>
        <p:txBody>
          <a:bodyPr/>
          <a:lstStyle/>
          <a:p>
            <a:r>
              <a:rPr lang="de-DE"/>
              <a:t>Name </a:t>
            </a:r>
            <a:r>
              <a:rPr lang="de-DE" err="1"/>
              <a:t>of</a:t>
            </a:r>
            <a:r>
              <a:rPr lang="de-DE"/>
              <a:t> Speaker</a:t>
            </a:r>
          </a:p>
        </p:txBody>
      </p:sp>
    </p:spTree>
    <p:extLst>
      <p:ext uri="{BB962C8B-B14F-4D97-AF65-F5344CB8AC3E}">
        <p14:creationId xmlns:p14="http://schemas.microsoft.com/office/powerpoint/2010/main" val="1483908749"/>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ctrTitle"/>
          </p:nvPr>
        </p:nvSpPr>
        <p:spPr/>
        <p:txBody>
          <a:bodyPr/>
          <a:lstStyle/>
          <a:p>
            <a:r>
              <a:rPr lang="de-DE"/>
              <a:t>Sample Title, 4th Version</a:t>
            </a:r>
          </a:p>
        </p:txBody>
      </p:sp>
      <p:sp>
        <p:nvSpPr>
          <p:cNvPr id="3" name="Untertitel 2"/>
          <p:cNvSpPr>
            <a:spLocks noGrp="1"/>
          </p:cNvSpPr>
          <p:nvPr>
            <p:ph type="subTitle" idx="1"/>
          </p:nvPr>
        </p:nvSpPr>
        <p:spPr/>
        <p:txBody>
          <a:bodyPr/>
          <a:lstStyle/>
          <a:p>
            <a:r>
              <a:rPr lang="de-DE" err="1"/>
              <a:t>Subtitle</a:t>
            </a:r>
            <a:endParaRPr lang="de-DE"/>
          </a:p>
        </p:txBody>
      </p:sp>
      <p:sp>
        <p:nvSpPr>
          <p:cNvPr id="5" name="Textplatzhalter 4"/>
          <p:cNvSpPr>
            <a:spLocks noGrp="1"/>
          </p:cNvSpPr>
          <p:nvPr>
            <p:ph type="body" sz="quarter" idx="11"/>
          </p:nvPr>
        </p:nvSpPr>
        <p:spPr>
          <a:xfrm>
            <a:off x="288000" y="6339600"/>
            <a:ext cx="3240000" cy="215444"/>
          </a:xfrm>
        </p:spPr>
        <p:txBody>
          <a:bodyPr/>
          <a:lstStyle/>
          <a:p>
            <a:r>
              <a:rPr lang="de-DE"/>
              <a:t>Name </a:t>
            </a:r>
            <a:r>
              <a:rPr lang="de-DE" err="1"/>
              <a:t>of</a:t>
            </a:r>
            <a:r>
              <a:rPr lang="de-DE"/>
              <a:t> Speaker</a:t>
            </a:r>
          </a:p>
        </p:txBody>
      </p:sp>
      <p:sp>
        <p:nvSpPr>
          <p:cNvPr id="4" name="Bildplatzhalter 3"/>
          <p:cNvSpPr>
            <a:spLocks noGrp="1"/>
          </p:cNvSpPr>
          <p:nvPr>
            <p:ph type="pic" sz="quarter" idx="10"/>
          </p:nvPr>
        </p:nvSpPr>
        <p:spPr/>
      </p:sp>
    </p:spTree>
    <p:extLst>
      <p:ext uri="{BB962C8B-B14F-4D97-AF65-F5344CB8AC3E}">
        <p14:creationId xmlns:p14="http://schemas.microsoft.com/office/powerpoint/2010/main" val="2281182701"/>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ctrTitle"/>
          </p:nvPr>
        </p:nvSpPr>
        <p:spPr/>
        <p:txBody>
          <a:bodyPr/>
          <a:lstStyle/>
          <a:p>
            <a:r>
              <a:rPr lang="de-DE"/>
              <a:t>Sample Title, 5th Version</a:t>
            </a:r>
          </a:p>
        </p:txBody>
      </p:sp>
      <p:sp>
        <p:nvSpPr>
          <p:cNvPr id="3" name="Untertitel 2"/>
          <p:cNvSpPr>
            <a:spLocks noGrp="1"/>
          </p:cNvSpPr>
          <p:nvPr>
            <p:ph type="subTitle" idx="1"/>
          </p:nvPr>
        </p:nvSpPr>
        <p:spPr/>
        <p:txBody>
          <a:bodyPr/>
          <a:lstStyle/>
          <a:p>
            <a:r>
              <a:rPr lang="de-DE" err="1"/>
              <a:t>Subtitle</a:t>
            </a:r>
            <a:endParaRPr lang="de-DE"/>
          </a:p>
        </p:txBody>
      </p:sp>
      <p:sp>
        <p:nvSpPr>
          <p:cNvPr id="4" name="Textplatzhalter 3"/>
          <p:cNvSpPr>
            <a:spLocks noGrp="1"/>
          </p:cNvSpPr>
          <p:nvPr>
            <p:ph type="body" sz="quarter" idx="10"/>
          </p:nvPr>
        </p:nvSpPr>
        <p:spPr>
          <a:xfrm>
            <a:off x="288000" y="6339600"/>
            <a:ext cx="3240000" cy="215444"/>
          </a:xfrm>
        </p:spPr>
        <p:txBody>
          <a:bodyPr/>
          <a:lstStyle/>
          <a:p>
            <a:r>
              <a:rPr lang="de-DE"/>
              <a:t>Name </a:t>
            </a:r>
            <a:r>
              <a:rPr lang="de-DE" err="1"/>
              <a:t>of</a:t>
            </a:r>
            <a:r>
              <a:rPr lang="de-DE"/>
              <a:t> Speaker</a:t>
            </a:r>
          </a:p>
        </p:txBody>
      </p:sp>
    </p:spTree>
    <p:extLst>
      <p:ext uri="{BB962C8B-B14F-4D97-AF65-F5344CB8AC3E}">
        <p14:creationId xmlns:p14="http://schemas.microsoft.com/office/powerpoint/2010/main" val="1165119659"/>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ctrTitle"/>
          </p:nvPr>
        </p:nvSpPr>
        <p:spPr/>
        <p:txBody>
          <a:bodyPr/>
          <a:lstStyle/>
          <a:p>
            <a:r>
              <a:rPr lang="de-DE"/>
              <a:t>Sample Title, 6th Version</a:t>
            </a:r>
          </a:p>
        </p:txBody>
      </p:sp>
      <p:sp>
        <p:nvSpPr>
          <p:cNvPr id="3" name="Untertitel 2"/>
          <p:cNvSpPr>
            <a:spLocks noGrp="1"/>
          </p:cNvSpPr>
          <p:nvPr>
            <p:ph type="subTitle" idx="1"/>
          </p:nvPr>
        </p:nvSpPr>
        <p:spPr/>
        <p:txBody>
          <a:bodyPr/>
          <a:lstStyle/>
          <a:p>
            <a:r>
              <a:rPr lang="de-DE" err="1"/>
              <a:t>Subtitle</a:t>
            </a:r>
            <a:endParaRPr lang="de-DE"/>
          </a:p>
          <a:p>
            <a:endParaRPr lang="de-DE"/>
          </a:p>
        </p:txBody>
      </p:sp>
      <p:sp>
        <p:nvSpPr>
          <p:cNvPr id="4" name="Textplatzhalter 3"/>
          <p:cNvSpPr>
            <a:spLocks noGrp="1"/>
          </p:cNvSpPr>
          <p:nvPr>
            <p:ph type="body" sz="quarter" idx="10"/>
          </p:nvPr>
        </p:nvSpPr>
        <p:spPr>
          <a:xfrm>
            <a:off x="288000" y="6339600"/>
            <a:ext cx="3240000" cy="215444"/>
          </a:xfrm>
        </p:spPr>
        <p:txBody>
          <a:bodyPr/>
          <a:lstStyle/>
          <a:p>
            <a:r>
              <a:rPr lang="de-DE"/>
              <a:t>Name </a:t>
            </a:r>
            <a:r>
              <a:rPr lang="de-DE" err="1"/>
              <a:t>of</a:t>
            </a:r>
            <a:r>
              <a:rPr lang="de-DE"/>
              <a:t> Speaker</a:t>
            </a:r>
          </a:p>
        </p:txBody>
      </p:sp>
    </p:spTree>
    <p:extLst>
      <p:ext uri="{BB962C8B-B14F-4D97-AF65-F5344CB8AC3E}">
        <p14:creationId xmlns:p14="http://schemas.microsoft.com/office/powerpoint/2010/main" val="1240084142"/>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ctrTitle"/>
          </p:nvPr>
        </p:nvSpPr>
        <p:spPr/>
        <p:txBody>
          <a:bodyPr/>
          <a:lstStyle/>
          <a:p>
            <a:r>
              <a:rPr lang="de-DE"/>
              <a:t>Sample Title, 7th Version (logo </a:t>
            </a:r>
            <a:r>
              <a:rPr lang="de-DE" err="1"/>
              <a:t>of</a:t>
            </a:r>
            <a:r>
              <a:rPr lang="de-DE"/>
              <a:t> </a:t>
            </a:r>
            <a:r>
              <a:rPr lang="de-DE" err="1"/>
              <a:t>partner</a:t>
            </a:r>
            <a:r>
              <a:rPr lang="de-DE"/>
              <a:t>)</a:t>
            </a:r>
          </a:p>
        </p:txBody>
      </p:sp>
      <p:sp>
        <p:nvSpPr>
          <p:cNvPr id="5" name="Untertitel 4"/>
          <p:cNvSpPr>
            <a:spLocks noGrp="1"/>
          </p:cNvSpPr>
          <p:nvPr>
            <p:ph type="subTitle" idx="1"/>
          </p:nvPr>
        </p:nvSpPr>
        <p:spPr/>
        <p:txBody>
          <a:bodyPr/>
          <a:lstStyle/>
          <a:p>
            <a:r>
              <a:rPr lang="de-DE" err="1"/>
              <a:t>Subtitle</a:t>
            </a:r>
            <a:endParaRPr lang="en-US"/>
          </a:p>
        </p:txBody>
      </p:sp>
      <p:sp>
        <p:nvSpPr>
          <p:cNvPr id="6" name="Textplatzhalter 5"/>
          <p:cNvSpPr>
            <a:spLocks noGrp="1"/>
          </p:cNvSpPr>
          <p:nvPr>
            <p:ph type="body" sz="quarter" idx="11"/>
          </p:nvPr>
        </p:nvSpPr>
        <p:spPr/>
        <p:txBody>
          <a:bodyPr/>
          <a:lstStyle/>
          <a:p>
            <a:r>
              <a:rPr lang="de-DE"/>
              <a:t>Name </a:t>
            </a:r>
            <a:r>
              <a:rPr lang="de-DE" err="1"/>
              <a:t>of</a:t>
            </a:r>
            <a:r>
              <a:rPr lang="de-DE"/>
              <a:t> Speaker</a:t>
            </a:r>
          </a:p>
        </p:txBody>
      </p:sp>
      <p:sp>
        <p:nvSpPr>
          <p:cNvPr id="3" name="Bildplatzhalter 2"/>
          <p:cNvSpPr>
            <a:spLocks noGrp="1"/>
          </p:cNvSpPr>
          <p:nvPr>
            <p:ph type="pic" sz="quarter" idx="12"/>
          </p:nvPr>
        </p:nvSpPr>
        <p:spPr/>
      </p:sp>
      <p:sp>
        <p:nvSpPr>
          <p:cNvPr id="4" name="Bildplatzhalter 3"/>
          <p:cNvSpPr>
            <a:spLocks noGrp="1"/>
          </p:cNvSpPr>
          <p:nvPr>
            <p:ph type="pic" sz="quarter" idx="10"/>
          </p:nvPr>
        </p:nvSpPr>
        <p:spPr/>
      </p:sp>
    </p:spTree>
    <p:extLst>
      <p:ext uri="{BB962C8B-B14F-4D97-AF65-F5344CB8AC3E}">
        <p14:creationId xmlns:p14="http://schemas.microsoft.com/office/powerpoint/2010/main" val="419822498"/>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en-US" altLang="de-DE"/>
              <a:t>Edit the </a:t>
            </a:r>
            <a:r>
              <a:rPr lang="en-US" altLang="de-DE" err="1"/>
              <a:t>mastertitle</a:t>
            </a:r>
            <a:r>
              <a:rPr lang="en-US" altLang="de-DE"/>
              <a:t> format by clicking</a:t>
            </a:r>
            <a:br>
              <a:rPr lang="en-US" altLang="de-DE"/>
            </a:br>
            <a:r>
              <a:rPr lang="en-US" altLang="de-DE"/>
              <a:t>Example for the use of a double-spaced title</a:t>
            </a:r>
            <a:endParaRPr lang="de-DE"/>
          </a:p>
        </p:txBody>
      </p:sp>
      <p:sp>
        <p:nvSpPr>
          <p:cNvPr id="3" name="Textplatzhalter 2"/>
          <p:cNvSpPr>
            <a:spLocks noGrp="1"/>
          </p:cNvSpPr>
          <p:nvPr>
            <p:ph type="body" sz="quarter" idx="12"/>
          </p:nvPr>
        </p:nvSpPr>
        <p:spPr/>
        <p:txBody>
          <a:bodyPr lIns="0" tIns="0" rIns="0" bIns="0" anchor="t"/>
          <a:lstStyle/>
          <a:p>
            <a:endParaRPr lang="de-DE"/>
          </a:p>
        </p:txBody>
      </p:sp>
      <p:pic>
        <p:nvPicPr>
          <p:cNvPr id="4" name="Grafik 3" descr="Ein Bild, das Text, Screenshot, Schrift, Reihe enthält.&#10;&#10;KI-generierte Inhalte können fehlerhaft sein.">
            <a:extLst>
              <a:ext uri="{FF2B5EF4-FFF2-40B4-BE49-F238E27FC236}">
                <a16:creationId xmlns:a16="http://schemas.microsoft.com/office/drawing/2014/main" id="{F7619254-036D-E8FA-5422-2B11A4DE95B2}"/>
              </a:ext>
            </a:extLst>
          </p:cNvPr>
          <p:cNvPicPr>
            <a:picLocks noChangeAspect="1"/>
          </p:cNvPicPr>
          <p:nvPr/>
        </p:nvPicPr>
        <p:blipFill>
          <a:blip r:embed="rId2"/>
          <a:stretch>
            <a:fillRect/>
          </a:stretch>
        </p:blipFill>
        <p:spPr>
          <a:xfrm>
            <a:off x="0" y="2878750"/>
            <a:ext cx="9144000" cy="1100501"/>
          </a:xfrm>
          <a:prstGeom prst="rect">
            <a:avLst/>
          </a:prstGeom>
        </p:spPr>
      </p:pic>
    </p:spTree>
    <p:extLst>
      <p:ext uri="{BB962C8B-B14F-4D97-AF65-F5344CB8AC3E}">
        <p14:creationId xmlns:p14="http://schemas.microsoft.com/office/powerpoint/2010/main" val="1656596550"/>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en-US" altLang="de-DE"/>
              <a:t>Edit the </a:t>
            </a:r>
            <a:r>
              <a:rPr lang="en-US" altLang="de-DE" err="1"/>
              <a:t>mastertitle</a:t>
            </a:r>
            <a:r>
              <a:rPr lang="en-US" altLang="de-DE"/>
              <a:t> format by clicking</a:t>
            </a:r>
            <a:br>
              <a:rPr lang="en-US" altLang="de-DE"/>
            </a:br>
            <a:r>
              <a:rPr lang="en-US" altLang="de-DE"/>
              <a:t>Example for the use of a double-spaced title</a:t>
            </a:r>
            <a:endParaRPr lang="de-DE"/>
          </a:p>
        </p:txBody>
      </p:sp>
      <p:sp>
        <p:nvSpPr>
          <p:cNvPr id="4" name="Textplatzhalter 3"/>
          <p:cNvSpPr>
            <a:spLocks noGrp="1"/>
          </p:cNvSpPr>
          <p:nvPr>
            <p:ph type="body" sz="quarter" idx="13"/>
          </p:nvPr>
        </p:nvSpPr>
        <p:spPr/>
        <p:txBody>
          <a:bodyPr/>
          <a:lstStyle/>
          <a:p>
            <a:r>
              <a:rPr lang="de-DE"/>
              <a:t>Picture title </a:t>
            </a:r>
            <a:r>
              <a:rPr lang="de-DE" err="1"/>
              <a:t>or</a:t>
            </a:r>
            <a:r>
              <a:rPr lang="de-DE"/>
              <a:t> </a:t>
            </a:r>
            <a:r>
              <a:rPr lang="de-DE" err="1"/>
              <a:t>description</a:t>
            </a:r>
            <a:endParaRPr lang="de-DE"/>
          </a:p>
        </p:txBody>
      </p:sp>
      <p:sp>
        <p:nvSpPr>
          <p:cNvPr id="5" name="Textplatzhalter 4"/>
          <p:cNvSpPr>
            <a:spLocks noGrp="1"/>
          </p:cNvSpPr>
          <p:nvPr>
            <p:ph type="body" sz="quarter" idx="16"/>
          </p:nvPr>
        </p:nvSpPr>
        <p:spPr/>
        <p:txBody>
          <a:bodyPr/>
          <a:lstStyle/>
          <a:p>
            <a:r>
              <a:rPr lang="de-DE"/>
              <a:t>First Level</a:t>
            </a:r>
          </a:p>
          <a:p>
            <a:pPr lvl="1"/>
            <a:r>
              <a:rPr lang="de-DE"/>
              <a:t>Second Level</a:t>
            </a:r>
          </a:p>
          <a:p>
            <a:pPr lvl="2"/>
            <a:r>
              <a:rPr lang="de-DE"/>
              <a:t>Third Level</a:t>
            </a:r>
          </a:p>
          <a:p>
            <a:pPr lvl="3"/>
            <a:r>
              <a:rPr lang="de-DE" err="1"/>
              <a:t>Fourth</a:t>
            </a:r>
            <a:r>
              <a:rPr lang="de-DE"/>
              <a:t> Level</a:t>
            </a:r>
          </a:p>
          <a:p>
            <a:pPr lvl="4"/>
            <a:r>
              <a:rPr lang="de-DE" err="1"/>
              <a:t>Fifth</a:t>
            </a:r>
            <a:r>
              <a:rPr lang="de-DE"/>
              <a:t> Level</a:t>
            </a:r>
          </a:p>
        </p:txBody>
      </p:sp>
      <p:sp>
        <p:nvSpPr>
          <p:cNvPr id="3" name="Bildplatzhalter 2"/>
          <p:cNvSpPr>
            <a:spLocks noGrp="1"/>
          </p:cNvSpPr>
          <p:nvPr>
            <p:ph type="pic" sz="quarter" idx="15"/>
          </p:nvPr>
        </p:nvSpPr>
        <p:spPr/>
      </p:sp>
    </p:spTree>
    <p:extLst>
      <p:ext uri="{BB962C8B-B14F-4D97-AF65-F5344CB8AC3E}">
        <p14:creationId xmlns:p14="http://schemas.microsoft.com/office/powerpoint/2010/main" val="2547717180"/>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en-US" altLang="de-DE"/>
              <a:t>Edit the </a:t>
            </a:r>
            <a:r>
              <a:rPr lang="en-US" altLang="de-DE" err="1"/>
              <a:t>mastertitle</a:t>
            </a:r>
            <a:r>
              <a:rPr lang="en-US" altLang="de-DE"/>
              <a:t> format by clicking</a:t>
            </a:r>
            <a:br>
              <a:rPr lang="en-US" altLang="de-DE"/>
            </a:br>
            <a:r>
              <a:rPr lang="en-US" altLang="de-DE"/>
              <a:t>Example for the use of a double-spaced title</a:t>
            </a:r>
            <a:endParaRPr lang="de-DE"/>
          </a:p>
        </p:txBody>
      </p:sp>
      <p:sp>
        <p:nvSpPr>
          <p:cNvPr id="4" name="Textplatzhalter 3"/>
          <p:cNvSpPr>
            <a:spLocks noGrp="1"/>
          </p:cNvSpPr>
          <p:nvPr>
            <p:ph type="body" sz="quarter" idx="13"/>
          </p:nvPr>
        </p:nvSpPr>
        <p:spPr/>
        <p:txBody>
          <a:bodyPr/>
          <a:lstStyle/>
          <a:p>
            <a:r>
              <a:rPr lang="de-DE"/>
              <a:t>Picture title </a:t>
            </a:r>
            <a:r>
              <a:rPr lang="de-DE" err="1"/>
              <a:t>or</a:t>
            </a:r>
            <a:r>
              <a:rPr lang="de-DE"/>
              <a:t> </a:t>
            </a:r>
            <a:r>
              <a:rPr lang="de-DE" err="1"/>
              <a:t>description</a:t>
            </a:r>
            <a:endParaRPr lang="de-DE"/>
          </a:p>
        </p:txBody>
      </p:sp>
      <p:sp>
        <p:nvSpPr>
          <p:cNvPr id="5" name="Textplatzhalter 4"/>
          <p:cNvSpPr>
            <a:spLocks noGrp="1"/>
          </p:cNvSpPr>
          <p:nvPr>
            <p:ph type="body" sz="quarter" idx="16"/>
          </p:nvPr>
        </p:nvSpPr>
        <p:spPr/>
        <p:txBody>
          <a:bodyPr/>
          <a:lstStyle/>
          <a:p>
            <a:r>
              <a:rPr lang="de-DE"/>
              <a:t>First Level</a:t>
            </a:r>
          </a:p>
          <a:p>
            <a:pPr lvl="1"/>
            <a:r>
              <a:rPr lang="de-DE"/>
              <a:t>Second Level</a:t>
            </a:r>
          </a:p>
          <a:p>
            <a:pPr lvl="2"/>
            <a:r>
              <a:rPr lang="de-DE"/>
              <a:t>Third Level</a:t>
            </a:r>
          </a:p>
          <a:p>
            <a:pPr lvl="3"/>
            <a:r>
              <a:rPr lang="de-DE" err="1"/>
              <a:t>Fourth</a:t>
            </a:r>
            <a:r>
              <a:rPr lang="de-DE"/>
              <a:t> Level</a:t>
            </a:r>
          </a:p>
          <a:p>
            <a:pPr lvl="4"/>
            <a:r>
              <a:rPr lang="de-DE" err="1"/>
              <a:t>Fifth</a:t>
            </a:r>
            <a:r>
              <a:rPr lang="de-DE"/>
              <a:t> Level</a:t>
            </a:r>
          </a:p>
        </p:txBody>
      </p:sp>
      <p:sp>
        <p:nvSpPr>
          <p:cNvPr id="3" name="Bildplatzhalter 2"/>
          <p:cNvSpPr>
            <a:spLocks noGrp="1"/>
          </p:cNvSpPr>
          <p:nvPr>
            <p:ph type="pic" sz="quarter" idx="15"/>
          </p:nvPr>
        </p:nvSpPr>
        <p:spPr/>
      </p:sp>
    </p:spTree>
    <p:extLst>
      <p:ext uri="{BB962C8B-B14F-4D97-AF65-F5344CB8AC3E}">
        <p14:creationId xmlns:p14="http://schemas.microsoft.com/office/powerpoint/2010/main" val="3155810806"/>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en-US" altLang="de-DE"/>
              <a:t>Edit the </a:t>
            </a:r>
            <a:r>
              <a:rPr lang="en-US" altLang="de-DE" err="1"/>
              <a:t>mastertitle</a:t>
            </a:r>
            <a:r>
              <a:rPr lang="en-US" altLang="de-DE"/>
              <a:t> format by clicking</a:t>
            </a:r>
            <a:br>
              <a:rPr lang="en-US" altLang="de-DE"/>
            </a:br>
            <a:r>
              <a:rPr lang="en-US" altLang="de-DE"/>
              <a:t>Example for the use of a double-spaced title</a:t>
            </a:r>
            <a:endParaRPr lang="de-DE"/>
          </a:p>
        </p:txBody>
      </p:sp>
      <p:sp>
        <p:nvSpPr>
          <p:cNvPr id="3" name="Textplatzhalter 2"/>
          <p:cNvSpPr>
            <a:spLocks noGrp="1"/>
          </p:cNvSpPr>
          <p:nvPr>
            <p:ph type="body" sz="quarter" idx="13"/>
          </p:nvPr>
        </p:nvSpPr>
        <p:spPr/>
        <p:txBody>
          <a:bodyPr/>
          <a:lstStyle/>
          <a:p>
            <a:r>
              <a:rPr lang="de-DE"/>
              <a:t>Picture title </a:t>
            </a:r>
            <a:r>
              <a:rPr lang="de-DE" err="1"/>
              <a:t>or</a:t>
            </a:r>
            <a:r>
              <a:rPr lang="de-DE"/>
              <a:t> </a:t>
            </a:r>
            <a:r>
              <a:rPr lang="de-DE" err="1"/>
              <a:t>description</a:t>
            </a:r>
            <a:endParaRPr lang="de-DE"/>
          </a:p>
        </p:txBody>
      </p:sp>
      <p:sp>
        <p:nvSpPr>
          <p:cNvPr id="4" name="Bildplatzhalter 3"/>
          <p:cNvSpPr>
            <a:spLocks noGrp="1"/>
          </p:cNvSpPr>
          <p:nvPr>
            <p:ph type="pic" sz="quarter" idx="14"/>
          </p:nvPr>
        </p:nvSpPr>
        <p:spPr/>
      </p:sp>
    </p:spTree>
    <p:extLst>
      <p:ext uri="{BB962C8B-B14F-4D97-AF65-F5344CB8AC3E}">
        <p14:creationId xmlns:p14="http://schemas.microsoft.com/office/powerpoint/2010/main" val="941347055"/>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en-US" altLang="de-DE"/>
              <a:t>Edit the </a:t>
            </a:r>
            <a:r>
              <a:rPr lang="en-US" altLang="de-DE" err="1"/>
              <a:t>mastertitle</a:t>
            </a:r>
            <a:r>
              <a:rPr lang="en-US" altLang="de-DE"/>
              <a:t> format by clicking</a:t>
            </a:r>
            <a:br>
              <a:rPr lang="en-US" altLang="de-DE"/>
            </a:br>
            <a:r>
              <a:rPr lang="en-US" altLang="de-DE"/>
              <a:t>Example for the use of a double-spaced title</a:t>
            </a:r>
            <a:endParaRPr lang="de-DE"/>
          </a:p>
        </p:txBody>
      </p:sp>
      <p:sp>
        <p:nvSpPr>
          <p:cNvPr id="3" name="Diagrammplatzhalter 2"/>
          <p:cNvSpPr>
            <a:spLocks noGrp="1"/>
          </p:cNvSpPr>
          <p:nvPr>
            <p:ph type="chart" sz="quarter" idx="13"/>
          </p:nvPr>
        </p:nvSpPr>
        <p:spPr/>
      </p:sp>
    </p:spTree>
    <p:extLst>
      <p:ext uri="{BB962C8B-B14F-4D97-AF65-F5344CB8AC3E}">
        <p14:creationId xmlns:p14="http://schemas.microsoft.com/office/powerpoint/2010/main" val="714469112"/>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en-US" altLang="de-DE"/>
              <a:t>Edit the </a:t>
            </a:r>
            <a:r>
              <a:rPr lang="en-US" altLang="de-DE" err="1"/>
              <a:t>mastertitle</a:t>
            </a:r>
            <a:r>
              <a:rPr lang="en-US" altLang="de-DE"/>
              <a:t> format by clicking</a:t>
            </a:r>
            <a:br>
              <a:rPr lang="en-US" altLang="de-DE"/>
            </a:br>
            <a:r>
              <a:rPr lang="en-US" altLang="de-DE"/>
              <a:t>Example for the use of a double-spaced title</a:t>
            </a:r>
            <a:endParaRPr lang="de-DE"/>
          </a:p>
        </p:txBody>
      </p:sp>
      <p:graphicFrame>
        <p:nvGraphicFramePr>
          <p:cNvPr id="4" name="Diagramm 7"/>
          <p:cNvGraphicFramePr>
            <a:graphicFrameLocks noGrp="1"/>
          </p:cNvGraphicFramePr>
          <p:nvPr>
            <p:ph type="chart" sz="quarter" idx="13"/>
            <p:extLst>
              <p:ext uri="{D42A27DB-BD31-4B8C-83A1-F6EECF244321}">
                <p14:modId xmlns:p14="http://schemas.microsoft.com/office/powerpoint/2010/main" val="4001439416"/>
              </p:ext>
            </p:extLst>
          </p:nvPr>
        </p:nvGraphicFramePr>
        <p:xfrm>
          <a:off x="287338" y="871538"/>
          <a:ext cx="8569325" cy="5292000"/>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1482305103"/>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en-US" altLang="de-DE"/>
              <a:t>Edit the </a:t>
            </a:r>
            <a:r>
              <a:rPr lang="en-US" altLang="de-DE" err="1"/>
              <a:t>mastertitle</a:t>
            </a:r>
            <a:r>
              <a:rPr lang="en-US" altLang="de-DE"/>
              <a:t> format by clicking</a:t>
            </a:r>
            <a:br>
              <a:rPr lang="en-US" altLang="de-DE"/>
            </a:br>
            <a:r>
              <a:rPr lang="en-US" altLang="de-DE"/>
              <a:t>Example for the use of a double-spaced title</a:t>
            </a:r>
            <a:endParaRPr lang="de-DE"/>
          </a:p>
        </p:txBody>
      </p:sp>
      <p:graphicFrame>
        <p:nvGraphicFramePr>
          <p:cNvPr id="4" name="Diagramm 7"/>
          <p:cNvGraphicFramePr>
            <a:graphicFrameLocks noGrp="1"/>
          </p:cNvGraphicFramePr>
          <p:nvPr>
            <p:ph type="chart" sz="quarter" idx="13"/>
            <p:extLst>
              <p:ext uri="{D42A27DB-BD31-4B8C-83A1-F6EECF244321}">
                <p14:modId xmlns:p14="http://schemas.microsoft.com/office/powerpoint/2010/main" val="1942223346"/>
              </p:ext>
            </p:extLst>
          </p:nvPr>
        </p:nvGraphicFramePr>
        <p:xfrm>
          <a:off x="287338" y="871538"/>
          <a:ext cx="8569325" cy="5291137"/>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489185041"/>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en-US" altLang="de-DE"/>
              <a:t>Edit the </a:t>
            </a:r>
            <a:r>
              <a:rPr lang="en-US" altLang="de-DE" err="1"/>
              <a:t>mastertitle</a:t>
            </a:r>
            <a:r>
              <a:rPr lang="en-US" altLang="de-DE"/>
              <a:t> format by clicking</a:t>
            </a:r>
            <a:br>
              <a:rPr lang="en-US" altLang="de-DE"/>
            </a:br>
            <a:r>
              <a:rPr lang="en-US" altLang="de-DE"/>
              <a:t>Example for the use of a double-spaced title</a:t>
            </a:r>
            <a:endParaRPr lang="de-DE"/>
          </a:p>
        </p:txBody>
      </p:sp>
      <p:graphicFrame>
        <p:nvGraphicFramePr>
          <p:cNvPr id="4" name="Diagramm 7"/>
          <p:cNvGraphicFramePr>
            <a:graphicFrameLocks noGrp="1"/>
          </p:cNvGraphicFramePr>
          <p:nvPr>
            <p:ph type="chart" sz="quarter" idx="13"/>
            <p:extLst>
              <p:ext uri="{D42A27DB-BD31-4B8C-83A1-F6EECF244321}">
                <p14:modId xmlns:p14="http://schemas.microsoft.com/office/powerpoint/2010/main" val="1109342354"/>
              </p:ext>
            </p:extLst>
          </p:nvPr>
        </p:nvGraphicFramePr>
        <p:xfrm>
          <a:off x="287338" y="871538"/>
          <a:ext cx="8569325" cy="5291137"/>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1959290386"/>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platzhalter 2"/>
          <p:cNvSpPr>
            <a:spLocks noGrp="1"/>
          </p:cNvSpPr>
          <p:nvPr>
            <p:ph type="body" sz="quarter" idx="14"/>
          </p:nvPr>
        </p:nvSpPr>
        <p:spPr/>
        <p:txBody>
          <a:bodyPr/>
          <a:lstStyle/>
          <a:p>
            <a:r>
              <a:rPr lang="de-DE"/>
              <a:t>E.ON </a:t>
            </a:r>
            <a:r>
              <a:rPr lang="de-DE" err="1"/>
              <a:t>Energy</a:t>
            </a:r>
            <a:r>
              <a:rPr lang="de-DE"/>
              <a:t> Research Center</a:t>
            </a:r>
          </a:p>
          <a:p>
            <a:r>
              <a:rPr lang="de-DE" err="1"/>
              <a:t>Mathieustraße</a:t>
            </a:r>
            <a:r>
              <a:rPr lang="de-DE"/>
              <a:t> 10</a:t>
            </a:r>
          </a:p>
          <a:p>
            <a:r>
              <a:rPr lang="de-DE"/>
              <a:t>52074 Aachen</a:t>
            </a:r>
          </a:p>
          <a:p>
            <a:r>
              <a:rPr lang="de-DE"/>
              <a:t>Germany</a:t>
            </a:r>
          </a:p>
          <a:p>
            <a:endParaRPr lang="de-DE"/>
          </a:p>
          <a:p>
            <a:r>
              <a:rPr lang="de-DE"/>
              <a:t>FIRST NAME SURNAME</a:t>
            </a:r>
          </a:p>
          <a:p>
            <a:r>
              <a:rPr lang="de-DE"/>
              <a:t>T +49 241 80 49xxx</a:t>
            </a:r>
          </a:p>
          <a:p>
            <a:r>
              <a:rPr lang="de-DE"/>
              <a:t>F +49 241 80 49xxx</a:t>
            </a:r>
          </a:p>
          <a:p>
            <a:r>
              <a:rPr lang="de-DE"/>
              <a:t>xxx@eonerc.rwth-aachen.de</a:t>
            </a:r>
          </a:p>
          <a:p>
            <a:endParaRPr lang="de-DE"/>
          </a:p>
          <a:p>
            <a:r>
              <a:rPr lang="de-DE"/>
              <a:t>Further Information:</a:t>
            </a:r>
          </a:p>
          <a:p>
            <a:endParaRPr lang="de-DE"/>
          </a:p>
          <a:p>
            <a:r>
              <a:rPr lang="de-DE"/>
              <a:t>http://www.eonerc.rwth-aachen.de</a:t>
            </a:r>
          </a:p>
        </p:txBody>
      </p:sp>
      <p:sp>
        <p:nvSpPr>
          <p:cNvPr id="4" name="Textplatzhalter 3"/>
          <p:cNvSpPr>
            <a:spLocks noGrp="1"/>
          </p:cNvSpPr>
          <p:nvPr>
            <p:ph type="body" sz="quarter" idx="17"/>
          </p:nvPr>
        </p:nvSpPr>
        <p:spPr/>
        <p:txBody>
          <a:bodyPr/>
          <a:lstStyle/>
          <a:p>
            <a:r>
              <a:rPr lang="de-DE" err="1"/>
              <a:t>Contact</a:t>
            </a:r>
            <a:endParaRPr lang="de-DE"/>
          </a:p>
        </p:txBody>
      </p:sp>
      <p:sp>
        <p:nvSpPr>
          <p:cNvPr id="2" name="Bildplatzhalter 1"/>
          <p:cNvSpPr>
            <a:spLocks noGrp="1"/>
          </p:cNvSpPr>
          <p:nvPr>
            <p:ph type="pic" sz="quarter" idx="15"/>
          </p:nvPr>
        </p:nvSpPr>
        <p:spPr/>
      </p:sp>
    </p:spTree>
    <p:extLst>
      <p:ext uri="{BB962C8B-B14F-4D97-AF65-F5344CB8AC3E}">
        <p14:creationId xmlns:p14="http://schemas.microsoft.com/office/powerpoint/2010/main" val="2227815748"/>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platzhalter 2"/>
          <p:cNvSpPr>
            <a:spLocks noGrp="1"/>
          </p:cNvSpPr>
          <p:nvPr>
            <p:ph type="body" sz="quarter" idx="14"/>
          </p:nvPr>
        </p:nvSpPr>
        <p:spPr/>
        <p:txBody>
          <a:bodyPr/>
          <a:lstStyle/>
          <a:p>
            <a:r>
              <a:rPr lang="de-DE"/>
              <a:t>E.ON </a:t>
            </a:r>
            <a:r>
              <a:rPr lang="de-DE" err="1"/>
              <a:t>Energy</a:t>
            </a:r>
            <a:r>
              <a:rPr lang="de-DE"/>
              <a:t> Research Center</a:t>
            </a:r>
          </a:p>
          <a:p>
            <a:r>
              <a:rPr lang="de-DE" err="1"/>
              <a:t>Mathieustraße</a:t>
            </a:r>
            <a:r>
              <a:rPr lang="de-DE"/>
              <a:t> 10</a:t>
            </a:r>
          </a:p>
          <a:p>
            <a:r>
              <a:rPr lang="de-DE"/>
              <a:t>52074 Aachen</a:t>
            </a:r>
          </a:p>
          <a:p>
            <a:r>
              <a:rPr lang="de-DE"/>
              <a:t>Germany</a:t>
            </a:r>
          </a:p>
        </p:txBody>
      </p:sp>
      <p:sp>
        <p:nvSpPr>
          <p:cNvPr id="4" name="Textplatzhalter 3"/>
          <p:cNvSpPr>
            <a:spLocks noGrp="1"/>
          </p:cNvSpPr>
          <p:nvPr>
            <p:ph type="body" sz="quarter" idx="16"/>
          </p:nvPr>
        </p:nvSpPr>
        <p:spPr/>
        <p:txBody>
          <a:bodyPr/>
          <a:lstStyle/>
          <a:p>
            <a:r>
              <a:rPr lang="de-DE"/>
              <a:t>FIRST NAME SURNAME</a:t>
            </a:r>
          </a:p>
          <a:p>
            <a:r>
              <a:rPr lang="de-DE"/>
              <a:t>T +49 241 80 49xxx</a:t>
            </a:r>
          </a:p>
          <a:p>
            <a:r>
              <a:rPr lang="de-DE"/>
              <a:t>F +49 241 80 49xxx</a:t>
            </a:r>
          </a:p>
          <a:p>
            <a:r>
              <a:rPr lang="de-DE"/>
              <a:t>xxx@eonerc.rwth-aachen.de</a:t>
            </a:r>
          </a:p>
          <a:p>
            <a:r>
              <a:rPr lang="de-DE"/>
              <a:t>http://www.eonerc.rwth-aachen.de</a:t>
            </a:r>
          </a:p>
          <a:p>
            <a:endParaRPr lang="de-DE"/>
          </a:p>
        </p:txBody>
      </p:sp>
      <p:sp>
        <p:nvSpPr>
          <p:cNvPr id="5" name="Textplatzhalter 4"/>
          <p:cNvSpPr>
            <a:spLocks noGrp="1"/>
          </p:cNvSpPr>
          <p:nvPr>
            <p:ph type="body" sz="quarter" idx="17"/>
          </p:nvPr>
        </p:nvSpPr>
        <p:spPr/>
        <p:txBody>
          <a:bodyPr/>
          <a:lstStyle/>
          <a:p>
            <a:r>
              <a:rPr lang="de-DE" err="1"/>
              <a:t>Contact</a:t>
            </a:r>
            <a:endParaRPr lang="de-DE"/>
          </a:p>
        </p:txBody>
      </p:sp>
      <p:pic>
        <p:nvPicPr>
          <p:cNvPr id="10" name="Bildplatzhalter 9"/>
          <p:cNvPicPr>
            <a:picLocks noGrp="1" noChangeAspect="1"/>
          </p:cNvPicPr>
          <p:nvPr>
            <p:ph type="pic" sz="quarter" idx="15"/>
          </p:nvPr>
        </p:nvPicPr>
        <p:blipFill>
          <a:blip r:embed="rId2">
            <a:extLst>
              <a:ext uri="{28A0092B-C50C-407E-A947-70E740481C1C}">
                <a14:useLocalDpi xmlns:a14="http://schemas.microsoft.com/office/drawing/2010/main" val="0"/>
              </a:ext>
            </a:extLst>
          </a:blip>
          <a:srcRect l="9" r="9"/>
          <a:stretch>
            <a:fillRect/>
          </a:stretch>
        </p:blipFill>
        <p:spPr/>
      </p:pic>
    </p:spTree>
    <p:extLst>
      <p:ext uri="{BB962C8B-B14F-4D97-AF65-F5344CB8AC3E}">
        <p14:creationId xmlns:p14="http://schemas.microsoft.com/office/powerpoint/2010/main" val="1139293462"/>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platzhalter 1"/>
          <p:cNvSpPr>
            <a:spLocks noGrp="1"/>
          </p:cNvSpPr>
          <p:nvPr>
            <p:ph type="body" sz="quarter" idx="14"/>
          </p:nvPr>
        </p:nvSpPr>
        <p:spPr/>
        <p:txBody>
          <a:bodyPr/>
          <a:lstStyle/>
          <a:p>
            <a:r>
              <a:rPr lang="de-DE" sz="1600" b="1" err="1"/>
              <a:t>Contact</a:t>
            </a:r>
            <a:endParaRPr lang="de-DE" sz="1600" b="1"/>
          </a:p>
          <a:p>
            <a:endParaRPr lang="de-DE"/>
          </a:p>
          <a:p>
            <a:r>
              <a:rPr lang="de-DE"/>
              <a:t>E.ON </a:t>
            </a:r>
            <a:r>
              <a:rPr lang="de-DE" err="1"/>
              <a:t>Energy</a:t>
            </a:r>
            <a:r>
              <a:rPr lang="de-DE"/>
              <a:t> Research Center</a:t>
            </a:r>
          </a:p>
          <a:p>
            <a:r>
              <a:rPr lang="de-DE" err="1"/>
              <a:t>Mathieustraße</a:t>
            </a:r>
            <a:r>
              <a:rPr lang="de-DE"/>
              <a:t> 10</a:t>
            </a:r>
          </a:p>
          <a:p>
            <a:r>
              <a:rPr lang="de-DE"/>
              <a:t>52074 Aachen</a:t>
            </a:r>
          </a:p>
          <a:p>
            <a:r>
              <a:rPr lang="de-DE"/>
              <a:t>Germany</a:t>
            </a:r>
          </a:p>
          <a:p>
            <a:endParaRPr lang="de-DE"/>
          </a:p>
          <a:p>
            <a:r>
              <a:rPr lang="de-DE"/>
              <a:t>FIRST NAME SURNAME</a:t>
            </a:r>
          </a:p>
          <a:p>
            <a:r>
              <a:rPr lang="de-DE"/>
              <a:t>T +49 241 80 49xxx</a:t>
            </a:r>
          </a:p>
          <a:p>
            <a:r>
              <a:rPr lang="de-DE"/>
              <a:t>F +49 241 80 49xxx</a:t>
            </a:r>
          </a:p>
          <a:p>
            <a:r>
              <a:rPr lang="de-DE"/>
              <a:t>xxx@eonerc.rwth-aachen.de</a:t>
            </a:r>
          </a:p>
          <a:p>
            <a:endParaRPr lang="de-DE"/>
          </a:p>
          <a:p>
            <a:r>
              <a:rPr lang="de-DE"/>
              <a:t>Further Information:</a:t>
            </a:r>
          </a:p>
          <a:p>
            <a:endParaRPr lang="de-DE"/>
          </a:p>
          <a:p>
            <a:r>
              <a:rPr lang="de-DE"/>
              <a:t>http://www.eonerc.rwth-aachen.de</a:t>
            </a:r>
          </a:p>
        </p:txBody>
      </p:sp>
    </p:spTree>
    <p:extLst>
      <p:ext uri="{BB962C8B-B14F-4D97-AF65-F5344CB8AC3E}">
        <p14:creationId xmlns:p14="http://schemas.microsoft.com/office/powerpoint/2010/main" val="1518088966"/>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ildplatzhalter 1"/>
          <p:cNvSpPr>
            <a:spLocks noGrp="1"/>
          </p:cNvSpPr>
          <p:nvPr>
            <p:ph type="pic" sz="quarter" idx="19"/>
          </p:nvPr>
        </p:nvSpPr>
        <p:spPr/>
      </p:sp>
      <p:sp>
        <p:nvSpPr>
          <p:cNvPr id="3" name="Textplatzhalter 2"/>
          <p:cNvSpPr>
            <a:spLocks noGrp="1"/>
          </p:cNvSpPr>
          <p:nvPr>
            <p:ph type="body" sz="quarter" idx="20"/>
          </p:nvPr>
        </p:nvSpPr>
        <p:spPr/>
        <p:txBody>
          <a:bodyPr/>
          <a:lstStyle/>
          <a:p>
            <a:r>
              <a:rPr lang="de-DE" err="1"/>
              <a:t>Thanks</a:t>
            </a:r>
            <a:r>
              <a:rPr lang="de-DE"/>
              <a:t> </a:t>
            </a:r>
            <a:r>
              <a:rPr lang="de-DE" err="1"/>
              <a:t>to</a:t>
            </a:r>
            <a:r>
              <a:rPr lang="de-DE"/>
              <a:t> </a:t>
            </a:r>
            <a:r>
              <a:rPr lang="de-DE" err="1"/>
              <a:t>our</a:t>
            </a:r>
            <a:r>
              <a:rPr lang="de-DE"/>
              <a:t> </a:t>
            </a:r>
            <a:r>
              <a:rPr lang="de-DE" err="1"/>
              <a:t>partner</a:t>
            </a:r>
            <a:endParaRPr lang="de-DE"/>
          </a:p>
        </p:txBody>
      </p:sp>
      <p:sp>
        <p:nvSpPr>
          <p:cNvPr id="4" name="Bildplatzhalter 3"/>
          <p:cNvSpPr>
            <a:spLocks noGrp="1"/>
          </p:cNvSpPr>
          <p:nvPr>
            <p:ph type="pic" sz="quarter" idx="21"/>
          </p:nvPr>
        </p:nvSpPr>
        <p:spPr/>
      </p:sp>
      <p:sp>
        <p:nvSpPr>
          <p:cNvPr id="5" name="Textplatzhalter 4"/>
          <p:cNvSpPr>
            <a:spLocks noGrp="1"/>
          </p:cNvSpPr>
          <p:nvPr>
            <p:ph type="body" sz="quarter" idx="22"/>
          </p:nvPr>
        </p:nvSpPr>
        <p:spPr/>
        <p:txBody>
          <a:bodyPr/>
          <a:lstStyle/>
          <a:p>
            <a:r>
              <a:rPr lang="de-DE" err="1"/>
              <a:t>Thanks</a:t>
            </a:r>
            <a:r>
              <a:rPr lang="de-DE"/>
              <a:t> </a:t>
            </a:r>
            <a:r>
              <a:rPr lang="de-DE" err="1"/>
              <a:t>to</a:t>
            </a:r>
            <a:r>
              <a:rPr lang="de-DE"/>
              <a:t> </a:t>
            </a:r>
            <a:r>
              <a:rPr lang="de-DE" err="1"/>
              <a:t>our</a:t>
            </a:r>
            <a:r>
              <a:rPr lang="de-DE"/>
              <a:t> </a:t>
            </a:r>
            <a:r>
              <a:rPr lang="de-DE" err="1"/>
              <a:t>partner</a:t>
            </a:r>
            <a:endParaRPr lang="de-DE"/>
          </a:p>
        </p:txBody>
      </p:sp>
      <p:sp>
        <p:nvSpPr>
          <p:cNvPr id="6" name="Bildplatzhalter 5"/>
          <p:cNvSpPr>
            <a:spLocks noGrp="1"/>
          </p:cNvSpPr>
          <p:nvPr>
            <p:ph type="pic" sz="quarter" idx="23"/>
          </p:nvPr>
        </p:nvSpPr>
        <p:spPr/>
      </p:sp>
      <p:sp>
        <p:nvSpPr>
          <p:cNvPr id="7" name="Textplatzhalter 6"/>
          <p:cNvSpPr>
            <a:spLocks noGrp="1"/>
          </p:cNvSpPr>
          <p:nvPr>
            <p:ph type="body" sz="quarter" idx="24"/>
          </p:nvPr>
        </p:nvSpPr>
        <p:spPr/>
        <p:txBody>
          <a:bodyPr/>
          <a:lstStyle/>
          <a:p>
            <a:r>
              <a:rPr lang="de-DE" err="1"/>
              <a:t>Thanks</a:t>
            </a:r>
            <a:r>
              <a:rPr lang="de-DE"/>
              <a:t> </a:t>
            </a:r>
            <a:r>
              <a:rPr lang="de-DE" err="1"/>
              <a:t>to</a:t>
            </a:r>
            <a:r>
              <a:rPr lang="de-DE"/>
              <a:t> </a:t>
            </a:r>
            <a:r>
              <a:rPr lang="de-DE" err="1"/>
              <a:t>our</a:t>
            </a:r>
            <a:r>
              <a:rPr lang="de-DE"/>
              <a:t> </a:t>
            </a:r>
            <a:r>
              <a:rPr lang="de-DE" err="1"/>
              <a:t>partner</a:t>
            </a:r>
            <a:endParaRPr lang="de-DE"/>
          </a:p>
        </p:txBody>
      </p:sp>
      <p:sp>
        <p:nvSpPr>
          <p:cNvPr id="8" name="Bildplatzhalter 7"/>
          <p:cNvSpPr>
            <a:spLocks noGrp="1"/>
          </p:cNvSpPr>
          <p:nvPr>
            <p:ph type="pic" sz="quarter" idx="25"/>
          </p:nvPr>
        </p:nvSpPr>
        <p:spPr/>
      </p:sp>
      <p:sp>
        <p:nvSpPr>
          <p:cNvPr id="9" name="Textplatzhalter 8"/>
          <p:cNvSpPr>
            <a:spLocks noGrp="1"/>
          </p:cNvSpPr>
          <p:nvPr>
            <p:ph type="body" sz="quarter" idx="26"/>
          </p:nvPr>
        </p:nvSpPr>
        <p:spPr/>
        <p:txBody>
          <a:bodyPr/>
          <a:lstStyle/>
          <a:p>
            <a:r>
              <a:rPr lang="de-DE" err="1"/>
              <a:t>Thanks</a:t>
            </a:r>
            <a:r>
              <a:rPr lang="de-DE"/>
              <a:t> </a:t>
            </a:r>
            <a:r>
              <a:rPr lang="de-DE" err="1"/>
              <a:t>to</a:t>
            </a:r>
            <a:r>
              <a:rPr lang="de-DE"/>
              <a:t> </a:t>
            </a:r>
            <a:r>
              <a:rPr lang="de-DE" err="1"/>
              <a:t>our</a:t>
            </a:r>
            <a:r>
              <a:rPr lang="de-DE"/>
              <a:t> </a:t>
            </a:r>
            <a:r>
              <a:rPr lang="de-DE" err="1"/>
              <a:t>partner</a:t>
            </a:r>
            <a:endParaRPr lang="de-DE"/>
          </a:p>
        </p:txBody>
      </p:sp>
      <p:sp>
        <p:nvSpPr>
          <p:cNvPr id="10" name="Bildplatzhalter 9"/>
          <p:cNvSpPr>
            <a:spLocks noGrp="1"/>
          </p:cNvSpPr>
          <p:nvPr>
            <p:ph type="pic" sz="quarter" idx="27"/>
          </p:nvPr>
        </p:nvSpPr>
        <p:spPr/>
      </p:sp>
      <p:sp>
        <p:nvSpPr>
          <p:cNvPr id="11" name="Textplatzhalter 10"/>
          <p:cNvSpPr>
            <a:spLocks noGrp="1"/>
          </p:cNvSpPr>
          <p:nvPr>
            <p:ph type="body" sz="quarter" idx="28"/>
          </p:nvPr>
        </p:nvSpPr>
        <p:spPr/>
        <p:txBody>
          <a:bodyPr/>
          <a:lstStyle/>
          <a:p>
            <a:r>
              <a:rPr lang="de-DE" err="1"/>
              <a:t>Thanks</a:t>
            </a:r>
            <a:r>
              <a:rPr lang="de-DE"/>
              <a:t> </a:t>
            </a:r>
            <a:r>
              <a:rPr lang="de-DE" err="1"/>
              <a:t>to</a:t>
            </a:r>
            <a:r>
              <a:rPr lang="de-DE"/>
              <a:t> </a:t>
            </a:r>
            <a:r>
              <a:rPr lang="de-DE" err="1"/>
              <a:t>our</a:t>
            </a:r>
            <a:r>
              <a:rPr lang="de-DE"/>
              <a:t> </a:t>
            </a:r>
            <a:r>
              <a:rPr lang="de-DE" err="1"/>
              <a:t>partner</a:t>
            </a:r>
            <a:r>
              <a:rPr lang="de-DE"/>
              <a:t>.</a:t>
            </a:r>
          </a:p>
        </p:txBody>
      </p:sp>
    </p:spTree>
    <p:extLst>
      <p:ext uri="{BB962C8B-B14F-4D97-AF65-F5344CB8AC3E}">
        <p14:creationId xmlns:p14="http://schemas.microsoft.com/office/powerpoint/2010/main" val="1580927283"/>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ildplatzhalter 1"/>
          <p:cNvSpPr>
            <a:spLocks noGrp="1"/>
          </p:cNvSpPr>
          <p:nvPr>
            <p:ph type="pic" sz="quarter" idx="12"/>
          </p:nvPr>
        </p:nvSpPr>
        <p:spPr/>
      </p:sp>
      <p:sp>
        <p:nvSpPr>
          <p:cNvPr id="3" name="Textplatzhalter 2"/>
          <p:cNvSpPr>
            <a:spLocks noGrp="1"/>
          </p:cNvSpPr>
          <p:nvPr>
            <p:ph type="body" sz="quarter" idx="18"/>
          </p:nvPr>
        </p:nvSpPr>
        <p:spPr/>
        <p:txBody>
          <a:bodyPr/>
          <a:lstStyle/>
          <a:p>
            <a:r>
              <a:rPr lang="de-DE" err="1"/>
              <a:t>Thanks</a:t>
            </a:r>
            <a:r>
              <a:rPr lang="de-DE"/>
              <a:t> </a:t>
            </a:r>
            <a:r>
              <a:rPr lang="de-DE" err="1"/>
              <a:t>to</a:t>
            </a:r>
            <a:r>
              <a:rPr lang="de-DE"/>
              <a:t> </a:t>
            </a:r>
            <a:r>
              <a:rPr lang="de-DE" err="1"/>
              <a:t>our</a:t>
            </a:r>
            <a:r>
              <a:rPr lang="de-DE"/>
              <a:t> </a:t>
            </a:r>
            <a:r>
              <a:rPr lang="de-DE" err="1"/>
              <a:t>partner</a:t>
            </a:r>
            <a:endParaRPr lang="de-DE"/>
          </a:p>
        </p:txBody>
      </p:sp>
      <p:sp>
        <p:nvSpPr>
          <p:cNvPr id="4" name="Bildplatzhalter 3"/>
          <p:cNvSpPr>
            <a:spLocks noGrp="1"/>
          </p:cNvSpPr>
          <p:nvPr>
            <p:ph type="pic" sz="quarter" idx="19"/>
          </p:nvPr>
        </p:nvSpPr>
        <p:spPr/>
      </p:sp>
      <p:sp>
        <p:nvSpPr>
          <p:cNvPr id="5" name="Textplatzhalter 4"/>
          <p:cNvSpPr>
            <a:spLocks noGrp="1"/>
          </p:cNvSpPr>
          <p:nvPr>
            <p:ph type="body" sz="quarter" idx="20"/>
          </p:nvPr>
        </p:nvSpPr>
        <p:spPr/>
        <p:txBody>
          <a:bodyPr/>
          <a:lstStyle/>
          <a:p>
            <a:r>
              <a:rPr lang="de-DE" err="1"/>
              <a:t>Thanks</a:t>
            </a:r>
            <a:r>
              <a:rPr lang="de-DE"/>
              <a:t> </a:t>
            </a:r>
            <a:r>
              <a:rPr lang="de-DE" err="1"/>
              <a:t>to</a:t>
            </a:r>
            <a:r>
              <a:rPr lang="de-DE"/>
              <a:t> </a:t>
            </a:r>
            <a:r>
              <a:rPr lang="de-DE" err="1"/>
              <a:t>our</a:t>
            </a:r>
            <a:r>
              <a:rPr lang="de-DE"/>
              <a:t> </a:t>
            </a:r>
            <a:r>
              <a:rPr lang="de-DE" err="1"/>
              <a:t>partner</a:t>
            </a:r>
            <a:endParaRPr lang="de-DE"/>
          </a:p>
        </p:txBody>
      </p:sp>
      <p:sp>
        <p:nvSpPr>
          <p:cNvPr id="6" name="Bildplatzhalter 5"/>
          <p:cNvSpPr>
            <a:spLocks noGrp="1"/>
          </p:cNvSpPr>
          <p:nvPr>
            <p:ph type="pic" sz="quarter" idx="21"/>
          </p:nvPr>
        </p:nvSpPr>
        <p:spPr/>
      </p:sp>
      <p:sp>
        <p:nvSpPr>
          <p:cNvPr id="7" name="Textplatzhalter 6"/>
          <p:cNvSpPr>
            <a:spLocks noGrp="1"/>
          </p:cNvSpPr>
          <p:nvPr>
            <p:ph type="body" sz="quarter" idx="22"/>
          </p:nvPr>
        </p:nvSpPr>
        <p:spPr/>
        <p:txBody>
          <a:bodyPr/>
          <a:lstStyle/>
          <a:p>
            <a:r>
              <a:rPr lang="de-DE" err="1"/>
              <a:t>Thanks</a:t>
            </a:r>
            <a:r>
              <a:rPr lang="de-DE"/>
              <a:t> </a:t>
            </a:r>
            <a:r>
              <a:rPr lang="de-DE" err="1"/>
              <a:t>to</a:t>
            </a:r>
            <a:r>
              <a:rPr lang="de-DE"/>
              <a:t> </a:t>
            </a:r>
            <a:r>
              <a:rPr lang="de-DE" err="1"/>
              <a:t>our</a:t>
            </a:r>
            <a:r>
              <a:rPr lang="de-DE"/>
              <a:t> </a:t>
            </a:r>
            <a:r>
              <a:rPr lang="de-DE" err="1"/>
              <a:t>partner</a:t>
            </a:r>
            <a:endParaRPr lang="de-DE"/>
          </a:p>
        </p:txBody>
      </p:sp>
      <p:sp>
        <p:nvSpPr>
          <p:cNvPr id="8" name="Bildplatzhalter 7"/>
          <p:cNvSpPr>
            <a:spLocks noGrp="1"/>
          </p:cNvSpPr>
          <p:nvPr>
            <p:ph type="pic" sz="quarter" idx="23"/>
          </p:nvPr>
        </p:nvSpPr>
        <p:spPr/>
      </p:sp>
      <p:sp>
        <p:nvSpPr>
          <p:cNvPr id="9" name="Textplatzhalter 8"/>
          <p:cNvSpPr>
            <a:spLocks noGrp="1"/>
          </p:cNvSpPr>
          <p:nvPr>
            <p:ph type="body" sz="quarter" idx="24"/>
          </p:nvPr>
        </p:nvSpPr>
        <p:spPr/>
        <p:txBody>
          <a:bodyPr/>
          <a:lstStyle/>
          <a:p>
            <a:r>
              <a:rPr lang="de-DE" err="1"/>
              <a:t>Thanks</a:t>
            </a:r>
            <a:r>
              <a:rPr lang="de-DE"/>
              <a:t> </a:t>
            </a:r>
            <a:r>
              <a:rPr lang="de-DE" err="1"/>
              <a:t>to</a:t>
            </a:r>
            <a:r>
              <a:rPr lang="de-DE"/>
              <a:t> </a:t>
            </a:r>
            <a:r>
              <a:rPr lang="de-DE" err="1"/>
              <a:t>our</a:t>
            </a:r>
            <a:r>
              <a:rPr lang="de-DE"/>
              <a:t> </a:t>
            </a:r>
            <a:r>
              <a:rPr lang="de-DE" err="1"/>
              <a:t>partner</a:t>
            </a:r>
            <a:endParaRPr lang="de-DE"/>
          </a:p>
        </p:txBody>
      </p:sp>
      <p:sp>
        <p:nvSpPr>
          <p:cNvPr id="10" name="Bildplatzhalter 9"/>
          <p:cNvSpPr>
            <a:spLocks noGrp="1"/>
          </p:cNvSpPr>
          <p:nvPr>
            <p:ph type="pic" sz="quarter" idx="25"/>
          </p:nvPr>
        </p:nvSpPr>
        <p:spPr/>
      </p:sp>
      <p:sp>
        <p:nvSpPr>
          <p:cNvPr id="11" name="Textplatzhalter 10"/>
          <p:cNvSpPr>
            <a:spLocks noGrp="1"/>
          </p:cNvSpPr>
          <p:nvPr>
            <p:ph type="body" sz="quarter" idx="26"/>
          </p:nvPr>
        </p:nvSpPr>
        <p:spPr/>
        <p:txBody>
          <a:bodyPr/>
          <a:lstStyle/>
          <a:p>
            <a:r>
              <a:rPr lang="de-DE" err="1"/>
              <a:t>Thanks</a:t>
            </a:r>
            <a:r>
              <a:rPr lang="de-DE"/>
              <a:t> </a:t>
            </a:r>
            <a:r>
              <a:rPr lang="de-DE" err="1"/>
              <a:t>to</a:t>
            </a:r>
            <a:r>
              <a:rPr lang="de-DE"/>
              <a:t> </a:t>
            </a:r>
            <a:r>
              <a:rPr lang="de-DE" err="1"/>
              <a:t>our</a:t>
            </a:r>
            <a:r>
              <a:rPr lang="de-DE"/>
              <a:t> </a:t>
            </a:r>
            <a:r>
              <a:rPr lang="de-DE" err="1"/>
              <a:t>partner</a:t>
            </a:r>
            <a:endParaRPr lang="de-DE"/>
          </a:p>
        </p:txBody>
      </p:sp>
      <p:sp>
        <p:nvSpPr>
          <p:cNvPr id="12" name="Bildplatzhalter 11"/>
          <p:cNvSpPr>
            <a:spLocks noGrp="1"/>
          </p:cNvSpPr>
          <p:nvPr>
            <p:ph type="pic" sz="quarter" idx="27"/>
          </p:nvPr>
        </p:nvSpPr>
        <p:spPr/>
      </p:sp>
      <p:sp>
        <p:nvSpPr>
          <p:cNvPr id="13" name="Textplatzhalter 12"/>
          <p:cNvSpPr>
            <a:spLocks noGrp="1"/>
          </p:cNvSpPr>
          <p:nvPr>
            <p:ph type="body" sz="quarter" idx="28"/>
          </p:nvPr>
        </p:nvSpPr>
        <p:spPr/>
        <p:txBody>
          <a:bodyPr/>
          <a:lstStyle/>
          <a:p>
            <a:r>
              <a:rPr lang="de-DE" err="1"/>
              <a:t>Thanks</a:t>
            </a:r>
            <a:r>
              <a:rPr lang="de-DE"/>
              <a:t> </a:t>
            </a:r>
            <a:r>
              <a:rPr lang="de-DE" err="1"/>
              <a:t>to</a:t>
            </a:r>
            <a:r>
              <a:rPr lang="de-DE"/>
              <a:t> </a:t>
            </a:r>
            <a:r>
              <a:rPr lang="de-DE" err="1"/>
              <a:t>our</a:t>
            </a:r>
            <a:r>
              <a:rPr lang="de-DE"/>
              <a:t> </a:t>
            </a:r>
            <a:r>
              <a:rPr lang="de-DE" err="1"/>
              <a:t>partner</a:t>
            </a:r>
            <a:endParaRPr lang="de-DE"/>
          </a:p>
        </p:txBody>
      </p:sp>
    </p:spTree>
    <p:extLst>
      <p:ext uri="{BB962C8B-B14F-4D97-AF65-F5344CB8AC3E}">
        <p14:creationId xmlns:p14="http://schemas.microsoft.com/office/powerpoint/2010/main" val="3928621586"/>
      </p:ext>
    </p:extLst>
  </p:cSld>
  <p:clrMapOvr>
    <a:masterClrMapping/>
  </p:clrMapOvr>
</p:sld>
</file>

<file path=ppt/theme/theme1.xml><?xml version="1.0" encoding="utf-8"?>
<a:theme xmlns:a="http://schemas.openxmlformats.org/drawingml/2006/main" name="Folienmaster ACS | E.ON ERC - Content slides">
  <a:themeElements>
    <a:clrScheme name="RWTH E.ON">
      <a:dk1>
        <a:sysClr val="windowText" lastClr="000000"/>
      </a:dk1>
      <a:lt1>
        <a:sysClr val="window" lastClr="FFFFFF"/>
      </a:lt1>
      <a:dk2>
        <a:srgbClr val="DD402D"/>
      </a:dk2>
      <a:lt2>
        <a:srgbClr val="9D9EA0"/>
      </a:lt2>
      <a:accent1>
        <a:srgbClr val="DD402D"/>
      </a:accent1>
      <a:accent2>
        <a:srgbClr val="9D9EA0"/>
      </a:accent2>
      <a:accent3>
        <a:srgbClr val="000000"/>
      </a:accent3>
      <a:accent4>
        <a:srgbClr val="FFFFFF"/>
      </a:accent4>
      <a:accent5>
        <a:srgbClr val="DD402D"/>
      </a:accent5>
      <a:accent6>
        <a:srgbClr val="9D9EA0"/>
      </a:accent6>
      <a:hlink>
        <a:srgbClr val="000000"/>
      </a:hlink>
      <a:folHlink>
        <a:srgbClr val="9D9EA0"/>
      </a:folHlink>
    </a:clrScheme>
    <a:fontScheme name="Arial">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noFill/>
      </a:spPr>
      <a:bodyPr wrap="none" lIns="0" tIns="0" rIns="0" bIns="0" rtlCol="0">
        <a:spAutoFit/>
      </a:bodyPr>
      <a:lstStyle>
        <a:defPPr>
          <a:defRPr sz="1400" dirty="0" smtClean="0"/>
        </a:defPPr>
      </a:lstStyle>
    </a:txDef>
  </a:objectDefaults>
  <a:extraClrSchemeLst/>
  <a:extLst>
    <a:ext uri="{05A4C25C-085E-4340-85A3-A5531E510DB2}">
      <thm15:themeFamily xmlns:thm15="http://schemas.microsoft.com/office/thememl/2012/main" name="2016-05-20-ACS-Folienmaster-en.pptx" id="{5DCF17E3-4A9B-4C69-878E-9851A02816EE}" vid="{A05249B5-ED44-4D6B-ADA1-8F406F3EDA75}"/>
    </a:ext>
  </a:extLst>
</a:theme>
</file>

<file path=ppt/theme/theme2.xml><?xml version="1.0" encoding="utf-8"?>
<a:theme xmlns:a="http://schemas.openxmlformats.org/drawingml/2006/main" name="Folienmaster ACS | E.ON ERC - Title-/Last-slides">
  <a:themeElements>
    <a:clrScheme name="RWTH E.ON">
      <a:dk1>
        <a:sysClr val="windowText" lastClr="000000"/>
      </a:dk1>
      <a:lt1>
        <a:sysClr val="window" lastClr="FFFFFF"/>
      </a:lt1>
      <a:dk2>
        <a:srgbClr val="DD402D"/>
      </a:dk2>
      <a:lt2>
        <a:srgbClr val="9D9EA0"/>
      </a:lt2>
      <a:accent1>
        <a:srgbClr val="DD402D"/>
      </a:accent1>
      <a:accent2>
        <a:srgbClr val="9D9EA0"/>
      </a:accent2>
      <a:accent3>
        <a:srgbClr val="000000"/>
      </a:accent3>
      <a:accent4>
        <a:srgbClr val="FFFFFF"/>
      </a:accent4>
      <a:accent5>
        <a:srgbClr val="DD402D"/>
      </a:accent5>
      <a:accent6>
        <a:srgbClr val="9D9EA0"/>
      </a:accent6>
      <a:hlink>
        <a:srgbClr val="000000"/>
      </a:hlink>
      <a:folHlink>
        <a:srgbClr val="9D9EA0"/>
      </a:folHlink>
    </a:clrScheme>
    <a:fontScheme name="Arial">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noFill/>
      </a:spPr>
      <a:bodyPr wrap="none" lIns="0" tIns="0" rIns="0" bIns="0" rtlCol="0">
        <a:spAutoFit/>
      </a:bodyPr>
      <a:lstStyle>
        <a:defPPr>
          <a:defRPr sz="1400" dirty="0" smtClean="0"/>
        </a:defPPr>
      </a:lstStyle>
    </a:txDef>
  </a:objectDefaults>
  <a:extraClrSchemeLst/>
  <a:extLst>
    <a:ext uri="{05A4C25C-085E-4340-85A3-A5531E510DB2}">
      <thm15:themeFamily xmlns:thm15="http://schemas.microsoft.com/office/thememl/2012/main" name="2016-05-20-ACS-Folienmaster-en.pptx" id="{5DCF17E3-4A9B-4C69-878E-9851A02816EE}" vid="{D8D17469-2408-494F-BA4B-B64C8C58EA26}"/>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Application>Microsoft Office PowerPoint</Application>
  <PresentationFormat>On-screen Show (4:3)</PresentationFormat>
  <Slides>71</Slides>
  <Notes>0</Notes>
  <HiddenSlides>0</HiddenSlides>
  <ScaleCrop>false</ScaleCrop>
  <HeadingPairs>
    <vt:vector size="4" baseType="variant">
      <vt:variant>
        <vt:lpstr>Theme</vt:lpstr>
      </vt:variant>
      <vt:variant>
        <vt:i4>2</vt:i4>
      </vt:variant>
      <vt:variant>
        <vt:lpstr>Slide Titles</vt:lpstr>
      </vt:variant>
      <vt:variant>
        <vt:i4>71</vt:i4>
      </vt:variant>
    </vt:vector>
  </HeadingPairs>
  <TitlesOfParts>
    <vt:vector size="73" baseType="lpstr">
      <vt:lpstr>Folienmaster ACS | E.ON ERC - Content slides</vt:lpstr>
      <vt:lpstr>Folienmaster ACS | E.ON ERC - Title-/Last-slides</vt:lpstr>
      <vt:lpstr>HiWi Reports</vt:lpstr>
      <vt:lpstr>Date and timestamp do not match after anonymization</vt:lpstr>
      <vt:lpstr>Filtered Data has higher overall score </vt:lpstr>
      <vt:lpstr>Filtered Data has higher overall score </vt:lpstr>
      <vt:lpstr>PowerPoint Presentation</vt:lpstr>
      <vt:lpstr>SMX Table</vt:lpstr>
      <vt:lpstr>Sampledata</vt:lpstr>
      <vt:lpstr>Weather data</vt:lpstr>
      <vt:lpstr>Weather Data</vt:lpstr>
      <vt:lpstr>Weather data given PD</vt:lpstr>
      <vt:lpstr>Weather data given LOC</vt:lpstr>
      <vt:lpstr>Weather data given TECH</vt:lpstr>
      <vt:lpstr>Feeder_metadata</vt:lpstr>
      <vt:lpstr>Feeder_metadata (Temperature = 0)  GPT-OSS:20b</vt:lpstr>
      <vt:lpstr>Feeder_metadata (Temperature = 0)  GPT-OSS:120b</vt:lpstr>
      <vt:lpstr>Feeder_metadata (Temperature = 0)  GPT-OSS:120b</vt:lpstr>
      <vt:lpstr>Feeder_metadata (Temperature = 0)  GPT-OSS:120b  rows=10</vt:lpstr>
      <vt:lpstr>Feeder_metadata (Temperature = 0)  GPT-OSS:120b  rows=10</vt:lpstr>
      <vt:lpstr>Feeder_metadata (Temperature = 0)  GPT-OSS:20b rows=10</vt:lpstr>
      <vt:lpstr>Feeder_metadata (Temperature = 0)  GPT-OSS:20b rows=10</vt:lpstr>
      <vt:lpstr>Feeder_metadata (Temperature = 0) mistral-small-4-119b-2603 rows=10</vt:lpstr>
      <vt:lpstr>Feeder_metadata (Temperature = 0) mistral-small-4-119b-2603 rows=10</vt:lpstr>
      <vt:lpstr>Feeder_metadata (Temperature = 0) gpt-5.4-mini rows=10</vt:lpstr>
      <vt:lpstr>Feeder_metadata (Temperature = 0) gpt-5.4-mini rows=10</vt:lpstr>
      <vt:lpstr>Feeder_metadata gpt-5.4-mini rows=10</vt:lpstr>
      <vt:lpstr>Feeder_metadata gpt-5.4-mini rows=10</vt:lpstr>
      <vt:lpstr>Feeder_metadata (Temperature = 0) gpt-5.2 rows=10</vt:lpstr>
      <vt:lpstr>Feeder_metadata (Temperature = 0) gpt-5.2 rows=10</vt:lpstr>
      <vt:lpstr>Feeder_metadata gpt-5.5 rows=10</vt:lpstr>
      <vt:lpstr>Feeder_metadata gpt-5.5 rows=10</vt:lpstr>
      <vt:lpstr>Feeder_metadata after given PD</vt:lpstr>
      <vt:lpstr>Feeder_metadata after given LOC</vt:lpstr>
      <vt:lpstr>Sdv able to learn correlation trend of two columns</vt:lpstr>
      <vt:lpstr>Sdv able to learn correlation trend of two columns</vt:lpstr>
      <vt:lpstr>Filtered Data has higher overall score </vt:lpstr>
      <vt:lpstr>Overall Score</vt:lpstr>
      <vt:lpstr>Overall score calculation</vt:lpstr>
      <vt:lpstr>Related columns LLM</vt:lpstr>
      <vt:lpstr>LLM anonymize column</vt:lpstr>
      <vt:lpstr>Confidence score different for same column</vt:lpstr>
      <vt:lpstr>Confidence score different for same column even with same data</vt:lpstr>
      <vt:lpstr>Data type false detected</vt:lpstr>
      <vt:lpstr>Data type false detected</vt:lpstr>
      <vt:lpstr>Data type false detected</vt:lpstr>
      <vt:lpstr>Date preprocessing</vt:lpstr>
      <vt:lpstr>GridFM-Datakit</vt:lpstr>
      <vt:lpstr>Errors</vt:lpstr>
      <vt:lpstr>Errors</vt:lpstr>
      <vt:lpstr>Errors</vt:lpstr>
      <vt:lpstr>Input data for GridFM-Datakit</vt:lpstr>
      <vt:lpstr>Bus data</vt:lpstr>
      <vt:lpstr>Generator Data</vt:lpstr>
      <vt:lpstr>Branch Data</vt:lpstr>
      <vt:lpstr>Sample Title, 2nd Version</vt:lpstr>
      <vt:lpstr>Sample Title, 4th Version</vt:lpstr>
      <vt:lpstr>Sample Title, 5th Version</vt:lpstr>
      <vt:lpstr>Sample Title, 6th Version</vt:lpstr>
      <vt:lpstr>Sample Title, 7th Version (logo of partner)</vt:lpstr>
      <vt:lpstr>Edit the mastertitle format by clicking Example for the use of a double-spaced title</vt:lpstr>
      <vt:lpstr>Edit the mastertitle format by clicking Example for the use of a double-spaced title</vt:lpstr>
      <vt:lpstr>Edit the mastertitle format by clicking Example for the use of a double-spaced title</vt:lpstr>
      <vt:lpstr>Edit the mastertitle format by clicking Example for the use of a double-spaced title</vt:lpstr>
      <vt:lpstr>Edit the mastertitle format by clicking Example for the use of a double-spaced title</vt:lpstr>
      <vt:lpstr>Edit the mastertitle format by clicking Example for the use of a double-spaced title</vt:lpstr>
      <vt:lpstr>Edit the mastertitle format by clicking Example for the use of a double-spaced title</vt:lpstr>
      <vt:lpstr>Edit the mastertitle format by clicking Example for the use of a double-spaced title</vt:lpstr>
      <vt:lpstr>PowerPoint Presentation</vt:lpstr>
      <vt:lpstr>PowerPoint Presentation</vt:lpstr>
      <vt:lpstr>PowerPoint Presentation</vt:lpstr>
      <vt:lpstr>PowerPoint Presentation</vt:lpstr>
      <vt:lpstr>PowerPoint Presentation</vt:lpstr>
    </vt:vector>
  </TitlesOfParts>
  <Company>E.ON Energy Research Center</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Beispiel-Titel, 1. Variante</dc:title>
  <dc:creator>Andre Trebels</dc:creator>
  <cp:revision>1</cp:revision>
  <cp:lastPrinted>2015-12-23T08:25:11Z</cp:lastPrinted>
  <dcterms:created xsi:type="dcterms:W3CDTF">2015-11-17T07:05:56Z</dcterms:created>
  <dcterms:modified xsi:type="dcterms:W3CDTF">2026-07-03T11:39:36Z</dcterms:modified>
</cp:coreProperties>
</file>